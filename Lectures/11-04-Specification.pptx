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2" r:id="rId2"/>
    <p:sldId id="303" r:id="rId3"/>
    <p:sldId id="306" r:id="rId4"/>
    <p:sldId id="312" r:id="rId5"/>
    <p:sldId id="313" r:id="rId6"/>
    <p:sldId id="314" r:id="rId7"/>
    <p:sldId id="319" r:id="rId8"/>
    <p:sldId id="320" r:id="rId9"/>
    <p:sldId id="321" r:id="rId10"/>
    <p:sldId id="323" r:id="rId11"/>
    <p:sldId id="324" r:id="rId12"/>
    <p:sldId id="325" r:id="rId13"/>
    <p:sldId id="326" r:id="rId14"/>
    <p:sldId id="353" r:id="rId15"/>
    <p:sldId id="327" r:id="rId16"/>
    <p:sldId id="328" r:id="rId17"/>
    <p:sldId id="355" r:id="rId18"/>
    <p:sldId id="337" r:id="rId19"/>
    <p:sldId id="348" r:id="rId20"/>
    <p:sldId id="349" r:id="rId21"/>
    <p:sldId id="356" r:id="rId22"/>
    <p:sldId id="351" r:id="rId23"/>
    <p:sldId id="352" r:id="rId24"/>
    <p:sldId id="373" r:id="rId25"/>
    <p:sldId id="375" r:id="rId26"/>
    <p:sldId id="384" r:id="rId27"/>
    <p:sldId id="376" r:id="rId28"/>
    <p:sldId id="385" r:id="rId29"/>
    <p:sldId id="386" r:id="rId30"/>
    <p:sldId id="387" r:id="rId31"/>
    <p:sldId id="388" r:id="rId32"/>
    <p:sldId id="390" r:id="rId33"/>
    <p:sldId id="377" r:id="rId34"/>
    <p:sldId id="391" r:id="rId35"/>
    <p:sldId id="392" r:id="rId36"/>
    <p:sldId id="393" r:id="rId37"/>
    <p:sldId id="400" r:id="rId38"/>
    <p:sldId id="401" r:id="rId39"/>
    <p:sldId id="397"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859" autoAdjust="0"/>
    <p:restoredTop sz="94660"/>
  </p:normalViewPr>
  <p:slideViewPr>
    <p:cSldViewPr snapToGrid="0">
      <p:cViewPr varScale="1">
        <p:scale>
          <a:sx n="86" d="100"/>
          <a:sy n="86" d="100"/>
        </p:scale>
        <p:origin x="10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ce, Patricia" userId="63213659-433f-4003-8b64-f125efbf754c" providerId="ADAL" clId="{862EA0BC-9B5D-4D26-B6C9-50688977C60B}"/>
    <pc:docChg chg="modSld sldOrd">
      <pc:chgData name="Duce, Patricia" userId="63213659-433f-4003-8b64-f125efbf754c" providerId="ADAL" clId="{862EA0BC-9B5D-4D26-B6C9-50688977C60B}" dt="2021-11-18T02:56:21.721" v="1"/>
      <pc:docMkLst>
        <pc:docMk/>
      </pc:docMkLst>
      <pc:sldChg chg="ord">
        <pc:chgData name="Duce, Patricia" userId="63213659-433f-4003-8b64-f125efbf754c" providerId="ADAL" clId="{862EA0BC-9B5D-4D26-B6C9-50688977C60B}" dt="2021-11-18T02:56:21.721" v="1"/>
        <pc:sldMkLst>
          <pc:docMk/>
          <pc:sldMk cId="2123784695" sldId="319"/>
        </pc:sldMkLst>
      </pc:sldChg>
    </pc:docChg>
  </pc:docChgLst>
  <pc:docChgLst>
    <pc:chgData name="Duce, Patricia" userId="63213659-433f-4003-8b64-f125efbf754c" providerId="ADAL" clId="{06DAE668-5012-4766-966A-7D3A1853201C}"/>
    <pc:docChg chg="delSld modSld">
      <pc:chgData name="Duce, Patricia" userId="63213659-433f-4003-8b64-f125efbf754c" providerId="ADAL" clId="{06DAE668-5012-4766-966A-7D3A1853201C}" dt="2021-10-22T19:32:03.930" v="2" actId="5793"/>
      <pc:docMkLst>
        <pc:docMk/>
      </pc:docMkLst>
      <pc:sldChg chg="del">
        <pc:chgData name="Duce, Patricia" userId="63213659-433f-4003-8b64-f125efbf754c" providerId="ADAL" clId="{06DAE668-5012-4766-966A-7D3A1853201C}" dt="2021-10-22T19:26:28.172" v="0" actId="47"/>
        <pc:sldMkLst>
          <pc:docMk/>
          <pc:sldMk cId="1056167487" sldId="307"/>
        </pc:sldMkLst>
      </pc:sldChg>
      <pc:sldChg chg="del">
        <pc:chgData name="Duce, Patricia" userId="63213659-433f-4003-8b64-f125efbf754c" providerId="ADAL" clId="{06DAE668-5012-4766-966A-7D3A1853201C}" dt="2021-10-22T19:26:29.216" v="1" actId="47"/>
        <pc:sldMkLst>
          <pc:docMk/>
          <pc:sldMk cId="1204535445" sldId="308"/>
        </pc:sldMkLst>
      </pc:sldChg>
      <pc:sldChg chg="modSp mod">
        <pc:chgData name="Duce, Patricia" userId="63213659-433f-4003-8b64-f125efbf754c" providerId="ADAL" clId="{06DAE668-5012-4766-966A-7D3A1853201C}" dt="2021-10-22T19:32:03.930" v="2" actId="5793"/>
        <pc:sldMkLst>
          <pc:docMk/>
          <pc:sldMk cId="1045726571" sldId="323"/>
        </pc:sldMkLst>
        <pc:spChg chg="mod">
          <ac:chgData name="Duce, Patricia" userId="63213659-433f-4003-8b64-f125efbf754c" providerId="ADAL" clId="{06DAE668-5012-4766-966A-7D3A1853201C}" dt="2021-10-22T19:32:03.930" v="2" actId="5793"/>
          <ac:spMkLst>
            <pc:docMk/>
            <pc:sldMk cId="1045726571" sldId="323"/>
            <ac:spMk id="3" creationId="{00000000-0000-0000-0000-000000000000}"/>
          </ac:spMkLst>
        </pc:spChg>
      </pc:sldChg>
    </pc:docChg>
  </pc:docChgLst>
  <pc:docChgLst>
    <pc:chgData name="Duce, Patricia" userId="63213659-433f-4003-8b64-f125efbf754c" providerId="ADAL" clId="{BE1C18D8-9B15-4A38-AF00-C936CA41AEF5}"/>
    <pc:docChg chg="delSld modSld">
      <pc:chgData name="Duce, Patricia" userId="63213659-433f-4003-8b64-f125efbf754c" providerId="ADAL" clId="{BE1C18D8-9B15-4A38-AF00-C936CA41AEF5}" dt="2024-11-05T14:09:54.640" v="5" actId="113"/>
      <pc:docMkLst>
        <pc:docMk/>
      </pc:docMkLst>
      <pc:sldChg chg="modSp mod">
        <pc:chgData name="Duce, Patricia" userId="63213659-433f-4003-8b64-f125efbf754c" providerId="ADAL" clId="{BE1C18D8-9B15-4A38-AF00-C936CA41AEF5}" dt="2024-11-05T14:09:36.855" v="4" actId="113"/>
        <pc:sldMkLst>
          <pc:docMk/>
          <pc:sldMk cId="1725577270" sldId="376"/>
        </pc:sldMkLst>
        <pc:spChg chg="mod">
          <ac:chgData name="Duce, Patricia" userId="63213659-433f-4003-8b64-f125efbf754c" providerId="ADAL" clId="{BE1C18D8-9B15-4A38-AF00-C936CA41AEF5}" dt="2024-11-05T14:09:36.855" v="4" actId="113"/>
          <ac:spMkLst>
            <pc:docMk/>
            <pc:sldMk cId="1725577270" sldId="376"/>
            <ac:spMk id="3" creationId="{00000000-0000-0000-0000-000000000000}"/>
          </ac:spMkLst>
        </pc:spChg>
      </pc:sldChg>
      <pc:sldChg chg="modSp mod">
        <pc:chgData name="Duce, Patricia" userId="63213659-433f-4003-8b64-f125efbf754c" providerId="ADAL" clId="{BE1C18D8-9B15-4A38-AF00-C936CA41AEF5}" dt="2024-11-05T14:09:27.127" v="3" actId="113"/>
        <pc:sldMkLst>
          <pc:docMk/>
          <pc:sldMk cId="116512823" sldId="384"/>
        </pc:sldMkLst>
        <pc:spChg chg="mod">
          <ac:chgData name="Duce, Patricia" userId="63213659-433f-4003-8b64-f125efbf754c" providerId="ADAL" clId="{BE1C18D8-9B15-4A38-AF00-C936CA41AEF5}" dt="2024-11-05T14:09:27.127" v="3" actId="113"/>
          <ac:spMkLst>
            <pc:docMk/>
            <pc:sldMk cId="116512823" sldId="384"/>
            <ac:spMk id="3" creationId="{B65D5117-1DBB-4AF3-AC58-22D1C0D41CF5}"/>
          </ac:spMkLst>
        </pc:spChg>
      </pc:sldChg>
      <pc:sldChg chg="modSp mod">
        <pc:chgData name="Duce, Patricia" userId="63213659-433f-4003-8b64-f125efbf754c" providerId="ADAL" clId="{BE1C18D8-9B15-4A38-AF00-C936CA41AEF5}" dt="2024-11-05T14:09:54.640" v="5" actId="113"/>
        <pc:sldMkLst>
          <pc:docMk/>
          <pc:sldMk cId="1016700305" sldId="385"/>
        </pc:sldMkLst>
        <pc:spChg chg="mod">
          <ac:chgData name="Duce, Patricia" userId="63213659-433f-4003-8b64-f125efbf754c" providerId="ADAL" clId="{BE1C18D8-9B15-4A38-AF00-C936CA41AEF5}" dt="2024-11-05T14:09:54.640" v="5" actId="113"/>
          <ac:spMkLst>
            <pc:docMk/>
            <pc:sldMk cId="1016700305" sldId="385"/>
            <ac:spMk id="3" creationId="{F09896DD-F833-4D06-BCF3-FF66C8A3FAF7}"/>
          </ac:spMkLst>
        </pc:spChg>
      </pc:sldChg>
      <pc:sldChg chg="del">
        <pc:chgData name="Duce, Patricia" userId="63213659-433f-4003-8b64-f125efbf754c" providerId="ADAL" clId="{BE1C18D8-9B15-4A38-AF00-C936CA41AEF5}" dt="2024-11-05T03:00:31.225" v="0" actId="47"/>
        <pc:sldMkLst>
          <pc:docMk/>
          <pc:sldMk cId="162351827" sldId="395"/>
        </pc:sldMkLst>
      </pc:sldChg>
      <pc:sldChg chg="del">
        <pc:chgData name="Duce, Patricia" userId="63213659-433f-4003-8b64-f125efbf754c" providerId="ADAL" clId="{BE1C18D8-9B15-4A38-AF00-C936CA41AEF5}" dt="2024-11-05T14:08:42.236" v="1" actId="47"/>
        <pc:sldMkLst>
          <pc:docMk/>
          <pc:sldMk cId="220011135" sldId="396"/>
        </pc:sldMkLst>
      </pc:sldChg>
    </pc:docChg>
  </pc:docChgLst>
  <pc:docChgLst>
    <pc:chgData name="Duce, Patricia" userId="63213659-433f-4003-8b64-f125efbf754c" providerId="ADAL" clId="{C3791684-AB52-4A80-8BB5-34A2388F9987}"/>
    <pc:docChg chg="custSel delSld modSld">
      <pc:chgData name="Duce, Patricia" userId="63213659-433f-4003-8b64-f125efbf754c" providerId="ADAL" clId="{C3791684-AB52-4A80-8BB5-34A2388F9987}" dt="2021-10-22T13:11:01.543" v="163" actId="47"/>
      <pc:docMkLst>
        <pc:docMk/>
      </pc:docMkLst>
      <pc:sldChg chg="addSp delSp modSp mod">
        <pc:chgData name="Duce, Patricia" userId="63213659-433f-4003-8b64-f125efbf754c" providerId="ADAL" clId="{C3791684-AB52-4A80-8BB5-34A2388F9987}" dt="2021-10-22T12:46:34.808" v="137" actId="113"/>
        <pc:sldMkLst>
          <pc:docMk/>
          <pc:sldMk cId="2339459307" sldId="302"/>
        </pc:sldMkLst>
        <pc:spChg chg="del">
          <ac:chgData name="Duce, Patricia" userId="63213659-433f-4003-8b64-f125efbf754c" providerId="ADAL" clId="{C3791684-AB52-4A80-8BB5-34A2388F9987}" dt="2021-10-22T12:46:16.604" v="134" actId="478"/>
          <ac:spMkLst>
            <pc:docMk/>
            <pc:sldMk cId="2339459307" sldId="302"/>
            <ac:spMk id="2" creationId="{00000000-0000-0000-0000-000000000000}"/>
          </ac:spMkLst>
        </pc:spChg>
        <pc:spChg chg="mod">
          <ac:chgData name="Duce, Patricia" userId="63213659-433f-4003-8b64-f125efbf754c" providerId="ADAL" clId="{C3791684-AB52-4A80-8BB5-34A2388F9987}" dt="2021-10-22T12:46:34.808" v="137" actId="113"/>
          <ac:spMkLst>
            <pc:docMk/>
            <pc:sldMk cId="2339459307" sldId="302"/>
            <ac:spMk id="3" creationId="{00000000-0000-0000-0000-000000000000}"/>
          </ac:spMkLst>
        </pc:spChg>
        <pc:spChg chg="add del mod">
          <ac:chgData name="Duce, Patricia" userId="63213659-433f-4003-8b64-f125efbf754c" providerId="ADAL" clId="{C3791684-AB52-4A80-8BB5-34A2388F9987}" dt="2021-10-22T12:46:19.138" v="135" actId="478"/>
          <ac:spMkLst>
            <pc:docMk/>
            <pc:sldMk cId="2339459307" sldId="302"/>
            <ac:spMk id="6" creationId="{9271D58E-313D-4D34-84F6-7716287C71BE}"/>
          </ac:spMkLst>
        </pc:spChg>
      </pc:sldChg>
      <pc:sldChg chg="addSp delSp modSp mod">
        <pc:chgData name="Duce, Patricia" userId="63213659-433f-4003-8b64-f125efbf754c" providerId="ADAL" clId="{C3791684-AB52-4A80-8BB5-34A2388F9987}" dt="2021-10-22T12:46:43.255" v="139" actId="478"/>
        <pc:sldMkLst>
          <pc:docMk/>
          <pc:sldMk cId="1315105375" sldId="303"/>
        </pc:sldMkLst>
        <pc:spChg chg="del">
          <ac:chgData name="Duce, Patricia" userId="63213659-433f-4003-8b64-f125efbf754c" providerId="ADAL" clId="{C3791684-AB52-4A80-8BB5-34A2388F9987}" dt="2021-10-22T12:46:41.846" v="138" actId="478"/>
          <ac:spMkLst>
            <pc:docMk/>
            <pc:sldMk cId="1315105375" sldId="303"/>
            <ac:spMk id="2" creationId="{00000000-0000-0000-0000-000000000000}"/>
          </ac:spMkLst>
        </pc:spChg>
        <pc:spChg chg="mod">
          <ac:chgData name="Duce, Patricia" userId="63213659-433f-4003-8b64-f125efbf754c" providerId="ADAL" clId="{C3791684-AB52-4A80-8BB5-34A2388F9987}" dt="2021-10-22T12:30:24.322" v="8" actId="207"/>
          <ac:spMkLst>
            <pc:docMk/>
            <pc:sldMk cId="1315105375" sldId="303"/>
            <ac:spMk id="3" creationId="{00000000-0000-0000-0000-000000000000}"/>
          </ac:spMkLst>
        </pc:spChg>
        <pc:spChg chg="add del mod">
          <ac:chgData name="Duce, Patricia" userId="63213659-433f-4003-8b64-f125efbf754c" providerId="ADAL" clId="{C3791684-AB52-4A80-8BB5-34A2388F9987}" dt="2021-10-22T12:46:43.255" v="139" actId="478"/>
          <ac:spMkLst>
            <pc:docMk/>
            <pc:sldMk cId="1315105375" sldId="303"/>
            <ac:spMk id="6" creationId="{518794A9-5A9D-4404-A30C-774AE5AB9174}"/>
          </ac:spMkLst>
        </pc:spChg>
      </pc:sldChg>
      <pc:sldChg chg="del">
        <pc:chgData name="Duce, Patricia" userId="63213659-433f-4003-8b64-f125efbf754c" providerId="ADAL" clId="{C3791684-AB52-4A80-8BB5-34A2388F9987}" dt="2021-10-22T12:33:11.560" v="9" actId="2696"/>
        <pc:sldMkLst>
          <pc:docMk/>
          <pc:sldMk cId="729604175" sldId="305"/>
        </pc:sldMkLst>
      </pc:sldChg>
      <pc:sldChg chg="modSp mod">
        <pc:chgData name="Duce, Patricia" userId="63213659-433f-4003-8b64-f125efbf754c" providerId="ADAL" clId="{C3791684-AB52-4A80-8BB5-34A2388F9987}" dt="2021-10-22T12:48:41.832" v="155" actId="5793"/>
        <pc:sldMkLst>
          <pc:docMk/>
          <pc:sldMk cId="1568004554" sldId="306"/>
        </pc:sldMkLst>
        <pc:spChg chg="mod">
          <ac:chgData name="Duce, Patricia" userId="63213659-433f-4003-8b64-f125efbf754c" providerId="ADAL" clId="{C3791684-AB52-4A80-8BB5-34A2388F9987}" dt="2021-10-22T12:47:57.444" v="148" actId="255"/>
          <ac:spMkLst>
            <pc:docMk/>
            <pc:sldMk cId="1568004554" sldId="306"/>
            <ac:spMk id="368" creationId="{00000000-0000-0000-0000-000000000000}"/>
          </ac:spMkLst>
        </pc:spChg>
        <pc:spChg chg="mod">
          <ac:chgData name="Duce, Patricia" userId="63213659-433f-4003-8b64-f125efbf754c" providerId="ADAL" clId="{C3791684-AB52-4A80-8BB5-34A2388F9987}" dt="2021-10-22T12:48:41.832" v="155" actId="5793"/>
          <ac:spMkLst>
            <pc:docMk/>
            <pc:sldMk cId="1568004554" sldId="306"/>
            <ac:spMk id="369" creationId="{00000000-0000-0000-0000-000000000000}"/>
          </ac:spMkLst>
        </pc:spChg>
      </pc:sldChg>
      <pc:sldChg chg="del">
        <pc:chgData name="Duce, Patricia" userId="63213659-433f-4003-8b64-f125efbf754c" providerId="ADAL" clId="{C3791684-AB52-4A80-8BB5-34A2388F9987}" dt="2021-10-22T12:36:32.269" v="10" actId="47"/>
        <pc:sldMkLst>
          <pc:docMk/>
          <pc:sldMk cId="2763652791" sldId="315"/>
        </pc:sldMkLst>
      </pc:sldChg>
      <pc:sldChg chg="del">
        <pc:chgData name="Duce, Patricia" userId="63213659-433f-4003-8b64-f125efbf754c" providerId="ADAL" clId="{C3791684-AB52-4A80-8BB5-34A2388F9987}" dt="2021-10-22T12:36:58.411" v="11" actId="47"/>
        <pc:sldMkLst>
          <pc:docMk/>
          <pc:sldMk cId="4150568831" sldId="316"/>
        </pc:sldMkLst>
      </pc:sldChg>
      <pc:sldChg chg="addSp delSp modSp mod">
        <pc:chgData name="Duce, Patricia" userId="63213659-433f-4003-8b64-f125efbf754c" providerId="ADAL" clId="{C3791684-AB52-4A80-8BB5-34A2388F9987}" dt="2021-10-22T12:53:22.951" v="157" actId="478"/>
        <pc:sldMkLst>
          <pc:docMk/>
          <pc:sldMk cId="2123784695" sldId="319"/>
        </pc:sldMkLst>
        <pc:spChg chg="del">
          <ac:chgData name="Duce, Patricia" userId="63213659-433f-4003-8b64-f125efbf754c" providerId="ADAL" clId="{C3791684-AB52-4A80-8BB5-34A2388F9987}" dt="2021-10-22T12:53:20.516" v="156" actId="478"/>
          <ac:spMkLst>
            <pc:docMk/>
            <pc:sldMk cId="2123784695" sldId="319"/>
            <ac:spMk id="2" creationId="{00000000-0000-0000-0000-000000000000}"/>
          </ac:spMkLst>
        </pc:spChg>
        <pc:spChg chg="add del mod">
          <ac:chgData name="Duce, Patricia" userId="63213659-433f-4003-8b64-f125efbf754c" providerId="ADAL" clId="{C3791684-AB52-4A80-8BB5-34A2388F9987}" dt="2021-10-22T12:53:22.951" v="157" actId="478"/>
          <ac:spMkLst>
            <pc:docMk/>
            <pc:sldMk cId="2123784695" sldId="319"/>
            <ac:spMk id="6" creationId="{C80527BA-B0B1-4428-8F38-F5CA522F8D78}"/>
          </ac:spMkLst>
        </pc:spChg>
      </pc:sldChg>
      <pc:sldChg chg="addSp delSp modSp mod">
        <pc:chgData name="Duce, Patricia" userId="63213659-433f-4003-8b64-f125efbf754c" providerId="ADAL" clId="{C3791684-AB52-4A80-8BB5-34A2388F9987}" dt="2021-10-22T12:53:42.708" v="159" actId="478"/>
        <pc:sldMkLst>
          <pc:docMk/>
          <pc:sldMk cId="2348850993" sldId="320"/>
        </pc:sldMkLst>
        <pc:spChg chg="del">
          <ac:chgData name="Duce, Patricia" userId="63213659-433f-4003-8b64-f125efbf754c" providerId="ADAL" clId="{C3791684-AB52-4A80-8BB5-34A2388F9987}" dt="2021-10-22T12:53:39.435" v="158" actId="478"/>
          <ac:spMkLst>
            <pc:docMk/>
            <pc:sldMk cId="2348850993" sldId="320"/>
            <ac:spMk id="2" creationId="{00000000-0000-0000-0000-000000000000}"/>
          </ac:spMkLst>
        </pc:spChg>
        <pc:spChg chg="add del mod">
          <ac:chgData name="Duce, Patricia" userId="63213659-433f-4003-8b64-f125efbf754c" providerId="ADAL" clId="{C3791684-AB52-4A80-8BB5-34A2388F9987}" dt="2021-10-22T12:53:42.708" v="159" actId="478"/>
          <ac:spMkLst>
            <pc:docMk/>
            <pc:sldMk cId="2348850993" sldId="320"/>
            <ac:spMk id="6" creationId="{99E5F9AA-A3A4-444A-89CB-287AB562ACB9}"/>
          </ac:spMkLst>
        </pc:spChg>
      </pc:sldChg>
      <pc:sldChg chg="delSp modSp mod">
        <pc:chgData name="Duce, Patricia" userId="63213659-433f-4003-8b64-f125efbf754c" providerId="ADAL" clId="{C3791684-AB52-4A80-8BB5-34A2388F9987}" dt="2021-10-22T13:10:05.872" v="162" actId="20577"/>
        <pc:sldMkLst>
          <pc:docMk/>
          <pc:sldMk cId="2437811943" sldId="333"/>
        </pc:sldMkLst>
        <pc:spChg chg="mod">
          <ac:chgData name="Duce, Patricia" userId="63213659-433f-4003-8b64-f125efbf754c" providerId="ADAL" clId="{C3791684-AB52-4A80-8BB5-34A2388F9987}" dt="2021-10-22T13:10:05.872" v="162" actId="20577"/>
          <ac:spMkLst>
            <pc:docMk/>
            <pc:sldMk cId="2437811943" sldId="333"/>
            <ac:spMk id="5" creationId="{00000000-0000-0000-0000-000000000000}"/>
          </ac:spMkLst>
        </pc:spChg>
        <pc:picChg chg="del">
          <ac:chgData name="Duce, Patricia" userId="63213659-433f-4003-8b64-f125efbf754c" providerId="ADAL" clId="{C3791684-AB52-4A80-8BB5-34A2388F9987}" dt="2021-10-22T13:08:47.278" v="160"/>
          <ac:picMkLst>
            <pc:docMk/>
            <pc:sldMk cId="2437811943" sldId="333"/>
            <ac:picMk id="3" creationId="{8EA9A251-346C-4174-9A60-03F9D706A6D7}"/>
          </ac:picMkLst>
        </pc:picChg>
      </pc:sldChg>
      <pc:sldChg chg="del">
        <pc:chgData name="Duce, Patricia" userId="63213659-433f-4003-8b64-f125efbf754c" providerId="ADAL" clId="{C3791684-AB52-4A80-8BB5-34A2388F9987}" dt="2021-10-22T12:42:21.665" v="12" actId="47"/>
        <pc:sldMkLst>
          <pc:docMk/>
          <pc:sldMk cId="3926959577" sldId="334"/>
        </pc:sldMkLst>
      </pc:sldChg>
      <pc:sldChg chg="del">
        <pc:chgData name="Duce, Patricia" userId="63213659-433f-4003-8b64-f125efbf754c" providerId="ADAL" clId="{C3791684-AB52-4A80-8BB5-34A2388F9987}" dt="2021-10-22T12:42:22.540" v="13" actId="47"/>
        <pc:sldMkLst>
          <pc:docMk/>
          <pc:sldMk cId="3110602650" sldId="335"/>
        </pc:sldMkLst>
      </pc:sldChg>
      <pc:sldChg chg="del">
        <pc:chgData name="Duce, Patricia" userId="63213659-433f-4003-8b64-f125efbf754c" providerId="ADAL" clId="{C3791684-AB52-4A80-8BB5-34A2388F9987}" dt="2021-10-22T12:42:23.212" v="14" actId="47"/>
        <pc:sldMkLst>
          <pc:docMk/>
          <pc:sldMk cId="429305940" sldId="336"/>
        </pc:sldMkLst>
      </pc:sldChg>
      <pc:sldChg chg="del">
        <pc:chgData name="Duce, Patricia" userId="63213659-433f-4003-8b64-f125efbf754c" providerId="ADAL" clId="{C3791684-AB52-4A80-8BB5-34A2388F9987}" dt="2021-10-22T13:11:01.543" v="163" actId="47"/>
        <pc:sldMkLst>
          <pc:docMk/>
          <pc:sldMk cId="1483411712" sldId="350"/>
        </pc:sldMkLst>
      </pc:sldChg>
      <pc:sldChg chg="del">
        <pc:chgData name="Duce, Patricia" userId="63213659-433f-4003-8b64-f125efbf754c" providerId="ADAL" clId="{C3791684-AB52-4A80-8BB5-34A2388F9987}" dt="2021-10-22T13:08:54.529" v="161" actId="47"/>
        <pc:sldMkLst>
          <pc:docMk/>
          <pc:sldMk cId="2790495708" sldId="391"/>
        </pc:sldMkLst>
      </pc:sldChg>
    </pc:docChg>
  </pc:docChgLst>
  <pc:docChgLst>
    <pc:chgData name="Duce, Patricia" userId="63213659-433f-4003-8b64-f125efbf754c" providerId="ADAL" clId="{9CDD4AC2-5DC3-4E13-866B-E8B54F19FDAF}"/>
    <pc:docChg chg="custSel addSld delSld modSld">
      <pc:chgData name="Duce, Patricia" userId="63213659-433f-4003-8b64-f125efbf754c" providerId="ADAL" clId="{9CDD4AC2-5DC3-4E13-866B-E8B54F19FDAF}" dt="2022-10-30T15:08:37.235" v="62" actId="1076"/>
      <pc:docMkLst>
        <pc:docMk/>
      </pc:docMkLst>
      <pc:sldChg chg="modSp mod">
        <pc:chgData name="Duce, Patricia" userId="63213659-433f-4003-8b64-f125efbf754c" providerId="ADAL" clId="{9CDD4AC2-5DC3-4E13-866B-E8B54F19FDAF}" dt="2022-10-22T02:29:25.129" v="34" actId="20577"/>
        <pc:sldMkLst>
          <pc:docMk/>
          <pc:sldMk cId="3339036401" sldId="328"/>
        </pc:sldMkLst>
        <pc:spChg chg="mod">
          <ac:chgData name="Duce, Patricia" userId="63213659-433f-4003-8b64-f125efbf754c" providerId="ADAL" clId="{9CDD4AC2-5DC3-4E13-866B-E8B54F19FDAF}" dt="2022-10-22T02:29:25.129" v="34" actId="20577"/>
          <ac:spMkLst>
            <pc:docMk/>
            <pc:sldMk cId="3339036401" sldId="328"/>
            <ac:spMk id="2" creationId="{00000000-0000-0000-0000-000000000000}"/>
          </ac:spMkLst>
        </pc:spChg>
      </pc:sldChg>
      <pc:sldChg chg="del">
        <pc:chgData name="Duce, Patricia" userId="63213659-433f-4003-8b64-f125efbf754c" providerId="ADAL" clId="{9CDD4AC2-5DC3-4E13-866B-E8B54F19FDAF}" dt="2022-10-22T02:28:04.431" v="1" actId="47"/>
        <pc:sldMkLst>
          <pc:docMk/>
          <pc:sldMk cId="928948882" sldId="329"/>
        </pc:sldMkLst>
      </pc:sldChg>
      <pc:sldChg chg="del">
        <pc:chgData name="Duce, Patricia" userId="63213659-433f-4003-8b64-f125efbf754c" providerId="ADAL" clId="{9CDD4AC2-5DC3-4E13-866B-E8B54F19FDAF}" dt="2022-10-22T02:32:42.832" v="35" actId="47"/>
        <pc:sldMkLst>
          <pc:docMk/>
          <pc:sldMk cId="2078100388" sldId="330"/>
        </pc:sldMkLst>
      </pc:sldChg>
      <pc:sldChg chg="del">
        <pc:chgData name="Duce, Patricia" userId="63213659-433f-4003-8b64-f125efbf754c" providerId="ADAL" clId="{9CDD4AC2-5DC3-4E13-866B-E8B54F19FDAF}" dt="2022-10-22T02:32:44.836" v="36" actId="47"/>
        <pc:sldMkLst>
          <pc:docMk/>
          <pc:sldMk cId="3154302319" sldId="331"/>
        </pc:sldMkLst>
      </pc:sldChg>
      <pc:sldChg chg="del">
        <pc:chgData name="Duce, Patricia" userId="63213659-433f-4003-8b64-f125efbf754c" providerId="ADAL" clId="{9CDD4AC2-5DC3-4E13-866B-E8B54F19FDAF}" dt="2022-10-22T02:32:46.066" v="37" actId="47"/>
        <pc:sldMkLst>
          <pc:docMk/>
          <pc:sldMk cId="3923447368" sldId="332"/>
        </pc:sldMkLst>
      </pc:sldChg>
      <pc:sldChg chg="del">
        <pc:chgData name="Duce, Patricia" userId="63213659-433f-4003-8b64-f125efbf754c" providerId="ADAL" clId="{9CDD4AC2-5DC3-4E13-866B-E8B54F19FDAF}" dt="2022-10-22T02:32:47.746" v="38" actId="47"/>
        <pc:sldMkLst>
          <pc:docMk/>
          <pc:sldMk cId="2437811943" sldId="333"/>
        </pc:sldMkLst>
      </pc:sldChg>
      <pc:sldChg chg="del">
        <pc:chgData name="Duce, Patricia" userId="63213659-433f-4003-8b64-f125efbf754c" providerId="ADAL" clId="{9CDD4AC2-5DC3-4E13-866B-E8B54F19FDAF}" dt="2022-10-22T02:32:48.642" v="39" actId="47"/>
        <pc:sldMkLst>
          <pc:docMk/>
          <pc:sldMk cId="947341423" sldId="354"/>
        </pc:sldMkLst>
      </pc:sldChg>
      <pc:sldChg chg="modSp mod">
        <pc:chgData name="Duce, Patricia" userId="63213659-433f-4003-8b64-f125efbf754c" providerId="ADAL" clId="{9CDD4AC2-5DC3-4E13-866B-E8B54F19FDAF}" dt="2022-10-30T15:08:37.235" v="62" actId="1076"/>
        <pc:sldMkLst>
          <pc:docMk/>
          <pc:sldMk cId="1841531443" sldId="377"/>
        </pc:sldMkLst>
        <pc:spChg chg="mod">
          <ac:chgData name="Duce, Patricia" userId="63213659-433f-4003-8b64-f125efbf754c" providerId="ADAL" clId="{9CDD4AC2-5DC3-4E13-866B-E8B54F19FDAF}" dt="2022-10-30T15:08:37.235" v="62" actId="1076"/>
          <ac:spMkLst>
            <pc:docMk/>
            <pc:sldMk cId="1841531443" sldId="377"/>
            <ac:spMk id="3" creationId="{00000000-0000-0000-0000-000000000000}"/>
          </ac:spMkLst>
        </pc:spChg>
      </pc:sldChg>
      <pc:sldChg chg="del">
        <pc:chgData name="Duce, Patricia" userId="63213659-433f-4003-8b64-f125efbf754c" providerId="ADAL" clId="{9CDD4AC2-5DC3-4E13-866B-E8B54F19FDAF}" dt="2022-10-22T03:33:38.717" v="56" actId="47"/>
        <pc:sldMkLst>
          <pc:docMk/>
          <pc:sldMk cId="943417153" sldId="381"/>
        </pc:sldMkLst>
      </pc:sldChg>
      <pc:sldChg chg="del">
        <pc:chgData name="Duce, Patricia" userId="63213659-433f-4003-8b64-f125efbf754c" providerId="ADAL" clId="{9CDD4AC2-5DC3-4E13-866B-E8B54F19FDAF}" dt="2022-10-22T03:33:40.375" v="57" actId="47"/>
        <pc:sldMkLst>
          <pc:docMk/>
          <pc:sldMk cId="2091224323" sldId="382"/>
        </pc:sldMkLst>
      </pc:sldChg>
      <pc:sldChg chg="del">
        <pc:chgData name="Duce, Patricia" userId="63213659-433f-4003-8b64-f125efbf754c" providerId="ADAL" clId="{9CDD4AC2-5DC3-4E13-866B-E8B54F19FDAF}" dt="2022-10-22T03:33:41.581" v="58" actId="47"/>
        <pc:sldMkLst>
          <pc:docMk/>
          <pc:sldMk cId="1105840114" sldId="383"/>
        </pc:sldMkLst>
      </pc:sldChg>
      <pc:sldChg chg="del">
        <pc:chgData name="Duce, Patricia" userId="63213659-433f-4003-8b64-f125efbf754c" providerId="ADAL" clId="{9CDD4AC2-5DC3-4E13-866B-E8B54F19FDAF}" dt="2022-10-22T03:31:47.644" v="55" actId="47"/>
        <pc:sldMkLst>
          <pc:docMk/>
          <pc:sldMk cId="1456264208" sldId="394"/>
        </pc:sldMkLst>
      </pc:sldChg>
      <pc:sldChg chg="delSp">
        <pc:chgData name="Duce, Patricia" userId="63213659-433f-4003-8b64-f125efbf754c" providerId="ADAL" clId="{9CDD4AC2-5DC3-4E13-866B-E8B54F19FDAF}" dt="2022-10-19T17:21:37.815" v="0"/>
        <pc:sldMkLst>
          <pc:docMk/>
          <pc:sldMk cId="162351827" sldId="395"/>
        </pc:sldMkLst>
        <pc:picChg chg="del">
          <ac:chgData name="Duce, Patricia" userId="63213659-433f-4003-8b64-f125efbf754c" providerId="ADAL" clId="{9CDD4AC2-5DC3-4E13-866B-E8B54F19FDAF}" dt="2022-10-19T17:21:37.815" v="0"/>
          <ac:picMkLst>
            <pc:docMk/>
            <pc:sldMk cId="162351827" sldId="395"/>
            <ac:picMk id="2" creationId="{131C3A31-204E-F239-FF9E-E38388DC69A9}"/>
          </ac:picMkLst>
        </pc:picChg>
      </pc:sldChg>
      <pc:sldChg chg="del">
        <pc:chgData name="Duce, Patricia" userId="63213659-433f-4003-8b64-f125efbf754c" providerId="ADAL" clId="{9CDD4AC2-5DC3-4E13-866B-E8B54F19FDAF}" dt="2022-10-22T03:33:42.826" v="59" actId="47"/>
        <pc:sldMkLst>
          <pc:docMk/>
          <pc:sldMk cId="3739191142" sldId="398"/>
        </pc:sldMkLst>
      </pc:sldChg>
      <pc:sldChg chg="del">
        <pc:chgData name="Duce, Patricia" userId="63213659-433f-4003-8b64-f125efbf754c" providerId="ADAL" clId="{9CDD4AC2-5DC3-4E13-866B-E8B54F19FDAF}" dt="2022-10-22T03:33:43.973" v="60" actId="47"/>
        <pc:sldMkLst>
          <pc:docMk/>
          <pc:sldMk cId="1674563234" sldId="399"/>
        </pc:sldMkLst>
      </pc:sldChg>
      <pc:sldChg chg="addSp delSp modSp new mod">
        <pc:chgData name="Duce, Patricia" userId="63213659-433f-4003-8b64-f125efbf754c" providerId="ADAL" clId="{9CDD4AC2-5DC3-4E13-866B-E8B54F19FDAF}" dt="2022-10-22T03:09:37.106" v="47" actId="14100"/>
        <pc:sldMkLst>
          <pc:docMk/>
          <pc:sldMk cId="1737683147" sldId="400"/>
        </pc:sldMkLst>
        <pc:spChg chg="del">
          <ac:chgData name="Duce, Patricia" userId="63213659-433f-4003-8b64-f125efbf754c" providerId="ADAL" clId="{9CDD4AC2-5DC3-4E13-866B-E8B54F19FDAF}" dt="2022-10-22T03:09:31.147" v="45" actId="478"/>
          <ac:spMkLst>
            <pc:docMk/>
            <pc:sldMk cId="1737683147" sldId="400"/>
            <ac:spMk id="2" creationId="{8EAEB7FA-0DAE-75D9-896F-43F1FF8A8AF3}"/>
          </ac:spMkLst>
        </pc:spChg>
        <pc:spChg chg="del">
          <ac:chgData name="Duce, Patricia" userId="63213659-433f-4003-8b64-f125efbf754c" providerId="ADAL" clId="{9CDD4AC2-5DC3-4E13-866B-E8B54F19FDAF}" dt="2022-10-22T03:09:28.367" v="44" actId="478"/>
          <ac:spMkLst>
            <pc:docMk/>
            <pc:sldMk cId="1737683147" sldId="400"/>
            <ac:spMk id="3" creationId="{C1E69C52-5D47-6387-560E-5F30CD5B0306}"/>
          </ac:spMkLst>
        </pc:spChg>
        <pc:picChg chg="add mod modCrop">
          <ac:chgData name="Duce, Patricia" userId="63213659-433f-4003-8b64-f125efbf754c" providerId="ADAL" clId="{9CDD4AC2-5DC3-4E13-866B-E8B54F19FDAF}" dt="2022-10-22T03:09:37.106" v="47" actId="14100"/>
          <ac:picMkLst>
            <pc:docMk/>
            <pc:sldMk cId="1737683147" sldId="400"/>
            <ac:picMk id="4" creationId="{A3F687B3-29A9-B4C6-4F64-85E76FFCA7AC}"/>
          </ac:picMkLst>
        </pc:picChg>
      </pc:sldChg>
      <pc:sldChg chg="addSp delSp modSp new mod">
        <pc:chgData name="Duce, Patricia" userId="63213659-433f-4003-8b64-f125efbf754c" providerId="ADAL" clId="{9CDD4AC2-5DC3-4E13-866B-E8B54F19FDAF}" dt="2022-10-22T03:12:18.735" v="54" actId="14100"/>
        <pc:sldMkLst>
          <pc:docMk/>
          <pc:sldMk cId="1616529049" sldId="401"/>
        </pc:sldMkLst>
        <pc:spChg chg="del">
          <ac:chgData name="Duce, Patricia" userId="63213659-433f-4003-8b64-f125efbf754c" providerId="ADAL" clId="{9CDD4AC2-5DC3-4E13-866B-E8B54F19FDAF}" dt="2022-10-22T03:12:12.585" v="52" actId="478"/>
          <ac:spMkLst>
            <pc:docMk/>
            <pc:sldMk cId="1616529049" sldId="401"/>
            <ac:spMk id="2" creationId="{60BDB296-29DB-6420-EEA4-D9F361CDB176}"/>
          </ac:spMkLst>
        </pc:spChg>
        <pc:spChg chg="del">
          <ac:chgData name="Duce, Patricia" userId="63213659-433f-4003-8b64-f125efbf754c" providerId="ADAL" clId="{9CDD4AC2-5DC3-4E13-866B-E8B54F19FDAF}" dt="2022-10-22T03:11:49.976" v="49"/>
          <ac:spMkLst>
            <pc:docMk/>
            <pc:sldMk cId="1616529049" sldId="401"/>
            <ac:spMk id="3" creationId="{955523F1-8C82-0E85-D551-3BC1099C4849}"/>
          </ac:spMkLst>
        </pc:spChg>
        <pc:picChg chg="add mod modCrop">
          <ac:chgData name="Duce, Patricia" userId="63213659-433f-4003-8b64-f125efbf754c" providerId="ADAL" clId="{9CDD4AC2-5DC3-4E13-866B-E8B54F19FDAF}" dt="2022-10-22T03:12:18.735" v="54" actId="14100"/>
          <ac:picMkLst>
            <pc:docMk/>
            <pc:sldMk cId="1616529049" sldId="401"/>
            <ac:picMk id="4" creationId="{BF388243-90E4-89CB-16FF-6A351B3E8FB4}"/>
          </ac:picMkLst>
        </pc:picChg>
      </pc:sldChg>
    </pc:docChg>
  </pc:docChgLst>
  <pc:docChgLst>
    <pc:chgData name="Duce, Patricia" userId="63213659-433f-4003-8b64-f125efbf754c" providerId="ADAL" clId="{82F3CF95-009E-4727-BDC8-54ED89ED0649}"/>
    <pc:docChg chg="delSld">
      <pc:chgData name="Duce, Patricia" userId="63213659-433f-4003-8b64-f125efbf754c" providerId="ADAL" clId="{82F3CF95-009E-4727-BDC8-54ED89ED0649}" dt="2023-11-02T20:56:01.785" v="1" actId="47"/>
      <pc:docMkLst>
        <pc:docMk/>
      </pc:docMkLst>
      <pc:sldChg chg="del">
        <pc:chgData name="Duce, Patricia" userId="63213659-433f-4003-8b64-f125efbf754c" providerId="ADAL" clId="{82F3CF95-009E-4727-BDC8-54ED89ED0649}" dt="2023-11-02T20:55:22.748" v="0" actId="47"/>
        <pc:sldMkLst>
          <pc:docMk/>
          <pc:sldMk cId="4089224119" sldId="304"/>
        </pc:sldMkLst>
      </pc:sldChg>
      <pc:sldChg chg="del">
        <pc:chgData name="Duce, Patricia" userId="63213659-433f-4003-8b64-f125efbf754c" providerId="ADAL" clId="{82F3CF95-009E-4727-BDC8-54ED89ED0649}" dt="2023-11-02T20:56:01.785" v="1" actId="47"/>
        <pc:sldMkLst>
          <pc:docMk/>
          <pc:sldMk cId="3118042341" sldId="322"/>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E1AC50D-6EB4-46B5-8D76-74E78BB12AB4}"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53D110-8F99-439B-958D-E39111FF6541}" type="slidenum">
              <a:rPr lang="en-US" smtClean="0"/>
              <a:t>‹#›</a:t>
            </a:fld>
            <a:endParaRPr lang="en-US"/>
          </a:p>
        </p:txBody>
      </p:sp>
    </p:spTree>
    <p:extLst>
      <p:ext uri="{BB962C8B-B14F-4D97-AF65-F5344CB8AC3E}">
        <p14:creationId xmlns:p14="http://schemas.microsoft.com/office/powerpoint/2010/main" val="3298357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1AC50D-6EB4-46B5-8D76-74E78BB12AB4}"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53D110-8F99-439B-958D-E39111FF6541}" type="slidenum">
              <a:rPr lang="en-US" smtClean="0"/>
              <a:t>‹#›</a:t>
            </a:fld>
            <a:endParaRPr lang="en-US"/>
          </a:p>
        </p:txBody>
      </p:sp>
    </p:spTree>
    <p:extLst>
      <p:ext uri="{BB962C8B-B14F-4D97-AF65-F5344CB8AC3E}">
        <p14:creationId xmlns:p14="http://schemas.microsoft.com/office/powerpoint/2010/main" val="1108956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1AC50D-6EB4-46B5-8D76-74E78BB12AB4}"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53D110-8F99-439B-958D-E39111FF6541}" type="slidenum">
              <a:rPr lang="en-US" smtClean="0"/>
              <a:t>‹#›</a:t>
            </a:fld>
            <a:endParaRPr lang="en-US"/>
          </a:p>
        </p:txBody>
      </p:sp>
    </p:spTree>
    <p:extLst>
      <p:ext uri="{BB962C8B-B14F-4D97-AF65-F5344CB8AC3E}">
        <p14:creationId xmlns:p14="http://schemas.microsoft.com/office/powerpoint/2010/main" val="2600950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E1AC50D-6EB4-46B5-8D76-74E78BB12AB4}" type="datetimeFigureOut">
              <a:rPr lang="en-US" smtClean="0"/>
              <a:t>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53D110-8F99-439B-958D-E39111FF6541}" type="slidenum">
              <a:rPr lang="en-US" smtClean="0"/>
              <a:t>‹#›</a:t>
            </a:fld>
            <a:endParaRPr lang="en-US"/>
          </a:p>
        </p:txBody>
      </p:sp>
    </p:spTree>
    <p:extLst>
      <p:ext uri="{BB962C8B-B14F-4D97-AF65-F5344CB8AC3E}">
        <p14:creationId xmlns:p14="http://schemas.microsoft.com/office/powerpoint/2010/main" val="3412577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E1AC50D-6EB4-46B5-8D76-74E78BB12AB4}" type="datetimeFigureOut">
              <a:rPr lang="en-US" smtClean="0"/>
              <a:t>11/5/2024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53D110-8F99-439B-958D-E39111FF6541}" type="slidenum">
              <a:rPr lang="en-US" smtClean="0"/>
              <a:t>‹#›</a:t>
            </a:fld>
            <a:endParaRPr lang="en-US"/>
          </a:p>
        </p:txBody>
      </p:sp>
    </p:spTree>
    <p:extLst>
      <p:ext uri="{BB962C8B-B14F-4D97-AF65-F5344CB8AC3E}">
        <p14:creationId xmlns:p14="http://schemas.microsoft.com/office/powerpoint/2010/main" val="4162902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E1AC50D-6EB4-46B5-8D76-74E78BB12AB4}" type="datetimeFigureOut">
              <a:rPr lang="en-US" smtClean="0"/>
              <a:t>11/5/2024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53D110-8F99-439B-958D-E39111FF6541}" type="slidenum">
              <a:rPr lang="en-US" smtClean="0"/>
              <a:t>‹#›</a:t>
            </a:fld>
            <a:endParaRPr lang="en-US"/>
          </a:p>
        </p:txBody>
      </p:sp>
    </p:spTree>
    <p:extLst>
      <p:ext uri="{BB962C8B-B14F-4D97-AF65-F5344CB8AC3E}">
        <p14:creationId xmlns:p14="http://schemas.microsoft.com/office/powerpoint/2010/main" val="37530259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1AC50D-6EB4-46B5-8D76-74E78BB12AB4}" type="datetimeFigureOut">
              <a:rPr lang="en-US" smtClean="0"/>
              <a:t>11/5/2024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53D110-8F99-439B-958D-E39111FF6541}" type="slidenum">
              <a:rPr lang="en-US" smtClean="0"/>
              <a:t>‹#›</a:t>
            </a:fld>
            <a:endParaRPr lang="en-US"/>
          </a:p>
        </p:txBody>
      </p:sp>
    </p:spTree>
    <p:extLst>
      <p:ext uri="{BB962C8B-B14F-4D97-AF65-F5344CB8AC3E}">
        <p14:creationId xmlns:p14="http://schemas.microsoft.com/office/powerpoint/2010/main" val="2853290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1AC50D-6EB4-46B5-8D76-74E78BB12AB4}" type="datetimeFigureOut">
              <a:rPr lang="en-US" smtClean="0"/>
              <a:t>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53D110-8F99-439B-958D-E39111FF6541}" type="slidenum">
              <a:rPr lang="en-US" smtClean="0"/>
              <a:t>‹#›</a:t>
            </a:fld>
            <a:endParaRPr lang="en-US"/>
          </a:p>
        </p:txBody>
      </p:sp>
    </p:spTree>
    <p:extLst>
      <p:ext uri="{BB962C8B-B14F-4D97-AF65-F5344CB8AC3E}">
        <p14:creationId xmlns:p14="http://schemas.microsoft.com/office/powerpoint/2010/main" val="4161336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1AC50D-6EB4-46B5-8D76-74E78BB12AB4}" type="datetimeFigureOut">
              <a:rPr lang="en-US" smtClean="0"/>
              <a:t>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53D110-8F99-439B-958D-E39111FF6541}" type="slidenum">
              <a:rPr lang="en-US" smtClean="0"/>
              <a:t>‹#›</a:t>
            </a:fld>
            <a:endParaRPr lang="en-US"/>
          </a:p>
        </p:txBody>
      </p:sp>
    </p:spTree>
    <p:extLst>
      <p:ext uri="{BB962C8B-B14F-4D97-AF65-F5344CB8AC3E}">
        <p14:creationId xmlns:p14="http://schemas.microsoft.com/office/powerpoint/2010/main" val="617791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1AC50D-6EB4-46B5-8D76-74E78BB12AB4}"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53D110-8F99-439B-958D-E39111FF6541}" type="slidenum">
              <a:rPr lang="en-US" smtClean="0"/>
              <a:t>‹#›</a:t>
            </a:fld>
            <a:endParaRPr lang="en-US"/>
          </a:p>
        </p:txBody>
      </p:sp>
    </p:spTree>
    <p:extLst>
      <p:ext uri="{BB962C8B-B14F-4D97-AF65-F5344CB8AC3E}">
        <p14:creationId xmlns:p14="http://schemas.microsoft.com/office/powerpoint/2010/main" val="645610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1AC50D-6EB4-46B5-8D76-74E78BB12AB4}"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53D110-8F99-439B-958D-E39111FF6541}" type="slidenum">
              <a:rPr lang="en-US" smtClean="0"/>
              <a:t>‹#›</a:t>
            </a:fld>
            <a:endParaRPr lang="en-US"/>
          </a:p>
        </p:txBody>
      </p:sp>
    </p:spTree>
    <p:extLst>
      <p:ext uri="{BB962C8B-B14F-4D97-AF65-F5344CB8AC3E}">
        <p14:creationId xmlns:p14="http://schemas.microsoft.com/office/powerpoint/2010/main" val="14255728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Shape 56"/>
          <p:cNvSpPr>
            <a:spLocks noGrp="1"/>
          </p:cNvSpPr>
          <p:nvPr>
            <p:ph type="title"/>
          </p:nvPr>
        </p:nvSpPr>
        <p:spPr>
          <a:prstGeom prst="rect">
            <a:avLst/>
          </a:prstGeom>
        </p:spPr>
        <p:txBody>
          <a:bodyPr/>
          <a:lstStyle/>
          <a:p>
            <a:r>
              <a:t>Title Text</a:t>
            </a:r>
          </a:p>
        </p:txBody>
      </p:sp>
      <p:sp>
        <p:nvSpPr>
          <p:cNvPr id="57" name="Shape 57"/>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hape 58"/>
          <p:cNvSpPr>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211679220"/>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1AC50D-6EB4-46B5-8D76-74E78BB12AB4}" type="datetimeFigureOut">
              <a:rPr lang="en-US" smtClean="0"/>
              <a:t>11/5/2024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53D110-8F99-439B-958D-E39111FF6541}" type="slidenum">
              <a:rPr lang="en-US" smtClean="0"/>
              <a:t>‹#›</a:t>
            </a:fld>
            <a:endParaRPr lang="en-US"/>
          </a:p>
        </p:txBody>
      </p:sp>
    </p:spTree>
    <p:extLst>
      <p:ext uri="{BB962C8B-B14F-4D97-AF65-F5344CB8AC3E}">
        <p14:creationId xmlns:p14="http://schemas.microsoft.com/office/powerpoint/2010/main" val="29449900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0"/>
          </p:nvPr>
        </p:nvSpPr>
        <p:spPr>
          <a:xfrm>
            <a:off x="4560849" y="6311900"/>
            <a:ext cx="3510775" cy="365125"/>
          </a:xfrm>
        </p:spPr>
        <p:txBody>
          <a:bodyPr/>
          <a:lstStyle/>
          <a:p>
            <a:r>
              <a:rPr lang="en-US" dirty="0"/>
              <a:t>Software Engineering – 10</a:t>
            </a:r>
            <a:r>
              <a:rPr lang="en-US" baseline="30000" dirty="0"/>
              <a:t>th</a:t>
            </a:r>
            <a:r>
              <a:rPr lang="en-US" dirty="0"/>
              <a:t> edition – Ian </a:t>
            </a:r>
            <a:r>
              <a:rPr lang="en-US" dirty="0" err="1"/>
              <a:t>Sommerville</a:t>
            </a:r>
            <a:endParaRPr lang="en-US" dirty="0"/>
          </a:p>
          <a:p>
            <a:endParaRPr lang="en-US" dirty="0"/>
          </a:p>
        </p:txBody>
      </p:sp>
      <p:sp>
        <p:nvSpPr>
          <p:cNvPr id="3" name="Rectangle 2"/>
          <p:cNvSpPr/>
          <p:nvPr/>
        </p:nvSpPr>
        <p:spPr>
          <a:xfrm>
            <a:off x="1152395" y="1690687"/>
            <a:ext cx="7954027" cy="3416320"/>
          </a:xfrm>
          <a:prstGeom prst="rect">
            <a:avLst/>
          </a:prstGeom>
        </p:spPr>
        <p:txBody>
          <a:bodyPr wrap="square">
            <a:spAutoFit/>
          </a:bodyPr>
          <a:lstStyle/>
          <a:p>
            <a:r>
              <a:rPr lang="en-GB" sz="2400" dirty="0"/>
              <a:t>The four basic process activities:</a:t>
            </a:r>
          </a:p>
          <a:p>
            <a:pPr marL="571500" indent="-571500">
              <a:buFont typeface="Arial" panose="020B0604020202020204" pitchFamily="34" charset="0"/>
              <a:buChar char="•"/>
            </a:pPr>
            <a:r>
              <a:rPr lang="en-GB" sz="2400" dirty="0"/>
              <a:t>Specification</a:t>
            </a:r>
          </a:p>
          <a:p>
            <a:pPr marL="571500" indent="-571500">
              <a:buFont typeface="Arial" panose="020B0604020202020204" pitchFamily="34" charset="0"/>
              <a:buChar char="•"/>
            </a:pPr>
            <a:r>
              <a:rPr lang="en-GB" sz="2400" dirty="0"/>
              <a:t>Development</a:t>
            </a:r>
          </a:p>
          <a:p>
            <a:pPr marL="571500" indent="-571500">
              <a:buFont typeface="Arial" panose="020B0604020202020204" pitchFamily="34" charset="0"/>
              <a:buChar char="•"/>
            </a:pPr>
            <a:r>
              <a:rPr lang="en-GB" sz="2400" dirty="0"/>
              <a:t>Validation</a:t>
            </a:r>
          </a:p>
          <a:p>
            <a:pPr marL="571500" indent="-571500">
              <a:buFont typeface="Arial" panose="020B0604020202020204" pitchFamily="34" charset="0"/>
              <a:buChar char="•"/>
            </a:pPr>
            <a:r>
              <a:rPr lang="en-GB" sz="2400" dirty="0"/>
              <a:t>Evolution</a:t>
            </a:r>
          </a:p>
          <a:p>
            <a:endParaRPr lang="en-GB" sz="2400" dirty="0"/>
          </a:p>
          <a:p>
            <a:r>
              <a:rPr lang="en-GB" sz="2400" dirty="0"/>
              <a:t>are organized differently in different development processes. </a:t>
            </a:r>
          </a:p>
          <a:p>
            <a:endParaRPr lang="en-GB" sz="2400" dirty="0"/>
          </a:p>
          <a:p>
            <a:r>
              <a:rPr lang="en-GB" sz="2400" dirty="0"/>
              <a:t>We are going to take a closer look at </a:t>
            </a:r>
            <a:r>
              <a:rPr lang="en-GB" sz="2400" b="1" dirty="0"/>
              <a:t>specification</a:t>
            </a:r>
          </a:p>
        </p:txBody>
      </p:sp>
    </p:spTree>
    <p:extLst>
      <p:ext uri="{BB962C8B-B14F-4D97-AF65-F5344CB8AC3E}">
        <p14:creationId xmlns:p14="http://schemas.microsoft.com/office/powerpoint/2010/main" val="2339459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0"/>
          </p:nvPr>
        </p:nvSpPr>
        <p:spPr>
          <a:xfrm>
            <a:off x="4560849" y="6311900"/>
            <a:ext cx="3510775" cy="365125"/>
          </a:xfrm>
        </p:spPr>
        <p:txBody>
          <a:bodyPr/>
          <a:lstStyle/>
          <a:p>
            <a:r>
              <a:rPr lang="en-US" dirty="0"/>
              <a:t>Software Engineering – 10</a:t>
            </a:r>
            <a:r>
              <a:rPr lang="en-US" baseline="30000" dirty="0"/>
              <a:t>th</a:t>
            </a:r>
            <a:r>
              <a:rPr lang="en-US" dirty="0"/>
              <a:t> edition – Ian </a:t>
            </a:r>
            <a:r>
              <a:rPr lang="en-US" dirty="0" err="1"/>
              <a:t>Sommerville</a:t>
            </a:r>
            <a:endParaRPr lang="en-US" dirty="0"/>
          </a:p>
          <a:p>
            <a:endParaRPr lang="en-US" dirty="0"/>
          </a:p>
        </p:txBody>
      </p:sp>
      <p:sp>
        <p:nvSpPr>
          <p:cNvPr id="3" name="Rectangle 2"/>
          <p:cNvSpPr/>
          <p:nvPr/>
        </p:nvSpPr>
        <p:spPr>
          <a:xfrm>
            <a:off x="1152395" y="1690687"/>
            <a:ext cx="7954027" cy="3293209"/>
          </a:xfrm>
          <a:prstGeom prst="rect">
            <a:avLst/>
          </a:prstGeom>
        </p:spPr>
        <p:txBody>
          <a:bodyPr wrap="square">
            <a:spAutoFit/>
          </a:bodyPr>
          <a:lstStyle/>
          <a:p>
            <a:r>
              <a:rPr lang="en-US" sz="2800" dirty="0">
                <a:solidFill>
                  <a:srgbClr val="FF0000"/>
                </a:solidFill>
              </a:rPr>
              <a:t>Software Specification</a:t>
            </a:r>
          </a:p>
          <a:p>
            <a:endParaRPr lang="en-US" sz="2800" dirty="0">
              <a:solidFill>
                <a:srgbClr val="FF0000"/>
              </a:solidFill>
            </a:endParaRPr>
          </a:p>
          <a:p>
            <a:r>
              <a:rPr lang="en-US" sz="2800" dirty="0"/>
              <a:t>S</a:t>
            </a:r>
            <a:r>
              <a:rPr lang="en-US" sz="2400" dirty="0"/>
              <a:t>oftware specification or requirements engineering is the process of understanding and defining what services are required from the system and identifying the constraints on the system’s operation and development.  </a:t>
            </a:r>
          </a:p>
          <a:p>
            <a:pPr lvl="1"/>
            <a:endParaRPr lang="en-US" sz="2400" dirty="0"/>
          </a:p>
          <a:p>
            <a:endParaRPr lang="en-US" sz="2800" dirty="0"/>
          </a:p>
        </p:txBody>
      </p:sp>
    </p:spTree>
    <p:extLst>
      <p:ext uri="{BB962C8B-B14F-4D97-AF65-F5344CB8AC3E}">
        <p14:creationId xmlns:p14="http://schemas.microsoft.com/office/powerpoint/2010/main" val="1315105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 name="Shape 368"/>
          <p:cNvSpPr>
            <a:spLocks noGrp="1"/>
          </p:cNvSpPr>
          <p:nvPr>
            <p:ph type="title"/>
          </p:nvPr>
        </p:nvSpPr>
        <p:spPr>
          <a:prstGeom prst="rect">
            <a:avLst/>
          </a:prstGeom>
        </p:spPr>
        <p:txBody>
          <a:bodyPr>
            <a:normAutofit/>
          </a:bodyPr>
          <a:lstStyle>
            <a:lvl1pPr defTabSz="537463">
              <a:defRPr sz="7360"/>
            </a:lvl1pPr>
          </a:lstStyle>
          <a:p>
            <a:r>
              <a:rPr sz="4800" dirty="0"/>
              <a:t>Requirements: The Reality</a:t>
            </a:r>
          </a:p>
        </p:txBody>
      </p:sp>
      <p:sp>
        <p:nvSpPr>
          <p:cNvPr id="369" name="Shape 369"/>
          <p:cNvSpPr>
            <a:spLocks noGrp="1"/>
          </p:cNvSpPr>
          <p:nvPr>
            <p:ph type="body" idx="1"/>
          </p:nvPr>
        </p:nvSpPr>
        <p:spPr>
          <a:prstGeom prst="rect">
            <a:avLst/>
          </a:prstGeom>
        </p:spPr>
        <p:txBody>
          <a:bodyPr>
            <a:normAutofit/>
          </a:bodyPr>
          <a:lstStyle/>
          <a:p>
            <a:pPr marL="0" indent="0" defTabSz="349138">
              <a:spcBef>
                <a:spcPts val="2461"/>
              </a:spcBef>
              <a:buNone/>
              <a:defRPr sz="3230"/>
            </a:pPr>
            <a:r>
              <a:rPr dirty="0"/>
              <a:t>Customers </a:t>
            </a:r>
            <a:r>
              <a:rPr lang="en-US" dirty="0"/>
              <a:t>may </a:t>
            </a:r>
            <a:r>
              <a:rPr dirty="0"/>
              <a:t>not </a:t>
            </a:r>
            <a:r>
              <a:rPr lang="en-US" dirty="0"/>
              <a:t>be </a:t>
            </a:r>
            <a:r>
              <a:rPr dirty="0"/>
              <a:t>capable of describing what they desir</a:t>
            </a:r>
            <a:r>
              <a:rPr lang="en-US" dirty="0"/>
              <a:t>e</a:t>
            </a:r>
          </a:p>
          <a:p>
            <a:pPr marL="0" indent="0" defTabSz="349138">
              <a:spcBef>
                <a:spcPts val="2461"/>
              </a:spcBef>
              <a:buNone/>
              <a:defRPr sz="3230"/>
            </a:pPr>
            <a:r>
              <a:rPr dirty="0"/>
              <a:t>Customers </a:t>
            </a:r>
            <a:r>
              <a:rPr lang="en-US" dirty="0"/>
              <a:t>may</a:t>
            </a:r>
            <a:r>
              <a:rPr dirty="0"/>
              <a:t> not actually know what they want.</a:t>
            </a:r>
            <a:endParaRPr lang="en-US" dirty="0"/>
          </a:p>
          <a:p>
            <a:pPr marL="0" indent="0" defTabSz="349138">
              <a:spcBef>
                <a:spcPts val="2461"/>
              </a:spcBef>
              <a:buNone/>
              <a:defRPr sz="3230"/>
            </a:pPr>
            <a:r>
              <a:rPr dirty="0"/>
              <a:t>Customers tend to be unaware of what design would best fulfill their desired behavior.</a:t>
            </a:r>
            <a:endParaRPr lang="en-US" dirty="0"/>
          </a:p>
          <a:p>
            <a:pPr marL="0" indent="0" defTabSz="349138">
              <a:spcBef>
                <a:spcPts val="2461"/>
              </a:spcBef>
              <a:buNone/>
              <a:defRPr sz="3230"/>
            </a:pPr>
            <a:r>
              <a:rPr lang="en-US" dirty="0"/>
              <a:t>Customers may make unrealistic demands because they don’t know what is and isn’t feasible. </a:t>
            </a:r>
            <a:endParaRPr dirty="0"/>
          </a:p>
        </p:txBody>
      </p:sp>
      <p:sp>
        <p:nvSpPr>
          <p:cNvPr id="370" name="Shape 370"/>
          <p:cNvSpPr>
            <a:spLocks noGrp="1"/>
          </p:cNvSpPr>
          <p:nvPr>
            <p:ph type="sldNum" sz="quarter" idx="2"/>
          </p:nvPr>
        </p:nvSpPr>
        <p:spPr>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rPr/>
              <a:t>3</a:t>
            </a:fld>
            <a:endParaRPr/>
          </a:p>
        </p:txBody>
      </p:sp>
    </p:spTree>
    <p:extLst>
      <p:ext uri="{BB962C8B-B14F-4D97-AF65-F5344CB8AC3E}">
        <p14:creationId xmlns:p14="http://schemas.microsoft.com/office/powerpoint/2010/main" val="1568004554"/>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requirement?</a:t>
            </a:r>
          </a:p>
        </p:txBody>
      </p:sp>
      <p:sp>
        <p:nvSpPr>
          <p:cNvPr id="4" name="Footer Placeholder 4"/>
          <p:cNvSpPr>
            <a:spLocks noGrp="1"/>
          </p:cNvSpPr>
          <p:nvPr>
            <p:ph type="ftr" sz="quarter" idx="10"/>
          </p:nvPr>
        </p:nvSpPr>
        <p:spPr>
          <a:xfrm>
            <a:off x="4560849" y="6311900"/>
            <a:ext cx="3510775" cy="365125"/>
          </a:xfrm>
        </p:spPr>
        <p:txBody>
          <a:bodyPr/>
          <a:lstStyle/>
          <a:p>
            <a:r>
              <a:rPr lang="en-US" dirty="0"/>
              <a:t>Software Engineering – 10</a:t>
            </a:r>
            <a:r>
              <a:rPr lang="en-US" baseline="30000" dirty="0"/>
              <a:t>th</a:t>
            </a:r>
            <a:r>
              <a:rPr lang="en-US" dirty="0"/>
              <a:t> edition – Ian </a:t>
            </a:r>
            <a:r>
              <a:rPr lang="en-US" dirty="0" err="1"/>
              <a:t>Sommerville</a:t>
            </a:r>
            <a:endParaRPr lang="en-US" dirty="0"/>
          </a:p>
          <a:p>
            <a:endParaRPr lang="en-US" dirty="0"/>
          </a:p>
        </p:txBody>
      </p:sp>
      <p:sp>
        <p:nvSpPr>
          <p:cNvPr id="3" name="Rectangle 2"/>
          <p:cNvSpPr/>
          <p:nvPr/>
        </p:nvSpPr>
        <p:spPr>
          <a:xfrm>
            <a:off x="1377526" y="2040247"/>
            <a:ext cx="9436947" cy="1815882"/>
          </a:xfrm>
          <a:prstGeom prst="rect">
            <a:avLst/>
          </a:prstGeom>
        </p:spPr>
        <p:txBody>
          <a:bodyPr wrap="square">
            <a:spAutoFit/>
          </a:bodyPr>
          <a:lstStyle/>
          <a:p>
            <a:r>
              <a:rPr lang="en-GB" sz="2800" dirty="0">
                <a:solidFill>
                  <a:srgbClr val="FF0000"/>
                </a:solidFill>
              </a:rPr>
              <a:t>It may range from a high-level, abstract statement of a service that a system should provide or a constraint on a system to a detailed, formal definition of a system function.</a:t>
            </a:r>
          </a:p>
          <a:p>
            <a:endParaRPr lang="en-GB" sz="2800" dirty="0"/>
          </a:p>
        </p:txBody>
      </p:sp>
    </p:spTree>
    <p:extLst>
      <p:ext uri="{BB962C8B-B14F-4D97-AF65-F5344CB8AC3E}">
        <p14:creationId xmlns:p14="http://schemas.microsoft.com/office/powerpoint/2010/main" val="557085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requirements</a:t>
            </a:r>
          </a:p>
        </p:txBody>
      </p:sp>
      <p:sp>
        <p:nvSpPr>
          <p:cNvPr id="4" name="Footer Placeholder 4"/>
          <p:cNvSpPr>
            <a:spLocks noGrp="1"/>
          </p:cNvSpPr>
          <p:nvPr>
            <p:ph type="ftr" sz="quarter" idx="10"/>
          </p:nvPr>
        </p:nvSpPr>
        <p:spPr>
          <a:xfrm>
            <a:off x="4560849" y="6311900"/>
            <a:ext cx="3510775" cy="365125"/>
          </a:xfrm>
        </p:spPr>
        <p:txBody>
          <a:bodyPr/>
          <a:lstStyle/>
          <a:p>
            <a:r>
              <a:rPr lang="en-US" dirty="0"/>
              <a:t>Software Engineering – 10</a:t>
            </a:r>
            <a:r>
              <a:rPr lang="en-US" baseline="30000" dirty="0"/>
              <a:t>th</a:t>
            </a:r>
            <a:r>
              <a:rPr lang="en-US" dirty="0"/>
              <a:t> edition – Ian </a:t>
            </a:r>
            <a:r>
              <a:rPr lang="en-US" dirty="0" err="1"/>
              <a:t>Sommerville</a:t>
            </a:r>
            <a:endParaRPr lang="en-US" dirty="0"/>
          </a:p>
          <a:p>
            <a:endParaRPr lang="en-US" dirty="0"/>
          </a:p>
        </p:txBody>
      </p:sp>
      <p:sp>
        <p:nvSpPr>
          <p:cNvPr id="3" name="Rectangle 2"/>
          <p:cNvSpPr/>
          <p:nvPr/>
        </p:nvSpPr>
        <p:spPr>
          <a:xfrm>
            <a:off x="1093401" y="1418253"/>
            <a:ext cx="9436947" cy="4154984"/>
          </a:xfrm>
          <a:prstGeom prst="rect">
            <a:avLst/>
          </a:prstGeom>
        </p:spPr>
        <p:txBody>
          <a:bodyPr wrap="square">
            <a:spAutoFit/>
          </a:bodyPr>
          <a:lstStyle/>
          <a:p>
            <a:r>
              <a:rPr lang="en-GB" sz="2400" b="1" dirty="0">
                <a:solidFill>
                  <a:srgbClr val="FF0000"/>
                </a:solidFill>
              </a:rPr>
              <a:t>User requirements</a:t>
            </a:r>
          </a:p>
          <a:p>
            <a:pPr lvl="1"/>
            <a:r>
              <a:rPr lang="en-GB" sz="2400" dirty="0"/>
              <a:t>Statements in natural language plus diagrams of the services the system provides and its operational constraints. Written for customers.</a:t>
            </a:r>
          </a:p>
          <a:p>
            <a:pPr lvl="1"/>
            <a:endParaRPr lang="en-GB" sz="2400" dirty="0"/>
          </a:p>
          <a:p>
            <a:r>
              <a:rPr lang="en-GB" sz="2400" b="1" dirty="0">
                <a:solidFill>
                  <a:srgbClr val="FF0000"/>
                </a:solidFill>
              </a:rPr>
              <a:t>System requirements</a:t>
            </a:r>
          </a:p>
          <a:p>
            <a:pPr lvl="1"/>
            <a:r>
              <a:rPr lang="en-GB" sz="2400" dirty="0"/>
              <a:t>A structured document setting out detailed descriptions of the system’s functions, services and operational constraints. </a:t>
            </a:r>
          </a:p>
          <a:p>
            <a:pPr lvl="1"/>
            <a:endParaRPr lang="en-GB" sz="2400" dirty="0"/>
          </a:p>
          <a:p>
            <a:r>
              <a:rPr lang="en-GB" sz="2400" dirty="0">
                <a:solidFill>
                  <a:srgbClr val="FF0000"/>
                </a:solidFill>
              </a:rPr>
              <a:t>Different kinds of requirements are needed to communicate information about a system to different types of readers.  A user requirement is quite general, the system requirements provide more specific information. </a:t>
            </a:r>
          </a:p>
        </p:txBody>
      </p:sp>
    </p:spTree>
    <p:extLst>
      <p:ext uri="{BB962C8B-B14F-4D97-AF65-F5344CB8AC3E}">
        <p14:creationId xmlns:p14="http://schemas.microsoft.com/office/powerpoint/2010/main" val="4058574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40535"/>
            <a:ext cx="10515600" cy="1325563"/>
          </a:xfrm>
        </p:spPr>
        <p:txBody>
          <a:bodyPr>
            <a:normAutofit/>
          </a:bodyPr>
          <a:lstStyle/>
          <a:p>
            <a:r>
              <a:rPr lang="en-US" sz="3600" b="1" dirty="0"/>
              <a:t>User and system requirements (example with a patient information system for mental health care).</a:t>
            </a:r>
          </a:p>
        </p:txBody>
      </p:sp>
      <p:sp>
        <p:nvSpPr>
          <p:cNvPr id="4" name="Footer Placeholder 4"/>
          <p:cNvSpPr>
            <a:spLocks noGrp="1"/>
          </p:cNvSpPr>
          <p:nvPr>
            <p:ph type="ftr" sz="quarter" idx="10"/>
          </p:nvPr>
        </p:nvSpPr>
        <p:spPr>
          <a:xfrm>
            <a:off x="4560849" y="6311900"/>
            <a:ext cx="3510775" cy="365125"/>
          </a:xfrm>
        </p:spPr>
        <p:txBody>
          <a:bodyPr/>
          <a:lstStyle/>
          <a:p>
            <a:r>
              <a:rPr lang="en-US" dirty="0"/>
              <a:t>Software Engineering – 10</a:t>
            </a:r>
            <a:r>
              <a:rPr lang="en-US" baseline="30000" dirty="0"/>
              <a:t>th</a:t>
            </a:r>
            <a:r>
              <a:rPr lang="en-US" dirty="0"/>
              <a:t> edition – Ian </a:t>
            </a:r>
            <a:r>
              <a:rPr lang="en-US" dirty="0" err="1"/>
              <a:t>Sommerville</a:t>
            </a:r>
            <a:endParaRPr lang="en-US" dirty="0"/>
          </a:p>
          <a:p>
            <a:endParaRPr lang="en-US" dirty="0"/>
          </a:p>
        </p:txBody>
      </p:sp>
      <p:pic>
        <p:nvPicPr>
          <p:cNvPr id="5" name="Picture 4" descr="4.1 UserSysReq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4896" y="1234803"/>
            <a:ext cx="6262207" cy="4830845"/>
          </a:xfrm>
          <a:prstGeom prst="rect">
            <a:avLst/>
          </a:prstGeom>
        </p:spPr>
      </p:pic>
    </p:spTree>
    <p:extLst>
      <p:ext uri="{BB962C8B-B14F-4D97-AF65-F5344CB8AC3E}">
        <p14:creationId xmlns:p14="http://schemas.microsoft.com/office/powerpoint/2010/main" val="3629238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0"/>
          </p:nvPr>
        </p:nvSpPr>
        <p:spPr>
          <a:xfrm>
            <a:off x="4560849" y="6311900"/>
            <a:ext cx="3510775" cy="365125"/>
          </a:xfrm>
        </p:spPr>
        <p:txBody>
          <a:bodyPr/>
          <a:lstStyle/>
          <a:p>
            <a:r>
              <a:rPr lang="en-US" dirty="0"/>
              <a:t>Software Engineering – 10</a:t>
            </a:r>
            <a:r>
              <a:rPr lang="en-US" baseline="30000" dirty="0"/>
              <a:t>th</a:t>
            </a:r>
            <a:r>
              <a:rPr lang="en-US" dirty="0"/>
              <a:t> edition – Ian </a:t>
            </a:r>
            <a:r>
              <a:rPr lang="en-US" dirty="0" err="1"/>
              <a:t>Sommerville</a:t>
            </a:r>
            <a:endParaRPr lang="en-US" dirty="0"/>
          </a:p>
          <a:p>
            <a:endParaRPr lang="en-US" dirty="0"/>
          </a:p>
        </p:txBody>
      </p:sp>
      <p:sp>
        <p:nvSpPr>
          <p:cNvPr id="3" name="Rectangle 2"/>
          <p:cNvSpPr/>
          <p:nvPr/>
        </p:nvSpPr>
        <p:spPr>
          <a:xfrm>
            <a:off x="1137646" y="1937008"/>
            <a:ext cx="9436947" cy="757130"/>
          </a:xfrm>
          <a:prstGeom prst="rect">
            <a:avLst/>
          </a:prstGeom>
        </p:spPr>
        <p:txBody>
          <a:bodyPr wrap="square">
            <a:spAutoFit/>
          </a:bodyPr>
          <a:lstStyle/>
          <a:p>
            <a:pPr>
              <a:lnSpc>
                <a:spcPct val="90000"/>
              </a:lnSpc>
            </a:pPr>
            <a:r>
              <a:rPr lang="en-GB" sz="2400" dirty="0"/>
              <a:t>Software system requirements are often classified as functional or non-functional requirements</a:t>
            </a:r>
          </a:p>
        </p:txBody>
      </p:sp>
    </p:spTree>
    <p:extLst>
      <p:ext uri="{BB962C8B-B14F-4D97-AF65-F5344CB8AC3E}">
        <p14:creationId xmlns:p14="http://schemas.microsoft.com/office/powerpoint/2010/main" val="2123784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0"/>
          </p:nvPr>
        </p:nvSpPr>
        <p:spPr>
          <a:xfrm>
            <a:off x="4560849" y="6311900"/>
            <a:ext cx="3510775" cy="365125"/>
          </a:xfrm>
        </p:spPr>
        <p:txBody>
          <a:bodyPr/>
          <a:lstStyle/>
          <a:p>
            <a:r>
              <a:rPr lang="en-US" dirty="0"/>
              <a:t>Software Engineering – 10</a:t>
            </a:r>
            <a:r>
              <a:rPr lang="en-US" baseline="30000" dirty="0"/>
              <a:t>th</a:t>
            </a:r>
            <a:r>
              <a:rPr lang="en-US" dirty="0"/>
              <a:t> edition – Ian </a:t>
            </a:r>
            <a:r>
              <a:rPr lang="en-US" dirty="0" err="1"/>
              <a:t>Sommerville</a:t>
            </a:r>
            <a:endParaRPr lang="en-US" dirty="0"/>
          </a:p>
          <a:p>
            <a:endParaRPr lang="en-US" dirty="0"/>
          </a:p>
        </p:txBody>
      </p:sp>
      <p:sp>
        <p:nvSpPr>
          <p:cNvPr id="3" name="Rectangle 2"/>
          <p:cNvSpPr/>
          <p:nvPr/>
        </p:nvSpPr>
        <p:spPr>
          <a:xfrm>
            <a:off x="1137646" y="1448277"/>
            <a:ext cx="9436947" cy="4081117"/>
          </a:xfrm>
          <a:prstGeom prst="rect">
            <a:avLst/>
          </a:prstGeom>
        </p:spPr>
        <p:txBody>
          <a:bodyPr wrap="square">
            <a:spAutoFit/>
          </a:bodyPr>
          <a:lstStyle/>
          <a:p>
            <a:pPr>
              <a:lnSpc>
                <a:spcPct val="90000"/>
              </a:lnSpc>
            </a:pPr>
            <a:r>
              <a:rPr lang="en-GB" sz="2400" b="1" dirty="0">
                <a:solidFill>
                  <a:srgbClr val="FF0000"/>
                </a:solidFill>
              </a:rPr>
              <a:t>Functional requirements</a:t>
            </a:r>
          </a:p>
          <a:p>
            <a:pPr marL="800100" lvl="1" indent="-342900">
              <a:lnSpc>
                <a:spcPct val="90000"/>
              </a:lnSpc>
              <a:buFont typeface="Arial" panose="020B0604020202020204" pitchFamily="34" charset="0"/>
              <a:buChar char="•"/>
            </a:pPr>
            <a:r>
              <a:rPr lang="en-GB" sz="2400" dirty="0"/>
              <a:t>Statements of services the system should provide, how the system should react to particular inputs and how the system should behave in particular situations.  </a:t>
            </a:r>
            <a:r>
              <a:rPr lang="en-GB" sz="2400" b="1" dirty="0"/>
              <a:t>What the system should do. </a:t>
            </a:r>
          </a:p>
          <a:p>
            <a:pPr marL="800100" lvl="1" indent="-342900">
              <a:lnSpc>
                <a:spcPct val="90000"/>
              </a:lnSpc>
              <a:buFont typeface="Arial" panose="020B0604020202020204" pitchFamily="34" charset="0"/>
              <a:buChar char="•"/>
            </a:pPr>
            <a:r>
              <a:rPr lang="en-GB" sz="2400" dirty="0"/>
              <a:t>May state what the system should not do.</a:t>
            </a:r>
          </a:p>
          <a:p>
            <a:pPr lvl="1">
              <a:lnSpc>
                <a:spcPct val="90000"/>
              </a:lnSpc>
            </a:pPr>
            <a:endParaRPr lang="en-GB" sz="2400" dirty="0"/>
          </a:p>
          <a:p>
            <a:pPr>
              <a:lnSpc>
                <a:spcPct val="90000"/>
              </a:lnSpc>
            </a:pPr>
            <a:r>
              <a:rPr lang="en-GB" sz="2400" b="1" dirty="0">
                <a:solidFill>
                  <a:srgbClr val="FF0000"/>
                </a:solidFill>
              </a:rPr>
              <a:t>Non-functional requirements</a:t>
            </a:r>
          </a:p>
          <a:p>
            <a:pPr marL="742950" lvl="1" indent="-285750">
              <a:lnSpc>
                <a:spcPct val="90000"/>
              </a:lnSpc>
              <a:buFont typeface="Arial" panose="020B0604020202020204" pitchFamily="34" charset="0"/>
              <a:buChar char="•"/>
            </a:pPr>
            <a:r>
              <a:rPr lang="en-GB" sz="2400" dirty="0"/>
              <a:t>Constraints on the services or functions offered by the system such as timing constraints, constraints on the development process, standards, etc.</a:t>
            </a:r>
          </a:p>
          <a:p>
            <a:pPr marL="742950" lvl="1" indent="-285750">
              <a:lnSpc>
                <a:spcPct val="90000"/>
              </a:lnSpc>
              <a:buFont typeface="Arial" panose="020B0604020202020204" pitchFamily="34" charset="0"/>
              <a:buChar char="•"/>
            </a:pPr>
            <a:r>
              <a:rPr lang="en-GB" sz="2400" dirty="0"/>
              <a:t>Not directly concerned with the specific services delivered by the system to its users</a:t>
            </a:r>
          </a:p>
        </p:txBody>
      </p:sp>
    </p:spTree>
    <p:extLst>
      <p:ext uri="{BB962C8B-B14F-4D97-AF65-F5344CB8AC3E}">
        <p14:creationId xmlns:p14="http://schemas.microsoft.com/office/powerpoint/2010/main" val="2348850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Non-functional classifications</a:t>
            </a:r>
          </a:p>
        </p:txBody>
      </p:sp>
      <p:sp>
        <p:nvSpPr>
          <p:cNvPr id="4" name="Footer Placeholder 4"/>
          <p:cNvSpPr>
            <a:spLocks noGrp="1"/>
          </p:cNvSpPr>
          <p:nvPr>
            <p:ph type="ftr" sz="quarter" idx="10"/>
          </p:nvPr>
        </p:nvSpPr>
        <p:spPr>
          <a:xfrm>
            <a:off x="4560849" y="6311900"/>
            <a:ext cx="3510775" cy="365125"/>
          </a:xfrm>
        </p:spPr>
        <p:txBody>
          <a:bodyPr/>
          <a:lstStyle/>
          <a:p>
            <a:r>
              <a:rPr lang="en-US" dirty="0"/>
              <a:t>Software Engineering – 10</a:t>
            </a:r>
            <a:r>
              <a:rPr lang="en-US" baseline="30000" dirty="0"/>
              <a:t>th</a:t>
            </a:r>
            <a:r>
              <a:rPr lang="en-US" dirty="0"/>
              <a:t> edition – Ian </a:t>
            </a:r>
            <a:r>
              <a:rPr lang="en-US" dirty="0" err="1"/>
              <a:t>Sommerville</a:t>
            </a:r>
            <a:endParaRPr lang="en-US" dirty="0"/>
          </a:p>
          <a:p>
            <a:endParaRPr lang="en-US" dirty="0"/>
          </a:p>
        </p:txBody>
      </p:sp>
      <p:sp>
        <p:nvSpPr>
          <p:cNvPr id="3" name="Rectangle 2"/>
          <p:cNvSpPr/>
          <p:nvPr/>
        </p:nvSpPr>
        <p:spPr>
          <a:xfrm>
            <a:off x="1090349" y="1690688"/>
            <a:ext cx="9436947" cy="4278094"/>
          </a:xfrm>
          <a:prstGeom prst="rect">
            <a:avLst/>
          </a:prstGeom>
        </p:spPr>
        <p:txBody>
          <a:bodyPr wrap="square">
            <a:spAutoFit/>
          </a:bodyPr>
          <a:lstStyle/>
          <a:p>
            <a:r>
              <a:rPr lang="en-GB" sz="2400" b="1" dirty="0">
                <a:solidFill>
                  <a:srgbClr val="FF0000"/>
                </a:solidFill>
              </a:rPr>
              <a:t>Product requirements</a:t>
            </a:r>
          </a:p>
          <a:p>
            <a:pPr lvl="1"/>
            <a:r>
              <a:rPr lang="en-GB" sz="2000" dirty="0"/>
              <a:t>Requirements which specify that the delivered product must behave in a particular way e.g. execution speed, reliability, etc.</a:t>
            </a:r>
          </a:p>
          <a:p>
            <a:r>
              <a:rPr lang="en-GB" sz="2400" b="1" dirty="0">
                <a:solidFill>
                  <a:srgbClr val="FF0000"/>
                </a:solidFill>
              </a:rPr>
              <a:t>Organizational requirements</a:t>
            </a:r>
          </a:p>
          <a:p>
            <a:pPr lvl="1"/>
            <a:r>
              <a:rPr lang="en-GB" sz="2000" dirty="0"/>
              <a:t>Requirements which are a consequence of organizational policies and procedures in customer’s and developer’s organization, e.g. how a user authenticates themselves to the system or e.g. development process requirement that specifies programming language; the development environment;</a:t>
            </a:r>
          </a:p>
          <a:p>
            <a:r>
              <a:rPr lang="en-GB" sz="2400" b="1" dirty="0">
                <a:solidFill>
                  <a:srgbClr val="FF0000"/>
                </a:solidFill>
              </a:rPr>
              <a:t>External requirements</a:t>
            </a:r>
          </a:p>
          <a:p>
            <a:pPr lvl="1"/>
            <a:r>
              <a:rPr lang="en-GB" sz="2000" dirty="0"/>
              <a:t>Requirements which arise from factors which are external to the system and its development process e.g. regulatory requirements that set out what must be done for the system to be approved by a regulator, legislative requirements to ensure that the system operates within the law such as conforming to a privacy standard</a:t>
            </a:r>
            <a:endParaRPr lang="en-GB" sz="2400" dirty="0"/>
          </a:p>
        </p:txBody>
      </p:sp>
    </p:spTree>
    <p:extLst>
      <p:ext uri="{BB962C8B-B14F-4D97-AF65-F5344CB8AC3E}">
        <p14:creationId xmlns:p14="http://schemas.microsoft.com/office/powerpoint/2010/main" val="42146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r>
              <a:rPr lang="en-US" dirty="0" err="1"/>
              <a:t>Mentcare</a:t>
            </a:r>
            <a:r>
              <a:rPr lang="en-US" dirty="0"/>
              <a:t> system</a:t>
            </a:r>
          </a:p>
        </p:txBody>
      </p:sp>
      <p:sp>
        <p:nvSpPr>
          <p:cNvPr id="3" name="Content Placeholder 2"/>
          <p:cNvSpPr>
            <a:spLocks noGrp="1"/>
          </p:cNvSpPr>
          <p:nvPr>
            <p:ph idx="1"/>
          </p:nvPr>
        </p:nvSpPr>
        <p:spPr/>
        <p:txBody>
          <a:bodyPr/>
          <a:lstStyle/>
          <a:p>
            <a:pPr marL="0" indent="0">
              <a:buNone/>
            </a:pPr>
            <a:r>
              <a:rPr lang="en-US" dirty="0"/>
              <a:t>A medical information system that maintains information about patients suffering from mental health problems and the treatments that they have received.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045726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possible non-functional requirements for the </a:t>
            </a:r>
            <a:r>
              <a:rPr lang="en-US" dirty="0" err="1"/>
              <a:t>Mentcare</a:t>
            </a:r>
            <a:r>
              <a:rPr lang="en-US" dirty="0"/>
              <a:t> system</a:t>
            </a:r>
          </a:p>
        </p:txBody>
      </p:sp>
      <p:sp>
        <p:nvSpPr>
          <p:cNvPr id="3" name="Content Placeholder 2"/>
          <p:cNvSpPr>
            <a:spLocks noGrp="1"/>
          </p:cNvSpPr>
          <p:nvPr>
            <p:ph idx="1"/>
          </p:nvPr>
        </p:nvSpPr>
        <p:spPr/>
        <p:txBody>
          <a:bodyPr/>
          <a:lstStyle/>
          <a:p>
            <a:pPr marL="0" indent="0">
              <a:buNone/>
            </a:pPr>
            <a:r>
              <a:rPr lang="en-US" b="1" dirty="0"/>
              <a:t>Product Requirement:  </a:t>
            </a:r>
            <a:r>
              <a:rPr lang="en-US" dirty="0"/>
              <a:t>The </a:t>
            </a:r>
            <a:r>
              <a:rPr lang="en-US" dirty="0" err="1"/>
              <a:t>Mentcare</a:t>
            </a:r>
            <a:r>
              <a:rPr lang="en-US" dirty="0"/>
              <a:t> system shall be available to all clinics during normal  working hours (Mon -  Fri, 8:30-5:30).  Downtime within normal working hours shall not exceed 5 seconds in any one day.</a:t>
            </a:r>
          </a:p>
          <a:p>
            <a:pPr marL="0" indent="0">
              <a:buNone/>
            </a:pPr>
            <a:endParaRPr lang="en-US" dirty="0"/>
          </a:p>
          <a:p>
            <a:pPr marL="0" indent="0">
              <a:buNone/>
            </a:pPr>
            <a:r>
              <a:rPr lang="en-US" dirty="0"/>
              <a:t>This is an availability requirement that defines when the system has to be available and the allowed downtime each day.  It says nothing about the functionality of the </a:t>
            </a:r>
            <a:r>
              <a:rPr lang="en-US" dirty="0" err="1"/>
              <a:t>Mentcare</a:t>
            </a:r>
            <a:r>
              <a:rPr lang="en-US" dirty="0"/>
              <a:t> system and clearly identifies a constraint that has to be considered by the system designers. </a:t>
            </a:r>
          </a:p>
        </p:txBody>
      </p:sp>
    </p:spTree>
    <p:extLst>
      <p:ext uri="{BB962C8B-B14F-4D97-AF65-F5344CB8AC3E}">
        <p14:creationId xmlns:p14="http://schemas.microsoft.com/office/powerpoint/2010/main" val="40405342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possible non-functional requirements for the </a:t>
            </a:r>
            <a:r>
              <a:rPr lang="en-US" dirty="0" err="1"/>
              <a:t>Mentcare</a:t>
            </a:r>
            <a:r>
              <a:rPr lang="en-US" dirty="0"/>
              <a:t> system</a:t>
            </a:r>
          </a:p>
        </p:txBody>
      </p:sp>
      <p:sp>
        <p:nvSpPr>
          <p:cNvPr id="3" name="Content Placeholder 2"/>
          <p:cNvSpPr>
            <a:spLocks noGrp="1"/>
          </p:cNvSpPr>
          <p:nvPr>
            <p:ph idx="1"/>
          </p:nvPr>
        </p:nvSpPr>
        <p:spPr/>
        <p:txBody>
          <a:bodyPr/>
          <a:lstStyle/>
          <a:p>
            <a:pPr marL="0" indent="0">
              <a:buNone/>
            </a:pPr>
            <a:r>
              <a:rPr lang="en-US" b="1" dirty="0"/>
              <a:t>Organizational Requirement:  </a:t>
            </a:r>
            <a:r>
              <a:rPr lang="en-US" dirty="0"/>
              <a:t>Users of the </a:t>
            </a:r>
            <a:r>
              <a:rPr lang="en-US" dirty="0" err="1"/>
              <a:t>Mentcare</a:t>
            </a:r>
            <a:r>
              <a:rPr lang="en-US" dirty="0"/>
              <a:t> system shall identify themselves using their health authority identity card.</a:t>
            </a:r>
          </a:p>
          <a:p>
            <a:pPr marL="0" indent="0">
              <a:buNone/>
            </a:pPr>
            <a:endParaRPr lang="en-US" dirty="0"/>
          </a:p>
          <a:p>
            <a:pPr marL="0" indent="0">
              <a:buNone/>
            </a:pPr>
            <a:r>
              <a:rPr lang="en-US" dirty="0"/>
              <a:t>There is a standard procedure for all software where, instead of users having a login name, they swipe their identity card through a reader to identify themselves.   </a:t>
            </a:r>
          </a:p>
        </p:txBody>
      </p:sp>
    </p:spTree>
    <p:extLst>
      <p:ext uri="{BB962C8B-B14F-4D97-AF65-F5344CB8AC3E}">
        <p14:creationId xmlns:p14="http://schemas.microsoft.com/office/powerpoint/2010/main" val="27001054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possible non-functional requirements for the </a:t>
            </a:r>
            <a:r>
              <a:rPr lang="en-US" dirty="0" err="1"/>
              <a:t>Mentcare</a:t>
            </a:r>
            <a:r>
              <a:rPr lang="en-US" dirty="0"/>
              <a:t> system</a:t>
            </a:r>
          </a:p>
        </p:txBody>
      </p:sp>
      <p:sp>
        <p:nvSpPr>
          <p:cNvPr id="3" name="Content Placeholder 2"/>
          <p:cNvSpPr>
            <a:spLocks noGrp="1"/>
          </p:cNvSpPr>
          <p:nvPr>
            <p:ph idx="1"/>
          </p:nvPr>
        </p:nvSpPr>
        <p:spPr/>
        <p:txBody>
          <a:bodyPr/>
          <a:lstStyle/>
          <a:p>
            <a:pPr marL="0" indent="0">
              <a:buNone/>
            </a:pPr>
            <a:r>
              <a:rPr lang="en-US" b="1" dirty="0"/>
              <a:t>External Requirement:  </a:t>
            </a:r>
            <a:r>
              <a:rPr lang="en-US" dirty="0"/>
              <a:t>The system shall implement patient privacy provisions as set out in HStan-02-2006-priv.</a:t>
            </a:r>
          </a:p>
          <a:p>
            <a:pPr marL="0" indent="0">
              <a:buNone/>
            </a:pPr>
            <a:endParaRPr lang="en-US" dirty="0"/>
          </a:p>
          <a:p>
            <a:pPr marL="0" indent="0">
              <a:buNone/>
            </a:pPr>
            <a:r>
              <a:rPr lang="en-US" dirty="0"/>
              <a:t>The system needs to conform to privacy legislation. Must be developed in accordance with a national privacy standard.   </a:t>
            </a:r>
          </a:p>
        </p:txBody>
      </p:sp>
    </p:spTree>
    <p:extLst>
      <p:ext uri="{BB962C8B-B14F-4D97-AF65-F5344CB8AC3E}">
        <p14:creationId xmlns:p14="http://schemas.microsoft.com/office/powerpoint/2010/main" val="39584950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FF0000"/>
                </a:solidFill>
              </a:rPr>
              <a:t>3 main activities in the requirements engineering process</a:t>
            </a:r>
          </a:p>
        </p:txBody>
      </p:sp>
      <p:sp>
        <p:nvSpPr>
          <p:cNvPr id="4" name="Footer Placeholder 4"/>
          <p:cNvSpPr>
            <a:spLocks noGrp="1"/>
          </p:cNvSpPr>
          <p:nvPr>
            <p:ph type="ftr" sz="quarter" idx="10"/>
          </p:nvPr>
        </p:nvSpPr>
        <p:spPr>
          <a:xfrm>
            <a:off x="4560849" y="6311900"/>
            <a:ext cx="3510775" cy="365125"/>
          </a:xfrm>
        </p:spPr>
        <p:txBody>
          <a:bodyPr/>
          <a:lstStyle/>
          <a:p>
            <a:r>
              <a:rPr lang="en-US" dirty="0"/>
              <a:t>Software Engineering – 10</a:t>
            </a:r>
            <a:r>
              <a:rPr lang="en-US" baseline="30000" dirty="0"/>
              <a:t>th</a:t>
            </a:r>
            <a:r>
              <a:rPr lang="en-US" dirty="0"/>
              <a:t> edition – Ian </a:t>
            </a:r>
            <a:r>
              <a:rPr lang="en-US" dirty="0" err="1"/>
              <a:t>Sommerville</a:t>
            </a:r>
            <a:endParaRPr lang="en-US" dirty="0"/>
          </a:p>
          <a:p>
            <a:endParaRPr lang="en-US" dirty="0"/>
          </a:p>
        </p:txBody>
      </p:sp>
      <p:sp>
        <p:nvSpPr>
          <p:cNvPr id="3" name="Rectangle 2"/>
          <p:cNvSpPr/>
          <p:nvPr/>
        </p:nvSpPr>
        <p:spPr>
          <a:xfrm>
            <a:off x="1152395" y="1690687"/>
            <a:ext cx="7954027" cy="3970318"/>
          </a:xfrm>
          <a:prstGeom prst="rect">
            <a:avLst/>
          </a:prstGeom>
        </p:spPr>
        <p:txBody>
          <a:bodyPr wrap="square">
            <a:spAutoFit/>
          </a:bodyPr>
          <a:lstStyle/>
          <a:p>
            <a:pPr marL="742950" lvl="1" indent="-285750">
              <a:buFont typeface="Arial" panose="020B0604020202020204" pitchFamily="34" charset="0"/>
              <a:buChar char="•"/>
            </a:pPr>
            <a:r>
              <a:rPr lang="en-GB" sz="2800" dirty="0">
                <a:solidFill>
                  <a:srgbClr val="FF0000"/>
                </a:solidFill>
              </a:rPr>
              <a:t>Requirements elicitation and analysis</a:t>
            </a:r>
          </a:p>
          <a:p>
            <a:pPr lvl="2"/>
            <a:r>
              <a:rPr lang="en-GB" sz="2800" dirty="0"/>
              <a:t>What do the system stakeholders require or expect from the system?</a:t>
            </a:r>
          </a:p>
          <a:p>
            <a:pPr marL="742950" lvl="1" indent="-285750">
              <a:buFont typeface="Arial" panose="020B0604020202020204" pitchFamily="34" charset="0"/>
              <a:buChar char="•"/>
            </a:pPr>
            <a:r>
              <a:rPr lang="en-GB" sz="2800" dirty="0">
                <a:solidFill>
                  <a:srgbClr val="FF0000"/>
                </a:solidFill>
              </a:rPr>
              <a:t>Requirements specification</a:t>
            </a:r>
            <a:r>
              <a:rPr lang="en-GB" sz="2800" dirty="0"/>
              <a:t>	</a:t>
            </a:r>
          </a:p>
          <a:p>
            <a:pPr lvl="2"/>
            <a:r>
              <a:rPr lang="en-GB" sz="2800" dirty="0"/>
              <a:t>Defining the requirements in detail (in a doc)</a:t>
            </a:r>
          </a:p>
          <a:p>
            <a:pPr marL="742950" lvl="1" indent="-285750">
              <a:buFont typeface="Arial" panose="020B0604020202020204" pitchFamily="34" charset="0"/>
              <a:buChar char="•"/>
            </a:pPr>
            <a:r>
              <a:rPr lang="en-GB" sz="2800" dirty="0">
                <a:solidFill>
                  <a:srgbClr val="FF0000"/>
                </a:solidFill>
              </a:rPr>
              <a:t>Requirements validation</a:t>
            </a:r>
          </a:p>
          <a:p>
            <a:pPr lvl="2"/>
            <a:r>
              <a:rPr lang="en-GB" sz="2800" dirty="0"/>
              <a:t>Checks the requirements for realism, consistency, and completeness.  </a:t>
            </a:r>
          </a:p>
          <a:p>
            <a:pPr marL="457200" indent="-457200">
              <a:buFont typeface="Arial" panose="020B0604020202020204" pitchFamily="34" charset="0"/>
              <a:buChar char="•"/>
            </a:pPr>
            <a:endParaRPr lang="en-US" sz="2800" dirty="0"/>
          </a:p>
        </p:txBody>
      </p:sp>
    </p:spTree>
    <p:extLst>
      <p:ext uri="{BB962C8B-B14F-4D97-AF65-F5344CB8AC3E}">
        <p14:creationId xmlns:p14="http://schemas.microsoft.com/office/powerpoint/2010/main" val="41639785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elicitation</a:t>
            </a:r>
          </a:p>
        </p:txBody>
      </p:sp>
      <p:sp>
        <p:nvSpPr>
          <p:cNvPr id="4" name="Footer Placeholder 4"/>
          <p:cNvSpPr>
            <a:spLocks noGrp="1"/>
          </p:cNvSpPr>
          <p:nvPr>
            <p:ph type="ftr" sz="quarter" idx="10"/>
          </p:nvPr>
        </p:nvSpPr>
        <p:spPr>
          <a:xfrm>
            <a:off x="4560849" y="6311900"/>
            <a:ext cx="3510775" cy="365125"/>
          </a:xfrm>
        </p:spPr>
        <p:txBody>
          <a:bodyPr/>
          <a:lstStyle/>
          <a:p>
            <a:r>
              <a:rPr lang="en-US" dirty="0"/>
              <a:t>Software Engineering – 10</a:t>
            </a:r>
            <a:r>
              <a:rPr lang="en-US" baseline="30000" dirty="0"/>
              <a:t>th</a:t>
            </a:r>
            <a:r>
              <a:rPr lang="en-US" dirty="0"/>
              <a:t> edition – Ian </a:t>
            </a:r>
            <a:r>
              <a:rPr lang="en-US" dirty="0" err="1"/>
              <a:t>Sommerville</a:t>
            </a:r>
            <a:endParaRPr lang="en-US" dirty="0"/>
          </a:p>
          <a:p>
            <a:endParaRPr lang="en-US" dirty="0"/>
          </a:p>
        </p:txBody>
      </p:sp>
      <p:sp>
        <p:nvSpPr>
          <p:cNvPr id="3" name="Rectangle 2"/>
          <p:cNvSpPr/>
          <p:nvPr/>
        </p:nvSpPr>
        <p:spPr>
          <a:xfrm>
            <a:off x="1137646" y="1937008"/>
            <a:ext cx="9436947" cy="3785652"/>
          </a:xfrm>
          <a:prstGeom prst="rect">
            <a:avLst/>
          </a:prstGeom>
        </p:spPr>
        <p:txBody>
          <a:bodyPr wrap="square">
            <a:spAutoFit/>
          </a:bodyPr>
          <a:lstStyle/>
          <a:p>
            <a:r>
              <a:rPr lang="en-GB" sz="2400" dirty="0">
                <a:solidFill>
                  <a:srgbClr val="FF0000"/>
                </a:solidFill>
              </a:rPr>
              <a:t>The aims of the requirements elicitation (requirements discovery) process are to understand the work that stakeholders do and how they might use a new system to help support that work.  </a:t>
            </a:r>
          </a:p>
          <a:p>
            <a:endParaRPr lang="en-GB" sz="2400" dirty="0"/>
          </a:p>
          <a:p>
            <a:r>
              <a:rPr lang="en-GB" sz="2400" dirty="0"/>
              <a:t>During requirements elicitation, software engineers work with stakeholders to find out about the application domain, work activities, the services and system features that stakeholders want, the required performance of the system, hardware constraints and so on.  </a:t>
            </a:r>
          </a:p>
          <a:p>
            <a:endParaRPr lang="en-GB" sz="2400" dirty="0"/>
          </a:p>
          <a:p>
            <a:endParaRPr lang="en-GB" sz="2400" dirty="0"/>
          </a:p>
        </p:txBody>
      </p:sp>
    </p:spTree>
    <p:extLst>
      <p:ext uri="{BB962C8B-B14F-4D97-AF65-F5344CB8AC3E}">
        <p14:creationId xmlns:p14="http://schemas.microsoft.com/office/powerpoint/2010/main" val="19477678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Not as easy as it may seem</a:t>
            </a:r>
          </a:p>
        </p:txBody>
      </p:sp>
      <p:sp>
        <p:nvSpPr>
          <p:cNvPr id="4" name="Footer Placeholder 4"/>
          <p:cNvSpPr>
            <a:spLocks noGrp="1"/>
          </p:cNvSpPr>
          <p:nvPr>
            <p:ph type="ftr" sz="quarter" idx="10"/>
          </p:nvPr>
        </p:nvSpPr>
        <p:spPr>
          <a:xfrm>
            <a:off x="4560849" y="6311900"/>
            <a:ext cx="3510775" cy="365125"/>
          </a:xfrm>
        </p:spPr>
        <p:txBody>
          <a:bodyPr/>
          <a:lstStyle/>
          <a:p>
            <a:r>
              <a:rPr lang="en-US" dirty="0"/>
              <a:t>Software Engineering – 10</a:t>
            </a:r>
            <a:r>
              <a:rPr lang="en-US" baseline="30000" dirty="0"/>
              <a:t>th</a:t>
            </a:r>
            <a:r>
              <a:rPr lang="en-US" dirty="0"/>
              <a:t> edition – Ian </a:t>
            </a:r>
            <a:r>
              <a:rPr lang="en-US" dirty="0" err="1"/>
              <a:t>Sommerville</a:t>
            </a:r>
            <a:endParaRPr lang="en-US" dirty="0"/>
          </a:p>
          <a:p>
            <a:endParaRPr lang="en-US" dirty="0"/>
          </a:p>
        </p:txBody>
      </p:sp>
      <p:sp>
        <p:nvSpPr>
          <p:cNvPr id="3" name="Rectangle 2"/>
          <p:cNvSpPr/>
          <p:nvPr/>
        </p:nvSpPr>
        <p:spPr>
          <a:xfrm>
            <a:off x="1137646" y="1369805"/>
            <a:ext cx="9436947" cy="4524315"/>
          </a:xfrm>
          <a:prstGeom prst="rect">
            <a:avLst/>
          </a:prstGeom>
        </p:spPr>
        <p:txBody>
          <a:bodyPr wrap="square">
            <a:spAutoFit/>
          </a:bodyPr>
          <a:lstStyle/>
          <a:p>
            <a:pPr marL="342900" indent="-342900">
              <a:buFont typeface="Arial" panose="020B0604020202020204" pitchFamily="34" charset="0"/>
              <a:buChar char="•"/>
            </a:pPr>
            <a:r>
              <a:rPr lang="en-GB" sz="2400" dirty="0"/>
              <a:t>Stakeholders don’t know what they really want.  They may find it difficult to articulate what they want the system to do; they may make unrealistic demands because they don’t know what is and isn’t feasible</a:t>
            </a:r>
          </a:p>
          <a:p>
            <a:pPr marL="342900" indent="-342900">
              <a:buFont typeface="Arial" panose="020B0604020202020204" pitchFamily="34" charset="0"/>
              <a:buChar char="•"/>
            </a:pPr>
            <a:r>
              <a:rPr lang="en-GB" sz="2400" dirty="0"/>
              <a:t>Stakeholders express requirements in their own terms. Requirements engineers, without experience in the customer’s domain, may not understand these requirements. </a:t>
            </a:r>
          </a:p>
          <a:p>
            <a:pPr marL="342900" indent="-342900">
              <a:buFont typeface="Arial" panose="020B0604020202020204" pitchFamily="34" charset="0"/>
              <a:buChar char="•"/>
            </a:pPr>
            <a:r>
              <a:rPr lang="en-GB" sz="2400" dirty="0"/>
              <a:t>Different stakeholders may have conflicting requirements.</a:t>
            </a:r>
          </a:p>
          <a:p>
            <a:pPr marL="342900" indent="-342900">
              <a:buFont typeface="Arial" panose="020B0604020202020204" pitchFamily="34" charset="0"/>
              <a:buChar char="•"/>
            </a:pPr>
            <a:r>
              <a:rPr lang="en-GB" sz="2400" dirty="0"/>
              <a:t>Organizational and political factors may influence the system requirements. </a:t>
            </a:r>
          </a:p>
          <a:p>
            <a:pPr marL="342900" indent="-342900">
              <a:buFont typeface="Arial" panose="020B0604020202020204" pitchFamily="34" charset="0"/>
              <a:buChar char="•"/>
            </a:pPr>
            <a:r>
              <a:rPr lang="en-GB" sz="2400" dirty="0"/>
              <a:t>The requirements change during the analysis process. New stakeholders may emerge and the business environment may change.</a:t>
            </a:r>
          </a:p>
          <a:p>
            <a:endParaRPr lang="en-GB" sz="2400" dirty="0"/>
          </a:p>
        </p:txBody>
      </p:sp>
    </p:spTree>
    <p:extLst>
      <p:ext uri="{BB962C8B-B14F-4D97-AF65-F5344CB8AC3E}">
        <p14:creationId xmlns:p14="http://schemas.microsoft.com/office/powerpoint/2010/main" val="33390364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FF0000"/>
                </a:solidFill>
              </a:rPr>
              <a:t>3 main activities in the requirements engineering process</a:t>
            </a:r>
          </a:p>
        </p:txBody>
      </p:sp>
      <p:sp>
        <p:nvSpPr>
          <p:cNvPr id="4" name="Footer Placeholder 4"/>
          <p:cNvSpPr>
            <a:spLocks noGrp="1"/>
          </p:cNvSpPr>
          <p:nvPr>
            <p:ph type="ftr" sz="quarter" idx="10"/>
          </p:nvPr>
        </p:nvSpPr>
        <p:spPr>
          <a:xfrm>
            <a:off x="4560849" y="6311900"/>
            <a:ext cx="3510775" cy="365125"/>
          </a:xfrm>
        </p:spPr>
        <p:txBody>
          <a:bodyPr/>
          <a:lstStyle/>
          <a:p>
            <a:r>
              <a:rPr lang="en-US" dirty="0"/>
              <a:t>Software Engineering – 10</a:t>
            </a:r>
            <a:r>
              <a:rPr lang="en-US" baseline="30000" dirty="0"/>
              <a:t>th</a:t>
            </a:r>
            <a:r>
              <a:rPr lang="en-US" dirty="0"/>
              <a:t> edition – Ian </a:t>
            </a:r>
            <a:r>
              <a:rPr lang="en-US" dirty="0" err="1"/>
              <a:t>Sommerville</a:t>
            </a:r>
            <a:endParaRPr lang="en-US" dirty="0"/>
          </a:p>
          <a:p>
            <a:endParaRPr lang="en-US" dirty="0"/>
          </a:p>
        </p:txBody>
      </p:sp>
      <p:sp>
        <p:nvSpPr>
          <p:cNvPr id="3" name="Rectangle 2"/>
          <p:cNvSpPr/>
          <p:nvPr/>
        </p:nvSpPr>
        <p:spPr>
          <a:xfrm>
            <a:off x="1152395" y="1690687"/>
            <a:ext cx="7954027" cy="3970318"/>
          </a:xfrm>
          <a:prstGeom prst="rect">
            <a:avLst/>
          </a:prstGeom>
        </p:spPr>
        <p:txBody>
          <a:bodyPr wrap="square">
            <a:spAutoFit/>
          </a:bodyPr>
          <a:lstStyle/>
          <a:p>
            <a:pPr marL="742950" lvl="1" indent="-285750">
              <a:buFont typeface="Arial" panose="020B0604020202020204" pitchFamily="34" charset="0"/>
              <a:buChar char="•"/>
            </a:pPr>
            <a:r>
              <a:rPr lang="en-GB" sz="2800" dirty="0">
                <a:solidFill>
                  <a:srgbClr val="FF0000"/>
                </a:solidFill>
              </a:rPr>
              <a:t>Requirements elicitation and analysis</a:t>
            </a:r>
          </a:p>
          <a:p>
            <a:pPr lvl="2"/>
            <a:r>
              <a:rPr lang="en-GB" sz="2800" dirty="0"/>
              <a:t>What do the system stakeholders require or expect from the system?</a:t>
            </a:r>
          </a:p>
          <a:p>
            <a:pPr marL="742950" lvl="1" indent="-285750">
              <a:buFont typeface="Arial" panose="020B0604020202020204" pitchFamily="34" charset="0"/>
              <a:buChar char="•"/>
            </a:pPr>
            <a:r>
              <a:rPr lang="en-GB" sz="2800" dirty="0">
                <a:solidFill>
                  <a:srgbClr val="FF0000"/>
                </a:solidFill>
              </a:rPr>
              <a:t>Requirements specification</a:t>
            </a:r>
            <a:r>
              <a:rPr lang="en-GB" sz="2800" dirty="0"/>
              <a:t>	</a:t>
            </a:r>
          </a:p>
          <a:p>
            <a:pPr lvl="2"/>
            <a:r>
              <a:rPr lang="en-GB" sz="2800" dirty="0"/>
              <a:t>Defining the requirements in detail (in a doc)</a:t>
            </a:r>
          </a:p>
          <a:p>
            <a:pPr marL="742950" lvl="1" indent="-285750">
              <a:buFont typeface="Arial" panose="020B0604020202020204" pitchFamily="34" charset="0"/>
              <a:buChar char="•"/>
            </a:pPr>
            <a:r>
              <a:rPr lang="en-GB" sz="2800" dirty="0">
                <a:solidFill>
                  <a:srgbClr val="FF0000"/>
                </a:solidFill>
              </a:rPr>
              <a:t>Requirements validation</a:t>
            </a:r>
          </a:p>
          <a:p>
            <a:pPr lvl="2"/>
            <a:r>
              <a:rPr lang="en-GB" sz="2800" dirty="0"/>
              <a:t>Checks the requirements for realism, consistency, and completeness.  </a:t>
            </a:r>
          </a:p>
          <a:p>
            <a:pPr marL="457200" indent="-457200">
              <a:buFont typeface="Arial" panose="020B0604020202020204" pitchFamily="34" charset="0"/>
              <a:buChar char="•"/>
            </a:pPr>
            <a:endParaRPr lang="en-US" sz="2800" dirty="0"/>
          </a:p>
        </p:txBody>
      </p:sp>
    </p:spTree>
    <p:extLst>
      <p:ext uri="{BB962C8B-B14F-4D97-AF65-F5344CB8AC3E}">
        <p14:creationId xmlns:p14="http://schemas.microsoft.com/office/powerpoint/2010/main" val="9381018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Requirements Specification</a:t>
            </a:r>
          </a:p>
        </p:txBody>
      </p:sp>
      <p:sp>
        <p:nvSpPr>
          <p:cNvPr id="4" name="Footer Placeholder 4"/>
          <p:cNvSpPr>
            <a:spLocks noGrp="1"/>
          </p:cNvSpPr>
          <p:nvPr>
            <p:ph type="ftr" sz="quarter" idx="10"/>
          </p:nvPr>
        </p:nvSpPr>
        <p:spPr>
          <a:xfrm>
            <a:off x="4560849" y="6311900"/>
            <a:ext cx="3510775" cy="365125"/>
          </a:xfrm>
        </p:spPr>
        <p:txBody>
          <a:bodyPr/>
          <a:lstStyle/>
          <a:p>
            <a:r>
              <a:rPr lang="en-US" dirty="0"/>
              <a:t>Software Engineering – 10</a:t>
            </a:r>
            <a:r>
              <a:rPr lang="en-US" baseline="30000" dirty="0"/>
              <a:t>th</a:t>
            </a:r>
            <a:r>
              <a:rPr lang="en-US" dirty="0"/>
              <a:t> edition – Ian </a:t>
            </a:r>
            <a:r>
              <a:rPr lang="en-US" dirty="0" err="1"/>
              <a:t>Sommerville</a:t>
            </a:r>
            <a:endParaRPr lang="en-US" dirty="0"/>
          </a:p>
          <a:p>
            <a:endParaRPr lang="en-US" dirty="0"/>
          </a:p>
        </p:txBody>
      </p:sp>
      <p:sp>
        <p:nvSpPr>
          <p:cNvPr id="3" name="Rectangle 2"/>
          <p:cNvSpPr/>
          <p:nvPr/>
        </p:nvSpPr>
        <p:spPr>
          <a:xfrm>
            <a:off x="1174968" y="1970607"/>
            <a:ext cx="9436947" cy="2308324"/>
          </a:xfrm>
          <a:prstGeom prst="rect">
            <a:avLst/>
          </a:prstGeom>
        </p:spPr>
        <p:txBody>
          <a:bodyPr wrap="square">
            <a:spAutoFit/>
          </a:bodyPr>
          <a:lstStyle/>
          <a:p>
            <a:pPr marL="285750" indent="-285750">
              <a:buFont typeface="Arial" panose="020B0604020202020204" pitchFamily="34" charset="0"/>
              <a:buChar char="•"/>
            </a:pPr>
            <a:r>
              <a:rPr lang="en-US" sz="2400" dirty="0">
                <a:solidFill>
                  <a:srgbClr val="FF0000"/>
                </a:solidFill>
              </a:rPr>
              <a:t>The process of writing down the user and system requirements in a requirements document.</a:t>
            </a:r>
          </a:p>
          <a:p>
            <a:pPr marL="285750" indent="-285750">
              <a:buFont typeface="Arial" panose="020B0604020202020204" pitchFamily="34" charset="0"/>
              <a:buChar char="•"/>
            </a:pPr>
            <a:r>
              <a:rPr lang="en-US" sz="2400" dirty="0"/>
              <a:t>User requirements have to be understandable by end-users and customers who do not have a technical background.</a:t>
            </a:r>
          </a:p>
          <a:p>
            <a:pPr marL="285750" indent="-285750">
              <a:buFont typeface="Arial" panose="020B0604020202020204" pitchFamily="34" charset="0"/>
              <a:buChar char="•"/>
            </a:pPr>
            <a:r>
              <a:rPr lang="en-US" sz="2400" dirty="0"/>
              <a:t>System requirements are more detailed requirements and may include more technical information.</a:t>
            </a:r>
          </a:p>
        </p:txBody>
      </p:sp>
    </p:spTree>
    <p:extLst>
      <p:ext uri="{BB962C8B-B14F-4D97-AF65-F5344CB8AC3E}">
        <p14:creationId xmlns:p14="http://schemas.microsoft.com/office/powerpoint/2010/main" val="958683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software requirements document</a:t>
            </a:r>
          </a:p>
        </p:txBody>
      </p:sp>
      <p:sp>
        <p:nvSpPr>
          <p:cNvPr id="4" name="Footer Placeholder 4"/>
          <p:cNvSpPr>
            <a:spLocks noGrp="1"/>
          </p:cNvSpPr>
          <p:nvPr>
            <p:ph type="ftr" sz="quarter" idx="10"/>
          </p:nvPr>
        </p:nvSpPr>
        <p:spPr>
          <a:xfrm>
            <a:off x="4560849" y="6311900"/>
            <a:ext cx="3510775" cy="365125"/>
          </a:xfrm>
        </p:spPr>
        <p:txBody>
          <a:bodyPr/>
          <a:lstStyle/>
          <a:p>
            <a:r>
              <a:rPr lang="en-US" dirty="0"/>
              <a:t>Software Engineering – 10</a:t>
            </a:r>
            <a:r>
              <a:rPr lang="en-US" baseline="30000" dirty="0"/>
              <a:t>th</a:t>
            </a:r>
            <a:r>
              <a:rPr lang="en-US" dirty="0"/>
              <a:t> edition – Ian </a:t>
            </a:r>
            <a:r>
              <a:rPr lang="en-US" dirty="0" err="1"/>
              <a:t>Sommerville</a:t>
            </a:r>
            <a:endParaRPr lang="en-US" dirty="0"/>
          </a:p>
          <a:p>
            <a:endParaRPr lang="en-US" dirty="0"/>
          </a:p>
        </p:txBody>
      </p:sp>
      <p:sp>
        <p:nvSpPr>
          <p:cNvPr id="3" name="Rectangle 2"/>
          <p:cNvSpPr/>
          <p:nvPr/>
        </p:nvSpPr>
        <p:spPr>
          <a:xfrm>
            <a:off x="1209367" y="1887794"/>
            <a:ext cx="8568813" cy="2677656"/>
          </a:xfrm>
          <a:prstGeom prst="rect">
            <a:avLst/>
          </a:prstGeom>
        </p:spPr>
        <p:txBody>
          <a:bodyPr wrap="square">
            <a:spAutoFit/>
          </a:bodyPr>
          <a:lstStyle/>
          <a:p>
            <a:pPr marL="457200" indent="-457200">
              <a:buFont typeface="Arial" panose="020B0604020202020204" pitchFamily="34" charset="0"/>
              <a:buChar char="•"/>
            </a:pPr>
            <a:r>
              <a:rPr lang="en-GB" sz="2800" dirty="0"/>
              <a:t>The software requirements document is the official statement of what is required of the system developers.</a:t>
            </a:r>
          </a:p>
          <a:p>
            <a:pPr marL="457200" indent="-457200">
              <a:buFont typeface="Arial" panose="020B0604020202020204" pitchFamily="34" charset="0"/>
              <a:buChar char="•"/>
            </a:pPr>
            <a:r>
              <a:rPr lang="en-GB" sz="2800" dirty="0"/>
              <a:t>It is NOT a design document. As far as possible, it should set of WHAT the system should do rather than HOW it should do it.</a:t>
            </a:r>
          </a:p>
        </p:txBody>
      </p:sp>
    </p:spTree>
    <p:extLst>
      <p:ext uri="{BB962C8B-B14F-4D97-AF65-F5344CB8AC3E}">
        <p14:creationId xmlns:p14="http://schemas.microsoft.com/office/powerpoint/2010/main" val="2495484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methods and requirements</a:t>
            </a:r>
          </a:p>
        </p:txBody>
      </p:sp>
      <p:sp>
        <p:nvSpPr>
          <p:cNvPr id="4" name="Footer Placeholder 4"/>
          <p:cNvSpPr>
            <a:spLocks noGrp="1"/>
          </p:cNvSpPr>
          <p:nvPr>
            <p:ph type="ftr" sz="quarter" idx="10"/>
          </p:nvPr>
        </p:nvSpPr>
        <p:spPr>
          <a:xfrm>
            <a:off x="4560849" y="6311900"/>
            <a:ext cx="3510775" cy="365125"/>
          </a:xfrm>
        </p:spPr>
        <p:txBody>
          <a:bodyPr/>
          <a:lstStyle/>
          <a:p>
            <a:r>
              <a:rPr lang="en-US" dirty="0"/>
              <a:t>Software Engineering – 10</a:t>
            </a:r>
            <a:r>
              <a:rPr lang="en-US" baseline="30000" dirty="0"/>
              <a:t>th</a:t>
            </a:r>
            <a:r>
              <a:rPr lang="en-US" dirty="0"/>
              <a:t> edition – Ian </a:t>
            </a:r>
            <a:r>
              <a:rPr lang="en-US" dirty="0" err="1"/>
              <a:t>Sommerville</a:t>
            </a:r>
            <a:endParaRPr lang="en-US" dirty="0"/>
          </a:p>
          <a:p>
            <a:endParaRPr lang="en-US" dirty="0"/>
          </a:p>
        </p:txBody>
      </p:sp>
      <p:sp>
        <p:nvSpPr>
          <p:cNvPr id="3" name="Rectangle 2"/>
          <p:cNvSpPr/>
          <p:nvPr/>
        </p:nvSpPr>
        <p:spPr>
          <a:xfrm>
            <a:off x="1137646" y="1937008"/>
            <a:ext cx="9436947" cy="2000548"/>
          </a:xfrm>
          <a:prstGeom prst="rect">
            <a:avLst/>
          </a:prstGeom>
        </p:spPr>
        <p:txBody>
          <a:bodyPr wrap="square">
            <a:spAutoFit/>
          </a:bodyPr>
          <a:lstStyle/>
          <a:p>
            <a:pPr marL="342900" indent="-342900">
              <a:buFont typeface="Arial" panose="020B0604020202020204" pitchFamily="34" charset="0"/>
              <a:buChar char="•"/>
            </a:pPr>
            <a:r>
              <a:rPr lang="en-US" sz="2400" dirty="0">
                <a:solidFill>
                  <a:srgbClr val="FF0000"/>
                </a:solidFill>
              </a:rPr>
              <a:t>Many agile methods argue that producing detailed system requirements is a waste of time as requirements change so quickly.</a:t>
            </a:r>
          </a:p>
          <a:p>
            <a:pPr marL="342900" indent="-342900">
              <a:buFont typeface="Arial" panose="020B0604020202020204" pitchFamily="34" charset="0"/>
              <a:buChar char="•"/>
            </a:pPr>
            <a:r>
              <a:rPr lang="en-US" sz="2400" dirty="0">
                <a:solidFill>
                  <a:srgbClr val="FF0000"/>
                </a:solidFill>
              </a:rPr>
              <a:t>The requirements document is therefore always out of date.</a:t>
            </a:r>
          </a:p>
          <a:p>
            <a:pPr marL="342900" indent="-342900">
              <a:buFont typeface="Arial" panose="020B0604020202020204" pitchFamily="34" charset="0"/>
              <a:buChar char="•"/>
            </a:pPr>
            <a:r>
              <a:rPr lang="en-US" sz="2400" dirty="0">
                <a:solidFill>
                  <a:srgbClr val="FF0000"/>
                </a:solidFill>
              </a:rPr>
              <a:t>Agile methods usually use incremental requirements engineering</a:t>
            </a:r>
          </a:p>
          <a:p>
            <a:endParaRPr lang="en-GB" sz="2800" dirty="0"/>
          </a:p>
        </p:txBody>
      </p:sp>
    </p:spTree>
    <p:extLst>
      <p:ext uri="{BB962C8B-B14F-4D97-AF65-F5344CB8AC3E}">
        <p14:creationId xmlns:p14="http://schemas.microsoft.com/office/powerpoint/2010/main" val="464820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FF0000"/>
                </a:solidFill>
              </a:rPr>
              <a:t>3 main activities in the requirements engineering process</a:t>
            </a:r>
          </a:p>
        </p:txBody>
      </p:sp>
      <p:sp>
        <p:nvSpPr>
          <p:cNvPr id="4" name="Footer Placeholder 4"/>
          <p:cNvSpPr>
            <a:spLocks noGrp="1"/>
          </p:cNvSpPr>
          <p:nvPr>
            <p:ph type="ftr" sz="quarter" idx="10"/>
          </p:nvPr>
        </p:nvSpPr>
        <p:spPr>
          <a:xfrm>
            <a:off x="4560849" y="6311900"/>
            <a:ext cx="3510775" cy="365125"/>
          </a:xfrm>
        </p:spPr>
        <p:txBody>
          <a:bodyPr/>
          <a:lstStyle/>
          <a:p>
            <a:r>
              <a:rPr lang="en-US" dirty="0"/>
              <a:t>Software Engineering – 10</a:t>
            </a:r>
            <a:r>
              <a:rPr lang="en-US" baseline="30000" dirty="0"/>
              <a:t>th</a:t>
            </a:r>
            <a:r>
              <a:rPr lang="en-US" dirty="0"/>
              <a:t> edition – Ian </a:t>
            </a:r>
            <a:r>
              <a:rPr lang="en-US" dirty="0" err="1"/>
              <a:t>Sommerville</a:t>
            </a:r>
            <a:endParaRPr lang="en-US" dirty="0"/>
          </a:p>
          <a:p>
            <a:endParaRPr lang="en-US" dirty="0"/>
          </a:p>
        </p:txBody>
      </p:sp>
      <p:sp>
        <p:nvSpPr>
          <p:cNvPr id="3" name="Rectangle 2"/>
          <p:cNvSpPr/>
          <p:nvPr/>
        </p:nvSpPr>
        <p:spPr>
          <a:xfrm>
            <a:off x="1152395" y="1690687"/>
            <a:ext cx="7954027" cy="3970318"/>
          </a:xfrm>
          <a:prstGeom prst="rect">
            <a:avLst/>
          </a:prstGeom>
        </p:spPr>
        <p:txBody>
          <a:bodyPr wrap="square">
            <a:spAutoFit/>
          </a:bodyPr>
          <a:lstStyle/>
          <a:p>
            <a:pPr marL="742950" lvl="1" indent="-285750">
              <a:buFont typeface="Arial" panose="020B0604020202020204" pitchFamily="34" charset="0"/>
              <a:buChar char="•"/>
            </a:pPr>
            <a:r>
              <a:rPr lang="en-GB" sz="2800" dirty="0">
                <a:solidFill>
                  <a:srgbClr val="FF0000"/>
                </a:solidFill>
              </a:rPr>
              <a:t>Requirements elicitation and analysis</a:t>
            </a:r>
          </a:p>
          <a:p>
            <a:pPr lvl="2"/>
            <a:r>
              <a:rPr lang="en-GB" sz="2800" dirty="0"/>
              <a:t>What do the system stakeholders require or expect from the system?</a:t>
            </a:r>
          </a:p>
          <a:p>
            <a:pPr marL="742950" lvl="1" indent="-285750">
              <a:buFont typeface="Arial" panose="020B0604020202020204" pitchFamily="34" charset="0"/>
              <a:buChar char="•"/>
            </a:pPr>
            <a:r>
              <a:rPr lang="en-GB" sz="2800" dirty="0">
                <a:solidFill>
                  <a:srgbClr val="FF0000"/>
                </a:solidFill>
              </a:rPr>
              <a:t>Requirements specification</a:t>
            </a:r>
            <a:r>
              <a:rPr lang="en-GB" sz="2800" dirty="0"/>
              <a:t>	</a:t>
            </a:r>
          </a:p>
          <a:p>
            <a:pPr lvl="2"/>
            <a:r>
              <a:rPr lang="en-GB" sz="2800" dirty="0"/>
              <a:t>Defining the requirements in detail (in a doc)</a:t>
            </a:r>
          </a:p>
          <a:p>
            <a:pPr marL="742950" lvl="1" indent="-285750">
              <a:buFont typeface="Arial" panose="020B0604020202020204" pitchFamily="34" charset="0"/>
              <a:buChar char="•"/>
            </a:pPr>
            <a:r>
              <a:rPr lang="en-GB" sz="2800" dirty="0">
                <a:solidFill>
                  <a:srgbClr val="FF0000"/>
                </a:solidFill>
              </a:rPr>
              <a:t>Requirements validation</a:t>
            </a:r>
          </a:p>
          <a:p>
            <a:pPr lvl="2"/>
            <a:r>
              <a:rPr lang="en-GB" sz="2800" dirty="0"/>
              <a:t>Checks the requirements for realism, consistency, and completeness.  </a:t>
            </a:r>
          </a:p>
          <a:p>
            <a:pPr marL="457200" indent="-457200">
              <a:buFont typeface="Arial" panose="020B0604020202020204" pitchFamily="34" charset="0"/>
              <a:buChar char="•"/>
            </a:pPr>
            <a:endParaRPr lang="en-US" sz="2800" dirty="0"/>
          </a:p>
        </p:txBody>
      </p:sp>
    </p:spTree>
    <p:extLst>
      <p:ext uri="{BB962C8B-B14F-4D97-AF65-F5344CB8AC3E}">
        <p14:creationId xmlns:p14="http://schemas.microsoft.com/office/powerpoint/2010/main" val="16392133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Requirements validation</a:t>
            </a:r>
          </a:p>
        </p:txBody>
      </p:sp>
      <p:sp>
        <p:nvSpPr>
          <p:cNvPr id="4" name="Footer Placeholder 4"/>
          <p:cNvSpPr>
            <a:spLocks noGrp="1"/>
          </p:cNvSpPr>
          <p:nvPr>
            <p:ph type="ftr" sz="quarter" idx="10"/>
          </p:nvPr>
        </p:nvSpPr>
        <p:spPr>
          <a:xfrm>
            <a:off x="4560849" y="6311900"/>
            <a:ext cx="3510775" cy="365125"/>
          </a:xfrm>
        </p:spPr>
        <p:txBody>
          <a:bodyPr/>
          <a:lstStyle/>
          <a:p>
            <a:r>
              <a:rPr lang="en-US" dirty="0"/>
              <a:t>Software Engineering – 10</a:t>
            </a:r>
            <a:r>
              <a:rPr lang="en-US" baseline="30000" dirty="0"/>
              <a:t>th</a:t>
            </a:r>
            <a:r>
              <a:rPr lang="en-US" dirty="0"/>
              <a:t> edition – Ian </a:t>
            </a:r>
            <a:r>
              <a:rPr lang="en-US" dirty="0" err="1"/>
              <a:t>Sommerville</a:t>
            </a:r>
            <a:endParaRPr lang="en-US" dirty="0"/>
          </a:p>
          <a:p>
            <a:endParaRPr lang="en-US" dirty="0"/>
          </a:p>
        </p:txBody>
      </p:sp>
      <p:sp>
        <p:nvSpPr>
          <p:cNvPr id="3" name="Rectangle 2"/>
          <p:cNvSpPr/>
          <p:nvPr/>
        </p:nvSpPr>
        <p:spPr>
          <a:xfrm>
            <a:off x="1209367" y="1887794"/>
            <a:ext cx="8568813" cy="2246769"/>
          </a:xfrm>
          <a:prstGeom prst="rect">
            <a:avLst/>
          </a:prstGeom>
        </p:spPr>
        <p:txBody>
          <a:bodyPr wrap="square">
            <a:spAutoFit/>
          </a:bodyPr>
          <a:lstStyle/>
          <a:p>
            <a:r>
              <a:rPr lang="en-GB" sz="2800" dirty="0">
                <a:solidFill>
                  <a:srgbClr val="FF0000"/>
                </a:solidFill>
              </a:rPr>
              <a:t>Concerned with demonstrating that the requirements define the system that the customer really wants.</a:t>
            </a:r>
          </a:p>
          <a:p>
            <a:endParaRPr lang="en-GB" sz="2800" dirty="0"/>
          </a:p>
          <a:p>
            <a:r>
              <a:rPr lang="en-GB" sz="2800" dirty="0"/>
              <a:t>Requirements error costs are high so validation is very important</a:t>
            </a:r>
          </a:p>
        </p:txBody>
      </p:sp>
    </p:spTree>
    <p:extLst>
      <p:ext uri="{BB962C8B-B14F-4D97-AF65-F5344CB8AC3E}">
        <p14:creationId xmlns:p14="http://schemas.microsoft.com/office/powerpoint/2010/main" val="12396464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Requirements checking</a:t>
            </a:r>
          </a:p>
        </p:txBody>
      </p:sp>
      <p:sp>
        <p:nvSpPr>
          <p:cNvPr id="4" name="Footer Placeholder 4"/>
          <p:cNvSpPr>
            <a:spLocks noGrp="1"/>
          </p:cNvSpPr>
          <p:nvPr>
            <p:ph type="ftr" sz="quarter" idx="10"/>
          </p:nvPr>
        </p:nvSpPr>
        <p:spPr>
          <a:xfrm>
            <a:off x="4560849" y="6311900"/>
            <a:ext cx="3510775" cy="365125"/>
          </a:xfrm>
        </p:spPr>
        <p:txBody>
          <a:bodyPr/>
          <a:lstStyle/>
          <a:p>
            <a:r>
              <a:rPr lang="en-US" dirty="0"/>
              <a:t>Software Engineering – 10</a:t>
            </a:r>
            <a:r>
              <a:rPr lang="en-US" baseline="30000" dirty="0"/>
              <a:t>th</a:t>
            </a:r>
            <a:r>
              <a:rPr lang="en-US" dirty="0"/>
              <a:t> edition – Ian </a:t>
            </a:r>
            <a:r>
              <a:rPr lang="en-US" dirty="0" err="1"/>
              <a:t>Sommerville</a:t>
            </a:r>
            <a:endParaRPr lang="en-US" dirty="0"/>
          </a:p>
          <a:p>
            <a:endParaRPr lang="en-US" dirty="0"/>
          </a:p>
        </p:txBody>
      </p:sp>
      <p:sp>
        <p:nvSpPr>
          <p:cNvPr id="3" name="Rectangle 2"/>
          <p:cNvSpPr/>
          <p:nvPr/>
        </p:nvSpPr>
        <p:spPr>
          <a:xfrm>
            <a:off x="1209367" y="1690688"/>
            <a:ext cx="8568813" cy="4401205"/>
          </a:xfrm>
          <a:prstGeom prst="rect">
            <a:avLst/>
          </a:prstGeom>
        </p:spPr>
        <p:txBody>
          <a:bodyPr wrap="square">
            <a:spAutoFit/>
          </a:bodyPr>
          <a:lstStyle/>
          <a:p>
            <a:pPr marL="457200" indent="-457200">
              <a:buFont typeface="Arial" panose="020B0604020202020204" pitchFamily="34" charset="0"/>
              <a:buChar char="•"/>
            </a:pPr>
            <a:r>
              <a:rPr lang="en-GB" sz="2800" dirty="0">
                <a:solidFill>
                  <a:srgbClr val="000000"/>
                </a:solidFill>
              </a:rPr>
              <a:t>Validity. Does the system provide the functions which best support the customer’s needs?</a:t>
            </a:r>
          </a:p>
          <a:p>
            <a:pPr marL="457200" indent="-457200">
              <a:buFont typeface="Arial" panose="020B0604020202020204" pitchFamily="34" charset="0"/>
              <a:buChar char="•"/>
            </a:pPr>
            <a:r>
              <a:rPr lang="en-GB" sz="2800" dirty="0">
                <a:solidFill>
                  <a:srgbClr val="000000"/>
                </a:solidFill>
              </a:rPr>
              <a:t>Consistency. Are there any requirements conflicts?</a:t>
            </a:r>
          </a:p>
          <a:p>
            <a:pPr marL="457200" indent="-457200">
              <a:buFont typeface="Arial" panose="020B0604020202020204" pitchFamily="34" charset="0"/>
              <a:buChar char="•"/>
            </a:pPr>
            <a:r>
              <a:rPr lang="en-GB" sz="2800" dirty="0">
                <a:solidFill>
                  <a:srgbClr val="000000"/>
                </a:solidFill>
              </a:rPr>
              <a:t>Completeness. Are all functions required by the customer included?</a:t>
            </a:r>
          </a:p>
          <a:p>
            <a:pPr marL="457200" indent="-457200">
              <a:buFont typeface="Arial" panose="020B0604020202020204" pitchFamily="34" charset="0"/>
              <a:buChar char="•"/>
            </a:pPr>
            <a:r>
              <a:rPr lang="en-GB" sz="2800" dirty="0">
                <a:solidFill>
                  <a:srgbClr val="000000"/>
                </a:solidFill>
              </a:rPr>
              <a:t>Realism. Can the requirements be implemented given available budget and technology</a:t>
            </a:r>
          </a:p>
          <a:p>
            <a:pPr marL="457200" indent="-457200">
              <a:buFont typeface="Arial" panose="020B0604020202020204" pitchFamily="34" charset="0"/>
              <a:buChar char="•"/>
            </a:pPr>
            <a:r>
              <a:rPr lang="en-GB" sz="2800" dirty="0">
                <a:solidFill>
                  <a:srgbClr val="000000"/>
                </a:solidFill>
              </a:rPr>
              <a:t>Verifiability. Can the requirements be checked? (Can you write a set of tests that can demonstrate that the delivered system meets each specified requirement).</a:t>
            </a:r>
          </a:p>
        </p:txBody>
      </p:sp>
    </p:spTree>
    <p:extLst>
      <p:ext uri="{BB962C8B-B14F-4D97-AF65-F5344CB8AC3E}">
        <p14:creationId xmlns:p14="http://schemas.microsoft.com/office/powerpoint/2010/main" val="30281385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Requirements in Scrum </a:t>
            </a:r>
          </a:p>
        </p:txBody>
      </p:sp>
      <p:sp>
        <p:nvSpPr>
          <p:cNvPr id="3" name="Content Placeholder 2"/>
          <p:cNvSpPr>
            <a:spLocks noGrp="1"/>
          </p:cNvSpPr>
          <p:nvPr>
            <p:ph idx="1"/>
          </p:nvPr>
        </p:nvSpPr>
        <p:spPr>
          <a:xfrm>
            <a:off x="695325" y="1825625"/>
            <a:ext cx="10515600" cy="4351338"/>
          </a:xfrm>
        </p:spPr>
        <p:txBody>
          <a:bodyPr>
            <a:normAutofit/>
          </a:bodyPr>
          <a:lstStyle/>
          <a:p>
            <a:pPr marL="0" indent="0">
              <a:buNone/>
            </a:pPr>
            <a:r>
              <a:rPr lang="en-US" sz="3700" dirty="0"/>
              <a:t>Scrum views </a:t>
            </a:r>
            <a:r>
              <a:rPr lang="en-US" sz="3700" b="1" dirty="0"/>
              <a:t>requirements</a:t>
            </a:r>
            <a:r>
              <a:rPr lang="en-US" sz="3700" dirty="0"/>
              <a:t> as an important degree of freedom that we can manipulate to meet our business goals. (For example:  if we are running out of time or money – we can drop low-value requirements, or if a high-value requirement emerges we have the ability to add it to the product)</a:t>
            </a:r>
          </a:p>
        </p:txBody>
      </p:sp>
      <p:sp>
        <p:nvSpPr>
          <p:cNvPr id="5" name="Footer Placeholder 4"/>
          <p:cNvSpPr>
            <a:spLocks noGrp="1"/>
          </p:cNvSpPr>
          <p:nvPr>
            <p:ph type="ftr" sz="quarter" idx="10"/>
          </p:nvPr>
        </p:nvSpPr>
        <p:spPr>
          <a:xfrm>
            <a:off x="4513224" y="6176963"/>
            <a:ext cx="3510775" cy="365125"/>
          </a:xfrm>
        </p:spPr>
        <p:txBody>
          <a:bodyPr/>
          <a:lstStyle/>
          <a:p>
            <a:r>
              <a:rPr lang="en-US" dirty="0"/>
              <a:t>Essential Scrum – Kenneth S. Rubin</a:t>
            </a:r>
          </a:p>
          <a:p>
            <a:endParaRPr lang="en-US" dirty="0"/>
          </a:p>
        </p:txBody>
      </p:sp>
    </p:spTree>
    <p:extLst>
      <p:ext uri="{BB962C8B-B14F-4D97-AF65-F5344CB8AC3E}">
        <p14:creationId xmlns:p14="http://schemas.microsoft.com/office/powerpoint/2010/main" val="6326535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Progressive Refinement</a:t>
            </a:r>
          </a:p>
        </p:txBody>
      </p:sp>
      <p:sp>
        <p:nvSpPr>
          <p:cNvPr id="3" name="Content Placeholder 2"/>
          <p:cNvSpPr>
            <a:spLocks noGrp="1"/>
          </p:cNvSpPr>
          <p:nvPr>
            <p:ph idx="1"/>
          </p:nvPr>
        </p:nvSpPr>
        <p:spPr>
          <a:xfrm>
            <a:off x="695325" y="1825625"/>
            <a:ext cx="10515600" cy="4351338"/>
          </a:xfrm>
        </p:spPr>
        <p:txBody>
          <a:bodyPr>
            <a:normAutofit fontScale="92500"/>
          </a:bodyPr>
          <a:lstStyle/>
          <a:p>
            <a:pPr marL="0" indent="0">
              <a:buNone/>
            </a:pPr>
            <a:r>
              <a:rPr lang="en-US" sz="3700" dirty="0"/>
              <a:t>When using Scrum, not all requirements have to be at the same level of detail at the same time.  Requirements that we’ll work on sooner will be smaller and more detailed than ones that we won’t work on for some time.  </a:t>
            </a:r>
          </a:p>
          <a:p>
            <a:pPr marL="0" indent="0">
              <a:buNone/>
            </a:pPr>
            <a:endParaRPr lang="en-US" sz="3700" dirty="0"/>
          </a:p>
          <a:p>
            <a:pPr marL="0" indent="0">
              <a:buNone/>
            </a:pPr>
            <a:r>
              <a:rPr lang="en-US" sz="3700" dirty="0"/>
              <a:t>With sequential product development all requirements must be at the same level of detail at the same time. </a:t>
            </a:r>
          </a:p>
          <a:p>
            <a:endParaRPr lang="en-US" sz="3700" dirty="0"/>
          </a:p>
          <a:p>
            <a:endParaRPr lang="en-US" sz="3700" dirty="0"/>
          </a:p>
          <a:p>
            <a:endParaRPr lang="en-US" sz="3700" dirty="0"/>
          </a:p>
        </p:txBody>
      </p:sp>
      <p:sp>
        <p:nvSpPr>
          <p:cNvPr id="5" name="Footer Placeholder 4"/>
          <p:cNvSpPr>
            <a:spLocks noGrp="1"/>
          </p:cNvSpPr>
          <p:nvPr>
            <p:ph type="ftr" sz="quarter" idx="10"/>
          </p:nvPr>
        </p:nvSpPr>
        <p:spPr>
          <a:xfrm>
            <a:off x="4513224" y="6176963"/>
            <a:ext cx="3510775" cy="365125"/>
          </a:xfrm>
        </p:spPr>
        <p:txBody>
          <a:bodyPr/>
          <a:lstStyle/>
          <a:p>
            <a:r>
              <a:rPr lang="en-US" dirty="0"/>
              <a:t>Essential Scrum – Kenneth S. Rubin</a:t>
            </a:r>
          </a:p>
          <a:p>
            <a:endParaRPr lang="en-US" dirty="0"/>
          </a:p>
        </p:txBody>
      </p:sp>
    </p:spTree>
    <p:extLst>
      <p:ext uri="{BB962C8B-B14F-4D97-AF65-F5344CB8AC3E}">
        <p14:creationId xmlns:p14="http://schemas.microsoft.com/office/powerpoint/2010/main" val="37129344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5231B-28A7-458D-8097-6F72C6C26784}"/>
              </a:ext>
            </a:extLst>
          </p:cNvPr>
          <p:cNvSpPr>
            <a:spLocks noGrp="1"/>
          </p:cNvSpPr>
          <p:nvPr>
            <p:ph type="title"/>
          </p:nvPr>
        </p:nvSpPr>
        <p:spPr/>
        <p:txBody>
          <a:bodyPr/>
          <a:lstStyle/>
          <a:p>
            <a:r>
              <a:rPr lang="en-US" dirty="0">
                <a:solidFill>
                  <a:srgbClr val="FF0000"/>
                </a:solidFill>
              </a:rPr>
              <a:t>User Stories</a:t>
            </a:r>
            <a:endParaRPr lang="en-US" dirty="0"/>
          </a:p>
        </p:txBody>
      </p:sp>
      <p:sp>
        <p:nvSpPr>
          <p:cNvPr id="3" name="Content Placeholder 2">
            <a:extLst>
              <a:ext uri="{FF2B5EF4-FFF2-40B4-BE49-F238E27FC236}">
                <a16:creationId xmlns:a16="http://schemas.microsoft.com/office/drawing/2014/main" id="{B65D5117-1DBB-4AF3-AC58-22D1C0D41CF5}"/>
              </a:ext>
            </a:extLst>
          </p:cNvPr>
          <p:cNvSpPr>
            <a:spLocks noGrp="1"/>
          </p:cNvSpPr>
          <p:nvPr>
            <p:ph idx="1"/>
          </p:nvPr>
        </p:nvSpPr>
        <p:spPr/>
        <p:txBody>
          <a:bodyPr/>
          <a:lstStyle/>
          <a:p>
            <a:pPr marL="0" indent="0">
              <a:buNone/>
            </a:pPr>
            <a:r>
              <a:rPr lang="en-US" sz="2800" dirty="0"/>
              <a:t>User stories are a convenient format for expressing the desired business value for many types of </a:t>
            </a:r>
            <a:r>
              <a:rPr lang="en-US" sz="2800" b="1" dirty="0"/>
              <a:t>product backlog items</a:t>
            </a:r>
            <a:r>
              <a:rPr lang="en-US" sz="2800" dirty="0"/>
              <a:t>. </a:t>
            </a:r>
          </a:p>
          <a:p>
            <a:pPr marL="0" indent="0">
              <a:buNone/>
            </a:pPr>
            <a:endParaRPr lang="en-US" dirty="0"/>
          </a:p>
          <a:p>
            <a:pPr marL="0" indent="0">
              <a:buNone/>
            </a:pPr>
            <a:r>
              <a:rPr lang="en-US" dirty="0"/>
              <a:t>A user story is an informal, general explanation of a software feature written from the perspective of the </a:t>
            </a:r>
            <a:r>
              <a:rPr lang="en-US" b="1" dirty="0"/>
              <a:t>end user. </a:t>
            </a:r>
            <a:r>
              <a:rPr lang="en-US" dirty="0"/>
              <a:t>Its purpose is to articulate how a software feature will </a:t>
            </a:r>
            <a:r>
              <a:rPr lang="en-US" b="1" dirty="0"/>
              <a:t>provide value to the customer.</a:t>
            </a:r>
          </a:p>
        </p:txBody>
      </p:sp>
    </p:spTree>
    <p:extLst>
      <p:ext uri="{BB962C8B-B14F-4D97-AF65-F5344CB8AC3E}">
        <p14:creationId xmlns:p14="http://schemas.microsoft.com/office/powerpoint/2010/main" val="1165128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User Stories</a:t>
            </a:r>
          </a:p>
        </p:txBody>
      </p:sp>
      <p:sp>
        <p:nvSpPr>
          <p:cNvPr id="3" name="Content Placeholder 2"/>
          <p:cNvSpPr>
            <a:spLocks noGrp="1"/>
          </p:cNvSpPr>
          <p:nvPr>
            <p:ph idx="1"/>
          </p:nvPr>
        </p:nvSpPr>
        <p:spPr>
          <a:xfrm>
            <a:off x="733826" y="1613869"/>
            <a:ext cx="10515600" cy="4351338"/>
          </a:xfrm>
        </p:spPr>
        <p:txBody>
          <a:bodyPr>
            <a:normAutofit/>
          </a:bodyPr>
          <a:lstStyle/>
          <a:p>
            <a:pPr marL="0" indent="0">
              <a:buNone/>
            </a:pPr>
            <a:r>
              <a:rPr lang="en-US" sz="2800" b="0" i="0" dirty="0">
                <a:solidFill>
                  <a:srgbClr val="091E42"/>
                </a:solidFill>
                <a:effectLst/>
                <a:latin typeface="Charlie Text"/>
              </a:rPr>
              <a:t>A key component of agile software development is putting people first, and a user story puts </a:t>
            </a:r>
            <a:r>
              <a:rPr lang="en-US" sz="2800" b="1" i="0" dirty="0">
                <a:solidFill>
                  <a:srgbClr val="091E42"/>
                </a:solidFill>
                <a:effectLst/>
                <a:latin typeface="Charlie Text"/>
              </a:rPr>
              <a:t>end users at the center of the conversation. </a:t>
            </a:r>
          </a:p>
          <a:p>
            <a:pPr marL="0" indent="0">
              <a:buNone/>
            </a:pPr>
            <a:endParaRPr lang="en-US" dirty="0">
              <a:solidFill>
                <a:srgbClr val="091E42"/>
              </a:solidFill>
              <a:latin typeface="Charlie Text"/>
            </a:endParaRPr>
          </a:p>
          <a:p>
            <a:pPr marL="0" indent="0">
              <a:buNone/>
            </a:pPr>
            <a:r>
              <a:rPr lang="en-US" sz="2800" b="0" i="0" dirty="0">
                <a:solidFill>
                  <a:srgbClr val="091E42"/>
                </a:solidFill>
                <a:effectLst/>
                <a:latin typeface="Charlie Text"/>
              </a:rPr>
              <a:t>These stories use non-technical language to provide context for the development team and their efforts. </a:t>
            </a:r>
          </a:p>
          <a:p>
            <a:pPr marL="0" indent="0">
              <a:buNone/>
            </a:pPr>
            <a:endParaRPr lang="en-US" dirty="0">
              <a:solidFill>
                <a:srgbClr val="091E42"/>
              </a:solidFill>
              <a:latin typeface="Charlie Text"/>
            </a:endParaRPr>
          </a:p>
          <a:p>
            <a:pPr marL="0" indent="0">
              <a:buNone/>
            </a:pPr>
            <a:r>
              <a:rPr lang="en-US" sz="2800" b="0" i="0" dirty="0">
                <a:solidFill>
                  <a:srgbClr val="091E42"/>
                </a:solidFill>
                <a:effectLst/>
                <a:latin typeface="Charlie Text"/>
              </a:rPr>
              <a:t>After reading a user story, the team knows why they are building, what they're building, and what value it creates.</a:t>
            </a:r>
            <a:endParaRPr lang="en-US" sz="3700" dirty="0"/>
          </a:p>
          <a:p>
            <a:endParaRPr lang="en-US" sz="3700" dirty="0"/>
          </a:p>
          <a:p>
            <a:endParaRPr lang="en-US" sz="3700" dirty="0"/>
          </a:p>
        </p:txBody>
      </p:sp>
    </p:spTree>
    <p:extLst>
      <p:ext uri="{BB962C8B-B14F-4D97-AF65-F5344CB8AC3E}">
        <p14:creationId xmlns:p14="http://schemas.microsoft.com/office/powerpoint/2010/main" val="17255772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9896DD-F833-4D06-BCF3-FF66C8A3FAF7}"/>
              </a:ext>
            </a:extLst>
          </p:cNvPr>
          <p:cNvSpPr>
            <a:spLocks noGrp="1"/>
          </p:cNvSpPr>
          <p:nvPr>
            <p:ph idx="1"/>
          </p:nvPr>
        </p:nvSpPr>
        <p:spPr/>
        <p:txBody>
          <a:bodyPr/>
          <a:lstStyle/>
          <a:p>
            <a:pPr marL="0" indent="0">
              <a:buNone/>
            </a:pPr>
            <a:r>
              <a:rPr lang="en-US" dirty="0"/>
              <a:t>User stories are one of the core components of an agile program. </a:t>
            </a:r>
          </a:p>
          <a:p>
            <a:pPr marL="0" indent="0">
              <a:buNone/>
            </a:pPr>
            <a:endParaRPr lang="en-US" dirty="0"/>
          </a:p>
          <a:p>
            <a:pPr marL="0" indent="0">
              <a:buNone/>
            </a:pPr>
            <a:r>
              <a:rPr lang="en-US" dirty="0"/>
              <a:t>They help provide a </a:t>
            </a:r>
            <a:r>
              <a:rPr lang="en-US" b="1" dirty="0"/>
              <a:t>user-focused framework </a:t>
            </a:r>
            <a:r>
              <a:rPr lang="en-US" dirty="0"/>
              <a:t>for daily work — which drives collaboration, creativity, and a better product overall.</a:t>
            </a:r>
          </a:p>
        </p:txBody>
      </p:sp>
    </p:spTree>
    <p:extLst>
      <p:ext uri="{BB962C8B-B14F-4D97-AF65-F5344CB8AC3E}">
        <p14:creationId xmlns:p14="http://schemas.microsoft.com/office/powerpoint/2010/main" val="10167003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32294C-45DD-4002-AD96-0B2792A0102F}"/>
              </a:ext>
            </a:extLst>
          </p:cNvPr>
          <p:cNvSpPr>
            <a:spLocks noGrp="1"/>
          </p:cNvSpPr>
          <p:nvPr>
            <p:ph idx="1"/>
          </p:nvPr>
        </p:nvSpPr>
        <p:spPr/>
        <p:txBody>
          <a:bodyPr/>
          <a:lstStyle/>
          <a:p>
            <a:pPr marL="0" indent="0">
              <a:buNone/>
            </a:pPr>
            <a:r>
              <a:rPr lang="en-US" dirty="0"/>
              <a:t>User stories are a few sentences in simple language that outline the desired outcome. </a:t>
            </a:r>
          </a:p>
          <a:p>
            <a:pPr marL="0" indent="0">
              <a:buNone/>
            </a:pPr>
            <a:endParaRPr lang="en-US" dirty="0"/>
          </a:p>
          <a:p>
            <a:pPr marL="0" indent="0">
              <a:buNone/>
            </a:pPr>
            <a:r>
              <a:rPr lang="en-US" dirty="0"/>
              <a:t>They don't go into detail. Requirements are added later, once agreed upon by the team.</a:t>
            </a:r>
          </a:p>
        </p:txBody>
      </p:sp>
    </p:spTree>
    <p:extLst>
      <p:ext uri="{BB962C8B-B14F-4D97-AF65-F5344CB8AC3E}">
        <p14:creationId xmlns:p14="http://schemas.microsoft.com/office/powerpoint/2010/main" val="26144422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3BDB8B-7CDB-4648-BCD9-5504226F987E}"/>
              </a:ext>
            </a:extLst>
          </p:cNvPr>
          <p:cNvSpPr>
            <a:spLocks noGrp="1"/>
          </p:cNvSpPr>
          <p:nvPr>
            <p:ph idx="1"/>
          </p:nvPr>
        </p:nvSpPr>
        <p:spPr>
          <a:xfrm>
            <a:off x="838200" y="413886"/>
            <a:ext cx="10515600" cy="5763077"/>
          </a:xfrm>
        </p:spPr>
        <p:txBody>
          <a:bodyPr>
            <a:normAutofit lnSpcReduction="10000"/>
          </a:bodyPr>
          <a:lstStyle/>
          <a:p>
            <a:pPr marL="0" indent="0" algn="l" fontAlgn="base">
              <a:buNone/>
            </a:pPr>
            <a:r>
              <a:rPr lang="en-US" b="0" i="0" dirty="0">
                <a:solidFill>
                  <a:srgbClr val="091E42"/>
                </a:solidFill>
                <a:effectLst/>
                <a:latin typeface="Charlie Text"/>
              </a:rPr>
              <a:t>User stories serve a number of key benefits:</a:t>
            </a:r>
          </a:p>
          <a:p>
            <a:pPr marL="0" indent="0" algn="l" fontAlgn="base">
              <a:buNone/>
            </a:pPr>
            <a:endParaRPr lang="en-US" b="0" i="0" dirty="0">
              <a:solidFill>
                <a:srgbClr val="091E42"/>
              </a:solidFill>
              <a:effectLst/>
              <a:latin typeface="Charlie Text"/>
            </a:endParaRPr>
          </a:p>
          <a:p>
            <a:pPr marL="0" indent="0" algn="l" fontAlgn="base">
              <a:buNone/>
            </a:pPr>
            <a:r>
              <a:rPr lang="en-US" b="1" i="0" dirty="0">
                <a:solidFill>
                  <a:srgbClr val="091E42"/>
                </a:solidFill>
                <a:effectLst/>
                <a:latin typeface="Charlie Text"/>
              </a:rPr>
              <a:t>Stories keep the focus on the user.</a:t>
            </a:r>
            <a:r>
              <a:rPr lang="en-US" b="0" i="0" dirty="0">
                <a:solidFill>
                  <a:srgbClr val="091E42"/>
                </a:solidFill>
                <a:effectLst/>
                <a:latin typeface="Charlie Text"/>
              </a:rPr>
              <a:t> A to-do list keeps the team focused on tasks that need to be checked off, but a collection of stories keeps the team focused on solving problems for real users.</a:t>
            </a:r>
            <a:br>
              <a:rPr lang="en-US" b="0" i="0" dirty="0">
                <a:solidFill>
                  <a:srgbClr val="091E42"/>
                </a:solidFill>
                <a:effectLst/>
                <a:latin typeface="Charlie Text"/>
              </a:rPr>
            </a:br>
            <a:r>
              <a:rPr lang="en-US" b="0" i="0" dirty="0">
                <a:solidFill>
                  <a:srgbClr val="091E42"/>
                </a:solidFill>
                <a:effectLst/>
                <a:latin typeface="Charlie Text"/>
              </a:rPr>
              <a:t> </a:t>
            </a:r>
          </a:p>
          <a:p>
            <a:pPr marL="0" indent="0" algn="l" fontAlgn="base">
              <a:buNone/>
            </a:pPr>
            <a:r>
              <a:rPr lang="en-US" b="1" i="0" dirty="0">
                <a:solidFill>
                  <a:srgbClr val="091E42"/>
                </a:solidFill>
                <a:effectLst/>
                <a:latin typeface="Charlie Text"/>
              </a:rPr>
              <a:t>Stories enable collaboration.</a:t>
            </a:r>
            <a:r>
              <a:rPr lang="en-US" b="0" i="0" dirty="0">
                <a:solidFill>
                  <a:srgbClr val="091E42"/>
                </a:solidFill>
                <a:effectLst/>
                <a:latin typeface="Charlie Text"/>
              </a:rPr>
              <a:t> With the end goal defined, the team can work together to decide how best to serve the user and meet that goal.</a:t>
            </a:r>
            <a:br>
              <a:rPr lang="en-US" b="0" i="0" dirty="0">
                <a:solidFill>
                  <a:srgbClr val="091E42"/>
                </a:solidFill>
                <a:effectLst/>
                <a:latin typeface="Charlie Text"/>
              </a:rPr>
            </a:br>
            <a:r>
              <a:rPr lang="en-US" b="0" i="0" dirty="0">
                <a:solidFill>
                  <a:srgbClr val="091E42"/>
                </a:solidFill>
                <a:effectLst/>
                <a:latin typeface="Charlie Text"/>
              </a:rPr>
              <a:t> </a:t>
            </a:r>
          </a:p>
          <a:p>
            <a:pPr marL="0" indent="0" algn="l" fontAlgn="base">
              <a:buNone/>
            </a:pPr>
            <a:r>
              <a:rPr lang="en-US" b="1" i="0" dirty="0">
                <a:solidFill>
                  <a:srgbClr val="091E42"/>
                </a:solidFill>
                <a:effectLst/>
                <a:latin typeface="Charlie Text"/>
              </a:rPr>
              <a:t>Stories drive creative solutions.</a:t>
            </a:r>
            <a:r>
              <a:rPr lang="en-US" b="0" i="0" dirty="0">
                <a:solidFill>
                  <a:srgbClr val="091E42"/>
                </a:solidFill>
                <a:effectLst/>
                <a:latin typeface="Charlie Text"/>
              </a:rPr>
              <a:t> Stories encourage the team to think critically and creatively about how to best solve for an end goal.</a:t>
            </a:r>
            <a:br>
              <a:rPr lang="en-US" b="0" i="0" dirty="0">
                <a:solidFill>
                  <a:srgbClr val="091E42"/>
                </a:solidFill>
                <a:effectLst/>
                <a:latin typeface="Charlie Text"/>
              </a:rPr>
            </a:br>
            <a:r>
              <a:rPr lang="en-US" b="0" i="0" dirty="0">
                <a:solidFill>
                  <a:srgbClr val="091E42"/>
                </a:solidFill>
                <a:effectLst/>
                <a:latin typeface="Charlie Text"/>
              </a:rPr>
              <a:t> </a:t>
            </a:r>
          </a:p>
          <a:p>
            <a:pPr marL="0" indent="0" algn="l" fontAlgn="base">
              <a:buNone/>
            </a:pPr>
            <a:r>
              <a:rPr lang="en-US" b="1" i="0" dirty="0">
                <a:solidFill>
                  <a:srgbClr val="091E42"/>
                </a:solidFill>
                <a:effectLst/>
                <a:latin typeface="Charlie Text"/>
              </a:rPr>
              <a:t>Stories create momentum.</a:t>
            </a:r>
            <a:r>
              <a:rPr lang="en-US" b="0" i="0" dirty="0">
                <a:solidFill>
                  <a:srgbClr val="091E42"/>
                </a:solidFill>
                <a:effectLst/>
                <a:latin typeface="Charlie Text"/>
              </a:rPr>
              <a:t> With each passing story, the development team enjoys a small challenge and a small win, driving momentum.  </a:t>
            </a:r>
          </a:p>
          <a:p>
            <a:endParaRPr lang="en-US" dirty="0"/>
          </a:p>
        </p:txBody>
      </p:sp>
    </p:spTree>
    <p:extLst>
      <p:ext uri="{BB962C8B-B14F-4D97-AF65-F5344CB8AC3E}">
        <p14:creationId xmlns:p14="http://schemas.microsoft.com/office/powerpoint/2010/main" val="8947048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5E6DBB-742F-4210-A973-E1EDCED9E061}"/>
              </a:ext>
            </a:extLst>
          </p:cNvPr>
          <p:cNvSpPr>
            <a:spLocks noGrp="1"/>
          </p:cNvSpPr>
          <p:nvPr>
            <p:ph idx="1"/>
          </p:nvPr>
        </p:nvSpPr>
        <p:spPr>
          <a:xfrm>
            <a:off x="838200" y="1183907"/>
            <a:ext cx="10515600" cy="4993056"/>
          </a:xfrm>
        </p:spPr>
        <p:txBody>
          <a:bodyPr/>
          <a:lstStyle/>
          <a:p>
            <a:pPr marL="0" indent="0">
              <a:buNone/>
            </a:pPr>
            <a:r>
              <a:rPr lang="en-US" dirty="0"/>
              <a:t>During a sprint or iteration planning meeting, the team decides what stories they’ll tackle that sprint. </a:t>
            </a:r>
          </a:p>
          <a:p>
            <a:pPr marL="0" indent="0">
              <a:buNone/>
            </a:pPr>
            <a:endParaRPr lang="en-US" dirty="0"/>
          </a:p>
          <a:p>
            <a:pPr marL="0" indent="0">
              <a:buNone/>
            </a:pPr>
            <a:r>
              <a:rPr lang="en-US" dirty="0"/>
              <a:t>Teams now discuss the requirements and functionality that each user story requires. </a:t>
            </a:r>
          </a:p>
          <a:p>
            <a:pPr marL="0" indent="0">
              <a:buNone/>
            </a:pPr>
            <a:endParaRPr lang="en-US" dirty="0"/>
          </a:p>
          <a:p>
            <a:pPr marL="0" indent="0">
              <a:buNone/>
            </a:pPr>
            <a:r>
              <a:rPr lang="en-US" dirty="0"/>
              <a:t>This is an opportunity to get technical and creative in the team’s implementation of the story. Once agreed upon, these requirements are added to the story.</a:t>
            </a:r>
          </a:p>
        </p:txBody>
      </p:sp>
    </p:spTree>
    <p:extLst>
      <p:ext uri="{BB962C8B-B14F-4D97-AF65-F5344CB8AC3E}">
        <p14:creationId xmlns:p14="http://schemas.microsoft.com/office/powerpoint/2010/main" val="31511788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BD1596-4D4C-48CB-B534-DEAC9EAFC153}"/>
              </a:ext>
            </a:extLst>
          </p:cNvPr>
          <p:cNvSpPr>
            <a:spLocks noGrp="1"/>
          </p:cNvSpPr>
          <p:nvPr>
            <p:ph idx="1"/>
          </p:nvPr>
        </p:nvSpPr>
        <p:spPr>
          <a:xfrm>
            <a:off x="838200" y="202131"/>
            <a:ext cx="10515600" cy="5974832"/>
          </a:xfrm>
        </p:spPr>
        <p:txBody>
          <a:bodyPr>
            <a:normAutofit fontScale="77500" lnSpcReduction="20000"/>
          </a:bodyPr>
          <a:lstStyle/>
          <a:p>
            <a:pPr marL="0" indent="0" algn="l" fontAlgn="base">
              <a:buNone/>
            </a:pPr>
            <a:r>
              <a:rPr lang="en-US" b="0" i="0" dirty="0">
                <a:solidFill>
                  <a:srgbClr val="091E42"/>
                </a:solidFill>
                <a:effectLst/>
                <a:latin typeface="Charlie Text"/>
              </a:rPr>
              <a:t>Consider the following when writing user stories:</a:t>
            </a:r>
          </a:p>
          <a:p>
            <a:pPr marL="0" indent="0" algn="l" fontAlgn="base">
              <a:buNone/>
            </a:pPr>
            <a:endParaRPr lang="en-US" b="1" i="0" dirty="0">
              <a:solidFill>
                <a:srgbClr val="091E42"/>
              </a:solidFill>
              <a:effectLst/>
              <a:latin typeface="Charlie Text"/>
            </a:endParaRPr>
          </a:p>
          <a:p>
            <a:pPr marL="0" indent="0" algn="l" fontAlgn="base">
              <a:buNone/>
            </a:pPr>
            <a:r>
              <a:rPr lang="en-US" b="1" i="0" dirty="0">
                <a:solidFill>
                  <a:srgbClr val="091E42"/>
                </a:solidFill>
                <a:effectLst/>
                <a:latin typeface="Charlie Text"/>
              </a:rPr>
              <a:t>Definition of “done”</a:t>
            </a:r>
            <a:r>
              <a:rPr lang="en-US" b="0" i="0" dirty="0">
                <a:solidFill>
                  <a:srgbClr val="091E42"/>
                </a:solidFill>
                <a:effectLst/>
                <a:latin typeface="Charlie Text"/>
              </a:rPr>
              <a:t> — The story is generally “done” when the user can complete the outlined task, but make sure to define what that is</a:t>
            </a:r>
          </a:p>
          <a:p>
            <a:pPr marL="0" indent="0" algn="l" fontAlgn="base">
              <a:buNone/>
            </a:pPr>
            <a:endParaRPr lang="en-US" b="1" i="0" dirty="0">
              <a:solidFill>
                <a:srgbClr val="091E42"/>
              </a:solidFill>
              <a:effectLst/>
              <a:latin typeface="Charlie Text"/>
            </a:endParaRPr>
          </a:p>
          <a:p>
            <a:pPr marL="0" indent="0" algn="l" fontAlgn="base">
              <a:buNone/>
            </a:pPr>
            <a:r>
              <a:rPr lang="en-US" b="1" i="0" dirty="0">
                <a:solidFill>
                  <a:srgbClr val="091E42"/>
                </a:solidFill>
                <a:effectLst/>
                <a:latin typeface="Charlie Text"/>
              </a:rPr>
              <a:t>Outline subtasks or tasks</a:t>
            </a:r>
            <a:r>
              <a:rPr lang="en-US" b="0" i="0" dirty="0">
                <a:solidFill>
                  <a:srgbClr val="091E42"/>
                </a:solidFill>
                <a:effectLst/>
                <a:latin typeface="Charlie Text"/>
              </a:rPr>
              <a:t> — Decide which specific steps need to be completed and who is responsible for each of them.</a:t>
            </a:r>
            <a:br>
              <a:rPr lang="en-US" b="0" i="0" dirty="0">
                <a:solidFill>
                  <a:srgbClr val="091E42"/>
                </a:solidFill>
                <a:effectLst/>
                <a:latin typeface="Charlie Text"/>
              </a:rPr>
            </a:br>
            <a:r>
              <a:rPr lang="en-US" b="0" i="0" dirty="0">
                <a:solidFill>
                  <a:srgbClr val="091E42"/>
                </a:solidFill>
                <a:effectLst/>
                <a:latin typeface="Charlie Text"/>
              </a:rPr>
              <a:t> </a:t>
            </a:r>
          </a:p>
          <a:p>
            <a:pPr marL="0" indent="0" algn="l" fontAlgn="base">
              <a:buNone/>
            </a:pPr>
            <a:r>
              <a:rPr lang="en-US" b="1" i="0" dirty="0">
                <a:solidFill>
                  <a:srgbClr val="091E42"/>
                </a:solidFill>
                <a:effectLst/>
                <a:latin typeface="Charlie Text"/>
              </a:rPr>
              <a:t>User personas</a:t>
            </a:r>
            <a:r>
              <a:rPr lang="en-US" b="0" i="0" dirty="0">
                <a:solidFill>
                  <a:srgbClr val="091E42"/>
                </a:solidFill>
                <a:effectLst/>
                <a:latin typeface="Charlie Text"/>
              </a:rPr>
              <a:t> — For whom? If there are multiple end users, consider making multiple stories.</a:t>
            </a:r>
            <a:br>
              <a:rPr lang="en-US" b="0" i="0" dirty="0">
                <a:solidFill>
                  <a:srgbClr val="091E42"/>
                </a:solidFill>
                <a:effectLst/>
                <a:latin typeface="Charlie Text"/>
              </a:rPr>
            </a:br>
            <a:r>
              <a:rPr lang="en-US" b="0" i="0" dirty="0">
                <a:solidFill>
                  <a:srgbClr val="091E42"/>
                </a:solidFill>
                <a:effectLst/>
                <a:latin typeface="Charlie Text"/>
              </a:rPr>
              <a:t> </a:t>
            </a:r>
          </a:p>
          <a:p>
            <a:pPr marL="0" indent="0" algn="l" fontAlgn="base">
              <a:buNone/>
            </a:pPr>
            <a:r>
              <a:rPr lang="en-US" b="1" i="0" dirty="0">
                <a:solidFill>
                  <a:srgbClr val="091E42"/>
                </a:solidFill>
                <a:effectLst/>
                <a:latin typeface="Charlie Text"/>
              </a:rPr>
              <a:t>Ordered Steps</a:t>
            </a:r>
            <a:r>
              <a:rPr lang="en-US" b="0" i="0" dirty="0">
                <a:solidFill>
                  <a:srgbClr val="091E42"/>
                </a:solidFill>
                <a:effectLst/>
                <a:latin typeface="Charlie Text"/>
              </a:rPr>
              <a:t> — Write a story for each step in a larger process.</a:t>
            </a:r>
            <a:br>
              <a:rPr lang="en-US" b="0" i="0" dirty="0">
                <a:solidFill>
                  <a:srgbClr val="091E42"/>
                </a:solidFill>
                <a:effectLst/>
                <a:latin typeface="Charlie Text"/>
              </a:rPr>
            </a:br>
            <a:r>
              <a:rPr lang="en-US" b="0" i="0" dirty="0">
                <a:solidFill>
                  <a:srgbClr val="091E42"/>
                </a:solidFill>
                <a:effectLst/>
                <a:latin typeface="Charlie Text"/>
              </a:rPr>
              <a:t> </a:t>
            </a:r>
          </a:p>
          <a:p>
            <a:pPr marL="0" indent="0" algn="l" fontAlgn="base">
              <a:buNone/>
            </a:pPr>
            <a:r>
              <a:rPr lang="en-US" b="1" i="0" dirty="0">
                <a:solidFill>
                  <a:srgbClr val="091E42"/>
                </a:solidFill>
                <a:effectLst/>
                <a:latin typeface="Charlie Text"/>
              </a:rPr>
              <a:t>Listen to feedback</a:t>
            </a:r>
            <a:r>
              <a:rPr lang="en-US" b="0" i="0" dirty="0">
                <a:solidFill>
                  <a:srgbClr val="091E42"/>
                </a:solidFill>
                <a:effectLst/>
                <a:latin typeface="Charlie Text"/>
              </a:rPr>
              <a:t> — Talk to your users and capture the problem or need in their words. No need to guess at stories when you can source them from your customers.</a:t>
            </a:r>
            <a:br>
              <a:rPr lang="en-US" b="0" i="0" dirty="0">
                <a:solidFill>
                  <a:srgbClr val="091E42"/>
                </a:solidFill>
                <a:effectLst/>
                <a:latin typeface="Charlie Text"/>
              </a:rPr>
            </a:br>
            <a:r>
              <a:rPr lang="en-US" b="0" i="0" dirty="0">
                <a:solidFill>
                  <a:srgbClr val="091E42"/>
                </a:solidFill>
                <a:effectLst/>
                <a:latin typeface="Charlie Text"/>
              </a:rPr>
              <a:t> </a:t>
            </a:r>
          </a:p>
          <a:p>
            <a:pPr marL="0" indent="0" algn="l" fontAlgn="base">
              <a:buNone/>
            </a:pPr>
            <a:r>
              <a:rPr lang="en-US" b="1" i="0" dirty="0">
                <a:solidFill>
                  <a:srgbClr val="091E42"/>
                </a:solidFill>
                <a:effectLst/>
                <a:latin typeface="Charlie Text"/>
              </a:rPr>
              <a:t>Time</a:t>
            </a:r>
            <a:r>
              <a:rPr lang="en-US" b="0" i="0" dirty="0">
                <a:solidFill>
                  <a:srgbClr val="091E42"/>
                </a:solidFill>
                <a:effectLst/>
                <a:latin typeface="Charlie Text"/>
              </a:rPr>
              <a:t> —Since stories should be completable in one sprint, stories that might take weeks or months to complete should be broken up into smaller stories.</a:t>
            </a:r>
            <a:br>
              <a:rPr lang="en-US" b="0" i="0" dirty="0">
                <a:solidFill>
                  <a:srgbClr val="091E42"/>
                </a:solidFill>
                <a:effectLst/>
                <a:latin typeface="Charlie Text"/>
              </a:rPr>
            </a:br>
            <a:r>
              <a:rPr lang="en-US" b="0" i="0" dirty="0">
                <a:solidFill>
                  <a:srgbClr val="091E42"/>
                </a:solidFill>
                <a:effectLst/>
                <a:latin typeface="Charlie Text"/>
              </a:rPr>
              <a:t> </a:t>
            </a:r>
          </a:p>
          <a:p>
            <a:pPr marL="0" indent="0" algn="l" fontAlgn="base">
              <a:buNone/>
            </a:pPr>
            <a:r>
              <a:rPr lang="en-US" b="0" i="0" dirty="0">
                <a:solidFill>
                  <a:srgbClr val="091E42"/>
                </a:solidFill>
                <a:effectLst/>
                <a:latin typeface="Charlie Text"/>
              </a:rPr>
              <a:t>Once the user stories are clearly defined, make sure they are visible for the entire team.</a:t>
            </a:r>
          </a:p>
          <a:p>
            <a:endParaRPr lang="en-US" dirty="0"/>
          </a:p>
        </p:txBody>
      </p:sp>
    </p:spTree>
    <p:extLst>
      <p:ext uri="{BB962C8B-B14F-4D97-AF65-F5344CB8AC3E}">
        <p14:creationId xmlns:p14="http://schemas.microsoft.com/office/powerpoint/2010/main" val="5458263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34898"/>
            <a:ext cx="10515600" cy="4351338"/>
          </a:xfrm>
        </p:spPr>
        <p:txBody>
          <a:bodyPr>
            <a:normAutofit/>
          </a:bodyPr>
          <a:lstStyle/>
          <a:p>
            <a:pPr marL="0" indent="0" algn="l" fontAlgn="base">
              <a:buNone/>
            </a:pPr>
            <a:r>
              <a:rPr lang="en-US" sz="2800" b="0" i="0" dirty="0">
                <a:solidFill>
                  <a:srgbClr val="091E42"/>
                </a:solidFill>
                <a:effectLst/>
                <a:latin typeface="Charlie Text"/>
              </a:rPr>
              <a:t>User stories are often expressed in a simple sentence, structured as follows:</a:t>
            </a:r>
          </a:p>
          <a:p>
            <a:pPr marL="0" indent="0" algn="l" fontAlgn="base">
              <a:buNone/>
            </a:pPr>
            <a:r>
              <a:rPr lang="en-US" sz="2800" b="1" i="0" dirty="0">
                <a:solidFill>
                  <a:srgbClr val="091E42"/>
                </a:solidFill>
                <a:effectLst/>
                <a:latin typeface="Charlie Text"/>
              </a:rPr>
              <a:t>“As a [persona], I [want to], [so that].”</a:t>
            </a:r>
            <a:endParaRPr lang="en-US" sz="2800" b="0" i="0" dirty="0">
              <a:solidFill>
                <a:srgbClr val="091E42"/>
              </a:solidFill>
              <a:effectLst/>
              <a:latin typeface="Charlie Text"/>
            </a:endParaRPr>
          </a:p>
          <a:p>
            <a:endParaRPr lang="en-US" sz="3700" dirty="0"/>
          </a:p>
          <a:p>
            <a:endParaRPr lang="en-US" sz="3700" dirty="0"/>
          </a:p>
          <a:p>
            <a:endParaRPr lang="en-US" sz="3700" dirty="0"/>
          </a:p>
        </p:txBody>
      </p:sp>
      <p:sp>
        <p:nvSpPr>
          <p:cNvPr id="5" name="Footer Placeholder 4"/>
          <p:cNvSpPr>
            <a:spLocks noGrp="1"/>
          </p:cNvSpPr>
          <p:nvPr>
            <p:ph type="ftr" sz="quarter" idx="10"/>
          </p:nvPr>
        </p:nvSpPr>
        <p:spPr>
          <a:xfrm>
            <a:off x="4513224" y="6176963"/>
            <a:ext cx="3510775" cy="365125"/>
          </a:xfrm>
        </p:spPr>
        <p:txBody>
          <a:bodyPr/>
          <a:lstStyle/>
          <a:p>
            <a:r>
              <a:rPr lang="en-US" dirty="0"/>
              <a:t>Essential Scrum – Kenneth S. Rubin</a:t>
            </a:r>
          </a:p>
          <a:p>
            <a:endParaRPr lang="en-US" dirty="0"/>
          </a:p>
        </p:txBody>
      </p:sp>
    </p:spTree>
    <p:extLst>
      <p:ext uri="{BB962C8B-B14F-4D97-AF65-F5344CB8AC3E}">
        <p14:creationId xmlns:p14="http://schemas.microsoft.com/office/powerpoint/2010/main" val="18415314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D250B9-F8D8-4EB0-9B7F-76002C8E1DDD}"/>
              </a:ext>
            </a:extLst>
          </p:cNvPr>
          <p:cNvSpPr>
            <a:spLocks noGrp="1"/>
          </p:cNvSpPr>
          <p:nvPr>
            <p:ph idx="1"/>
          </p:nvPr>
        </p:nvSpPr>
        <p:spPr>
          <a:xfrm>
            <a:off x="838200" y="1501541"/>
            <a:ext cx="10515600" cy="4675422"/>
          </a:xfrm>
        </p:spPr>
        <p:txBody>
          <a:bodyPr/>
          <a:lstStyle/>
          <a:p>
            <a:pPr marL="0" indent="0">
              <a:buNone/>
            </a:pPr>
            <a:r>
              <a:rPr lang="en-US" b="0" i="0" dirty="0">
                <a:solidFill>
                  <a:srgbClr val="091E42"/>
                </a:solidFill>
                <a:effectLst/>
                <a:latin typeface="Charlie Text"/>
              </a:rPr>
              <a:t>"As a [persona]": </a:t>
            </a:r>
          </a:p>
          <a:p>
            <a:pPr marL="0" indent="0">
              <a:buNone/>
            </a:pPr>
            <a:endParaRPr lang="en-US" dirty="0">
              <a:solidFill>
                <a:srgbClr val="091E42"/>
              </a:solidFill>
              <a:latin typeface="Charlie Text"/>
            </a:endParaRPr>
          </a:p>
          <a:p>
            <a:pPr marL="0" indent="0">
              <a:buNone/>
            </a:pPr>
            <a:r>
              <a:rPr lang="en-US" b="0" i="0" dirty="0">
                <a:solidFill>
                  <a:srgbClr val="091E42"/>
                </a:solidFill>
                <a:effectLst/>
                <a:latin typeface="Charlie Text"/>
              </a:rPr>
              <a:t>Who are we building this for? We’re not just after a job title, we’re after the persona of the person. Max. Our team should have a shared understanding of who Max is. We’ve hopefully interviewed plenty of Max’s. We understand how that person works, how they think and what they feel. We have empathy for Max.</a:t>
            </a:r>
          </a:p>
          <a:p>
            <a:endParaRPr lang="en-US" dirty="0"/>
          </a:p>
        </p:txBody>
      </p:sp>
    </p:spTree>
    <p:extLst>
      <p:ext uri="{BB962C8B-B14F-4D97-AF65-F5344CB8AC3E}">
        <p14:creationId xmlns:p14="http://schemas.microsoft.com/office/powerpoint/2010/main" val="32320821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EA42CA-09E9-496E-8E70-C05DE7088FEA}"/>
              </a:ext>
            </a:extLst>
          </p:cNvPr>
          <p:cNvSpPr>
            <a:spLocks noGrp="1"/>
          </p:cNvSpPr>
          <p:nvPr>
            <p:ph idx="1"/>
          </p:nvPr>
        </p:nvSpPr>
        <p:spPr>
          <a:xfrm>
            <a:off x="526228" y="1490783"/>
            <a:ext cx="10515600" cy="4675422"/>
          </a:xfrm>
        </p:spPr>
        <p:txBody>
          <a:bodyPr/>
          <a:lstStyle/>
          <a:p>
            <a:pPr marL="0" indent="0">
              <a:buNone/>
            </a:pPr>
            <a:r>
              <a:rPr lang="en-US" b="0" i="0" dirty="0">
                <a:solidFill>
                  <a:srgbClr val="091E42"/>
                </a:solidFill>
                <a:effectLst/>
                <a:latin typeface="Charlie Text"/>
              </a:rPr>
              <a:t>“Wants to”: </a:t>
            </a:r>
          </a:p>
          <a:p>
            <a:pPr marL="0" indent="0">
              <a:buNone/>
            </a:pPr>
            <a:r>
              <a:rPr lang="en-US" b="0" i="0" dirty="0">
                <a:solidFill>
                  <a:srgbClr val="091E42"/>
                </a:solidFill>
                <a:effectLst/>
                <a:latin typeface="Charlie Text"/>
              </a:rPr>
              <a:t>Here we’re describing their intent — not the features they use. What is it they’re actually trying to achieve? </a:t>
            </a:r>
          </a:p>
          <a:p>
            <a:pPr marL="0" indent="0">
              <a:buNone/>
            </a:pPr>
            <a:endParaRPr lang="en-US" dirty="0">
              <a:solidFill>
                <a:srgbClr val="091E42"/>
              </a:solidFill>
              <a:latin typeface="Charlie Text"/>
            </a:endParaRPr>
          </a:p>
          <a:p>
            <a:pPr marL="0" indent="0">
              <a:buNone/>
            </a:pPr>
            <a:r>
              <a:rPr lang="en-US" b="0" i="0" dirty="0">
                <a:solidFill>
                  <a:srgbClr val="091E42"/>
                </a:solidFill>
                <a:effectLst/>
                <a:latin typeface="Charlie Text"/>
              </a:rPr>
              <a:t>This statement should be implementation free — if you’re describing any part of the UI and not what the user goal is you're missing the point.</a:t>
            </a:r>
          </a:p>
          <a:p>
            <a:endParaRPr lang="en-US" dirty="0"/>
          </a:p>
        </p:txBody>
      </p:sp>
    </p:spTree>
    <p:extLst>
      <p:ext uri="{BB962C8B-B14F-4D97-AF65-F5344CB8AC3E}">
        <p14:creationId xmlns:p14="http://schemas.microsoft.com/office/powerpoint/2010/main" val="9326165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18C825-5379-4F76-B252-885F9DF62958}"/>
              </a:ext>
            </a:extLst>
          </p:cNvPr>
          <p:cNvSpPr>
            <a:spLocks noGrp="1"/>
          </p:cNvSpPr>
          <p:nvPr>
            <p:ph idx="1"/>
          </p:nvPr>
        </p:nvSpPr>
        <p:spPr/>
        <p:txBody>
          <a:bodyPr/>
          <a:lstStyle/>
          <a:p>
            <a:pPr marL="0" indent="0">
              <a:buNone/>
            </a:pPr>
            <a:r>
              <a:rPr lang="en-US" dirty="0"/>
              <a:t>“So that”:</a:t>
            </a:r>
          </a:p>
          <a:p>
            <a:pPr marL="0" indent="0">
              <a:buNone/>
            </a:pPr>
            <a:endParaRPr lang="en-US" dirty="0"/>
          </a:p>
          <a:p>
            <a:pPr marL="0" indent="0">
              <a:buNone/>
            </a:pPr>
            <a:r>
              <a:rPr lang="en-US" dirty="0"/>
              <a:t>What’s the overall benefit they’re trying to achieve? What is the big problem that needs solving?</a:t>
            </a:r>
          </a:p>
        </p:txBody>
      </p:sp>
    </p:spTree>
    <p:extLst>
      <p:ext uri="{BB962C8B-B14F-4D97-AF65-F5344CB8AC3E}">
        <p14:creationId xmlns:p14="http://schemas.microsoft.com/office/powerpoint/2010/main" val="27633031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3F687B3-29A9-B4C6-4F64-85E76FFCA7AC}"/>
              </a:ext>
            </a:extLst>
          </p:cNvPr>
          <p:cNvPicPr>
            <a:picLocks noChangeAspect="1"/>
          </p:cNvPicPr>
          <p:nvPr/>
        </p:nvPicPr>
        <p:blipFill rotWithShape="1">
          <a:blip r:embed="rId2"/>
          <a:srcRect l="20312" t="9856" r="17291" b="13701"/>
          <a:stretch/>
        </p:blipFill>
        <p:spPr>
          <a:xfrm>
            <a:off x="1104899" y="579938"/>
            <a:ext cx="10557773" cy="5604962"/>
          </a:xfrm>
          <a:prstGeom prst="rect">
            <a:avLst/>
          </a:prstGeom>
        </p:spPr>
      </p:pic>
    </p:spTree>
    <p:extLst>
      <p:ext uri="{BB962C8B-B14F-4D97-AF65-F5344CB8AC3E}">
        <p14:creationId xmlns:p14="http://schemas.microsoft.com/office/powerpoint/2010/main" val="17376831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F388243-90E4-89CB-16FF-6A351B3E8FB4}"/>
              </a:ext>
            </a:extLst>
          </p:cNvPr>
          <p:cNvPicPr>
            <a:picLocks noGrp="1" noChangeAspect="1"/>
          </p:cNvPicPr>
          <p:nvPr>
            <p:ph idx="1"/>
          </p:nvPr>
        </p:nvPicPr>
        <p:blipFill rotWithShape="1">
          <a:blip r:embed="rId2"/>
          <a:srcRect l="7096" t="1532" r="34473" b="58190"/>
          <a:stretch/>
        </p:blipFill>
        <p:spPr>
          <a:xfrm>
            <a:off x="622300" y="538018"/>
            <a:ext cx="11150232" cy="5380182"/>
          </a:xfrm>
          <a:prstGeom prst="rect">
            <a:avLst/>
          </a:prstGeom>
        </p:spPr>
      </p:pic>
    </p:spTree>
    <p:extLst>
      <p:ext uri="{BB962C8B-B14F-4D97-AF65-F5344CB8AC3E}">
        <p14:creationId xmlns:p14="http://schemas.microsoft.com/office/powerpoint/2010/main" val="16165290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5325" y="666427"/>
            <a:ext cx="10515600" cy="5129939"/>
          </a:xfrm>
        </p:spPr>
        <p:txBody>
          <a:bodyPr>
            <a:normAutofit/>
          </a:bodyPr>
          <a:lstStyle/>
          <a:p>
            <a:pPr marL="0" indent="0">
              <a:buNone/>
            </a:pPr>
            <a:r>
              <a:rPr lang="en-US" sz="4000" b="1" dirty="0"/>
              <a:t>Product backlog is composed of backlog items (PBIs)</a:t>
            </a:r>
          </a:p>
          <a:p>
            <a:pPr marL="0" indent="0">
              <a:buNone/>
            </a:pPr>
            <a:endParaRPr lang="en-US" dirty="0"/>
          </a:p>
          <a:p>
            <a:r>
              <a:rPr lang="en-US" sz="3000" dirty="0"/>
              <a:t>Features – most PBIs are features, items of functionality that will have value to the user or customer</a:t>
            </a:r>
          </a:p>
          <a:p>
            <a:r>
              <a:rPr lang="en-US" sz="3000" dirty="0"/>
              <a:t>Defects – things that need repair </a:t>
            </a:r>
          </a:p>
          <a:p>
            <a:r>
              <a:rPr lang="en-US" sz="3000" dirty="0"/>
              <a:t>Technical Improvements – move to the latest version of the Oracle DBMS</a:t>
            </a:r>
          </a:p>
          <a:p>
            <a:r>
              <a:rPr lang="en-US" sz="3000" dirty="0"/>
              <a:t>Knowledge-acquisition work</a:t>
            </a:r>
          </a:p>
          <a:p>
            <a:endParaRPr lang="en-US" sz="3700" dirty="0"/>
          </a:p>
          <a:p>
            <a:endParaRPr lang="en-US" sz="3700" dirty="0"/>
          </a:p>
        </p:txBody>
      </p:sp>
      <p:sp>
        <p:nvSpPr>
          <p:cNvPr id="5" name="Footer Placeholder 4"/>
          <p:cNvSpPr>
            <a:spLocks noGrp="1"/>
          </p:cNvSpPr>
          <p:nvPr>
            <p:ph type="ftr" sz="quarter" idx="10"/>
          </p:nvPr>
        </p:nvSpPr>
        <p:spPr>
          <a:xfrm>
            <a:off x="4513224" y="6176963"/>
            <a:ext cx="3510775" cy="365125"/>
          </a:xfrm>
        </p:spPr>
        <p:txBody>
          <a:bodyPr/>
          <a:lstStyle/>
          <a:p>
            <a:r>
              <a:rPr lang="en-US" dirty="0"/>
              <a:t>Essential Scrum – Kenneth S. Rubin</a:t>
            </a:r>
          </a:p>
          <a:p>
            <a:endParaRPr lang="en-US" dirty="0"/>
          </a:p>
        </p:txBody>
      </p:sp>
    </p:spTree>
    <p:extLst>
      <p:ext uri="{BB962C8B-B14F-4D97-AF65-F5344CB8AC3E}">
        <p14:creationId xmlns:p14="http://schemas.microsoft.com/office/powerpoint/2010/main" val="40813911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307</TotalTime>
  <Words>2357</Words>
  <Application>Microsoft Office PowerPoint</Application>
  <PresentationFormat>Widescreen</PresentationFormat>
  <Paragraphs>195</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Calibri Light</vt:lpstr>
      <vt:lpstr>Charlie Text</vt:lpstr>
      <vt:lpstr>Office Theme</vt:lpstr>
      <vt:lpstr>PowerPoint Presentation</vt:lpstr>
      <vt:lpstr>PowerPoint Presentation</vt:lpstr>
      <vt:lpstr>Requirements: The Reality</vt:lpstr>
      <vt:lpstr>What is a requirement?</vt:lpstr>
      <vt:lpstr>Types of requirements</vt:lpstr>
      <vt:lpstr>User and system requirements (example with a patient information system for mental health care).</vt:lpstr>
      <vt:lpstr>PowerPoint Presentation</vt:lpstr>
      <vt:lpstr>PowerPoint Presentation</vt:lpstr>
      <vt:lpstr>Non-functional classifications</vt:lpstr>
      <vt:lpstr>Example: Mentcare system</vt:lpstr>
      <vt:lpstr>Examples of possible non-functional requirements for the Mentcare system</vt:lpstr>
      <vt:lpstr>Examples of possible non-functional requirements for the Mentcare system</vt:lpstr>
      <vt:lpstr>Examples of possible non-functional requirements for the Mentcare system</vt:lpstr>
      <vt:lpstr>3 main activities in the requirements engineering process</vt:lpstr>
      <vt:lpstr>Requirements elicitation</vt:lpstr>
      <vt:lpstr>Not as easy as it may seem</vt:lpstr>
      <vt:lpstr>3 main activities in the requirements engineering process</vt:lpstr>
      <vt:lpstr>Requirements Specification</vt:lpstr>
      <vt:lpstr>The software requirements document</vt:lpstr>
      <vt:lpstr>Agile methods and requirements</vt:lpstr>
      <vt:lpstr>3 main activities in the requirements engineering process</vt:lpstr>
      <vt:lpstr>Requirements validation</vt:lpstr>
      <vt:lpstr>Requirements checking</vt:lpstr>
      <vt:lpstr>Requirements in Scrum </vt:lpstr>
      <vt:lpstr>Progressive Refinement</vt:lpstr>
      <vt:lpstr>User Stories</vt:lpstr>
      <vt:lpstr>User Stories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Django Packages</dc:title>
  <dc:creator>Duce, Patricia</dc:creator>
  <cp:lastModifiedBy>Duce, Patricia</cp:lastModifiedBy>
  <cp:revision>12</cp:revision>
  <dcterms:created xsi:type="dcterms:W3CDTF">2020-10-02T04:28:27Z</dcterms:created>
  <dcterms:modified xsi:type="dcterms:W3CDTF">2024-11-05T14:10:03Z</dcterms:modified>
</cp:coreProperties>
</file>