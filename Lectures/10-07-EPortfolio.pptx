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9" r:id="rId3"/>
    <p:sldId id="280" r:id="rId4"/>
    <p:sldId id="282" r:id="rId5"/>
    <p:sldId id="281" r:id="rId6"/>
    <p:sldId id="284" r:id="rId7"/>
    <p:sldId id="283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560B5662-1751-4C55-A8D6-DB8BC32B7DEA}"/>
    <pc:docChg chg="modSld">
      <pc:chgData name="Duce, Patricia" userId="63213659-433f-4003-8b64-f125efbf754c" providerId="ADAL" clId="{560B5662-1751-4C55-A8D6-DB8BC32B7DEA}" dt="2023-09-25T20:10:37.305" v="0" actId="20577"/>
      <pc:docMkLst>
        <pc:docMk/>
      </pc:docMkLst>
      <pc:sldChg chg="modSp mod">
        <pc:chgData name="Duce, Patricia" userId="63213659-433f-4003-8b64-f125efbf754c" providerId="ADAL" clId="{560B5662-1751-4C55-A8D6-DB8BC32B7DEA}" dt="2023-09-25T20:10:37.305" v="0" actId="20577"/>
        <pc:sldMkLst>
          <pc:docMk/>
          <pc:sldMk cId="1817825223" sldId="280"/>
        </pc:sldMkLst>
        <pc:spChg chg="mod">
          <ac:chgData name="Duce, Patricia" userId="63213659-433f-4003-8b64-f125efbf754c" providerId="ADAL" clId="{560B5662-1751-4C55-A8D6-DB8BC32B7DEA}" dt="2023-09-25T20:10:37.305" v="0" actId="20577"/>
          <ac:spMkLst>
            <pc:docMk/>
            <pc:sldMk cId="1817825223" sldId="280"/>
            <ac:spMk id="3" creationId="{42AB03CD-A7B9-D242-7C76-97E8994D9178}"/>
          </ac:spMkLst>
        </pc:spChg>
      </pc:sldChg>
    </pc:docChg>
  </pc:docChgLst>
  <pc:docChgLst>
    <pc:chgData name="Duce, Patricia" userId="63213659-433f-4003-8b64-f125efbf754c" providerId="ADAL" clId="{D0807AA0-82B0-4428-B9EF-9982EDDAF6F9}"/>
    <pc:docChg chg="custSel addSld modSld sldOrd">
      <pc:chgData name="Duce, Patricia" userId="63213659-433f-4003-8b64-f125efbf754c" providerId="ADAL" clId="{D0807AA0-82B0-4428-B9EF-9982EDDAF6F9}" dt="2022-09-12T02:58:10.524" v="340" actId="20577"/>
      <pc:docMkLst>
        <pc:docMk/>
      </pc:docMkLst>
      <pc:sldChg chg="delSp modSp new mod">
        <pc:chgData name="Duce, Patricia" userId="63213659-433f-4003-8b64-f125efbf754c" providerId="ADAL" clId="{D0807AA0-82B0-4428-B9EF-9982EDDAF6F9}" dt="2022-09-11T23:31:27.209" v="9" actId="478"/>
        <pc:sldMkLst>
          <pc:docMk/>
          <pc:sldMk cId="2910849489" sldId="256"/>
        </pc:sldMkLst>
        <pc:spChg chg="mod">
          <ac:chgData name="Duce, Patricia" userId="63213659-433f-4003-8b64-f125efbf754c" providerId="ADAL" clId="{D0807AA0-82B0-4428-B9EF-9982EDDAF6F9}" dt="2022-09-11T23:31:24.796" v="8" actId="20577"/>
          <ac:spMkLst>
            <pc:docMk/>
            <pc:sldMk cId="2910849489" sldId="256"/>
            <ac:spMk id="2" creationId="{795FB71C-7676-11E8-9F0D-7B77810B4578}"/>
          </ac:spMkLst>
        </pc:spChg>
        <pc:spChg chg="del">
          <ac:chgData name="Duce, Patricia" userId="63213659-433f-4003-8b64-f125efbf754c" providerId="ADAL" clId="{D0807AA0-82B0-4428-B9EF-9982EDDAF6F9}" dt="2022-09-11T23:31:27.209" v="9" actId="478"/>
          <ac:spMkLst>
            <pc:docMk/>
            <pc:sldMk cId="2910849489" sldId="256"/>
            <ac:spMk id="3" creationId="{9D577D03-CD96-3423-183F-6F28EC67DE18}"/>
          </ac:spMkLst>
        </pc:spChg>
      </pc:sldChg>
      <pc:sldChg chg="delSp modSp new mod">
        <pc:chgData name="Duce, Patricia" userId="63213659-433f-4003-8b64-f125efbf754c" providerId="ADAL" clId="{D0807AA0-82B0-4428-B9EF-9982EDDAF6F9}" dt="2022-09-11T23:33:17.391" v="29" actId="113"/>
        <pc:sldMkLst>
          <pc:docMk/>
          <pc:sldMk cId="1430586360" sldId="257"/>
        </pc:sldMkLst>
        <pc:spChg chg="del">
          <ac:chgData name="Duce, Patricia" userId="63213659-433f-4003-8b64-f125efbf754c" providerId="ADAL" clId="{D0807AA0-82B0-4428-B9EF-9982EDDAF6F9}" dt="2022-09-11T23:32:05.270" v="13" actId="478"/>
          <ac:spMkLst>
            <pc:docMk/>
            <pc:sldMk cId="1430586360" sldId="257"/>
            <ac:spMk id="2" creationId="{92A1D2D6-3775-7024-1583-92E039DF024D}"/>
          </ac:spMkLst>
        </pc:spChg>
        <pc:spChg chg="mod">
          <ac:chgData name="Duce, Patricia" userId="63213659-433f-4003-8b64-f125efbf754c" providerId="ADAL" clId="{D0807AA0-82B0-4428-B9EF-9982EDDAF6F9}" dt="2022-09-11T23:33:17.391" v="29" actId="113"/>
          <ac:spMkLst>
            <pc:docMk/>
            <pc:sldMk cId="1430586360" sldId="257"/>
            <ac:spMk id="3" creationId="{91CBCD73-F575-8B82-7E14-764605C20E41}"/>
          </ac:spMkLst>
        </pc:spChg>
      </pc:sldChg>
      <pc:sldChg chg="addSp delSp modSp new mod">
        <pc:chgData name="Duce, Patricia" userId="63213659-433f-4003-8b64-f125efbf754c" providerId="ADAL" clId="{D0807AA0-82B0-4428-B9EF-9982EDDAF6F9}" dt="2022-09-11T23:37:41.219" v="38" actId="1076"/>
        <pc:sldMkLst>
          <pc:docMk/>
          <pc:sldMk cId="665620702" sldId="258"/>
        </pc:sldMkLst>
        <pc:spChg chg="del">
          <ac:chgData name="Duce, Patricia" userId="63213659-433f-4003-8b64-f125efbf754c" providerId="ADAL" clId="{D0807AA0-82B0-4428-B9EF-9982EDDAF6F9}" dt="2022-09-11T23:37:19.158" v="32" actId="478"/>
          <ac:spMkLst>
            <pc:docMk/>
            <pc:sldMk cId="665620702" sldId="258"/>
            <ac:spMk id="2" creationId="{0E2E3A8E-97BC-0EC7-9541-B32845AFADC5}"/>
          </ac:spMkLst>
        </pc:spChg>
        <pc:spChg chg="del">
          <ac:chgData name="Duce, Patricia" userId="63213659-433f-4003-8b64-f125efbf754c" providerId="ADAL" clId="{D0807AA0-82B0-4428-B9EF-9982EDDAF6F9}" dt="2022-09-11T23:37:15.791" v="31" actId="22"/>
          <ac:spMkLst>
            <pc:docMk/>
            <pc:sldMk cId="665620702" sldId="258"/>
            <ac:spMk id="3" creationId="{38ADE139-7743-89F7-937A-53F35F473D65}"/>
          </ac:spMkLst>
        </pc:spChg>
        <pc:picChg chg="add mod ord modCrop">
          <ac:chgData name="Duce, Patricia" userId="63213659-433f-4003-8b64-f125efbf754c" providerId="ADAL" clId="{D0807AA0-82B0-4428-B9EF-9982EDDAF6F9}" dt="2022-09-11T23:37:41.219" v="38" actId="1076"/>
          <ac:picMkLst>
            <pc:docMk/>
            <pc:sldMk cId="665620702" sldId="258"/>
            <ac:picMk id="5" creationId="{34FC313D-FE4F-41B5-13BF-356CD092262C}"/>
          </ac:picMkLst>
        </pc:picChg>
      </pc:sldChg>
      <pc:sldChg chg="addSp delSp modSp new mod">
        <pc:chgData name="Duce, Patricia" userId="63213659-433f-4003-8b64-f125efbf754c" providerId="ADAL" clId="{D0807AA0-82B0-4428-B9EF-9982EDDAF6F9}" dt="2022-09-11T23:39:19.941" v="47" actId="1076"/>
        <pc:sldMkLst>
          <pc:docMk/>
          <pc:sldMk cId="1062134618" sldId="259"/>
        </pc:sldMkLst>
        <pc:spChg chg="del">
          <ac:chgData name="Duce, Patricia" userId="63213659-433f-4003-8b64-f125efbf754c" providerId="ADAL" clId="{D0807AA0-82B0-4428-B9EF-9982EDDAF6F9}" dt="2022-09-11T23:38:34.638" v="41" actId="478"/>
          <ac:spMkLst>
            <pc:docMk/>
            <pc:sldMk cId="1062134618" sldId="259"/>
            <ac:spMk id="2" creationId="{465FB018-9326-3B9A-7612-2C7B86A141B4}"/>
          </ac:spMkLst>
        </pc:spChg>
        <pc:spChg chg="del">
          <ac:chgData name="Duce, Patricia" userId="63213659-433f-4003-8b64-f125efbf754c" providerId="ADAL" clId="{D0807AA0-82B0-4428-B9EF-9982EDDAF6F9}" dt="2022-09-11T23:38:32.431" v="40" actId="22"/>
          <ac:spMkLst>
            <pc:docMk/>
            <pc:sldMk cId="1062134618" sldId="259"/>
            <ac:spMk id="3" creationId="{D1472E23-F6D2-5EFF-093F-91FB84E94884}"/>
          </ac:spMkLst>
        </pc:spChg>
        <pc:picChg chg="add mod ord modCrop">
          <ac:chgData name="Duce, Patricia" userId="63213659-433f-4003-8b64-f125efbf754c" providerId="ADAL" clId="{D0807AA0-82B0-4428-B9EF-9982EDDAF6F9}" dt="2022-09-11T23:39:19.941" v="47" actId="1076"/>
          <ac:picMkLst>
            <pc:docMk/>
            <pc:sldMk cId="1062134618" sldId="259"/>
            <ac:picMk id="5" creationId="{CD4AC0C7-BAE4-7CFB-6D4B-D6AEC4F63373}"/>
          </ac:picMkLst>
        </pc:picChg>
      </pc:sldChg>
      <pc:sldChg chg="addSp delSp modSp new mod">
        <pc:chgData name="Duce, Patricia" userId="63213659-433f-4003-8b64-f125efbf754c" providerId="ADAL" clId="{D0807AA0-82B0-4428-B9EF-9982EDDAF6F9}" dt="2022-09-11T23:39:55.649" v="57" actId="1076"/>
        <pc:sldMkLst>
          <pc:docMk/>
          <pc:sldMk cId="1425070910" sldId="260"/>
        </pc:sldMkLst>
        <pc:spChg chg="del">
          <ac:chgData name="Duce, Patricia" userId="63213659-433f-4003-8b64-f125efbf754c" providerId="ADAL" clId="{D0807AA0-82B0-4428-B9EF-9982EDDAF6F9}" dt="2022-09-11T23:39:31.467" v="49" actId="478"/>
          <ac:spMkLst>
            <pc:docMk/>
            <pc:sldMk cId="1425070910" sldId="260"/>
            <ac:spMk id="2" creationId="{3EE172FF-DF8B-C111-D5F1-168785246949}"/>
          </ac:spMkLst>
        </pc:spChg>
        <pc:spChg chg="del">
          <ac:chgData name="Duce, Patricia" userId="63213659-433f-4003-8b64-f125efbf754c" providerId="ADAL" clId="{D0807AA0-82B0-4428-B9EF-9982EDDAF6F9}" dt="2022-09-11T23:39:33.400" v="50" actId="22"/>
          <ac:spMkLst>
            <pc:docMk/>
            <pc:sldMk cId="1425070910" sldId="260"/>
            <ac:spMk id="3" creationId="{F6F85EC0-19A2-46D8-74DC-9822F31699EF}"/>
          </ac:spMkLst>
        </pc:spChg>
        <pc:picChg chg="add mod ord modCrop">
          <ac:chgData name="Duce, Patricia" userId="63213659-433f-4003-8b64-f125efbf754c" providerId="ADAL" clId="{D0807AA0-82B0-4428-B9EF-9982EDDAF6F9}" dt="2022-09-11T23:39:55.649" v="57" actId="1076"/>
          <ac:picMkLst>
            <pc:docMk/>
            <pc:sldMk cId="1425070910" sldId="260"/>
            <ac:picMk id="5" creationId="{B890D4E8-B4BD-9FFD-F901-009B62B08142}"/>
          </ac:picMkLst>
        </pc:picChg>
      </pc:sldChg>
      <pc:sldChg chg="delSp modSp new mod">
        <pc:chgData name="Duce, Patricia" userId="63213659-433f-4003-8b64-f125efbf754c" providerId="ADAL" clId="{D0807AA0-82B0-4428-B9EF-9982EDDAF6F9}" dt="2022-09-11T23:41:48.101" v="93" actId="113"/>
        <pc:sldMkLst>
          <pc:docMk/>
          <pc:sldMk cId="1901855053" sldId="261"/>
        </pc:sldMkLst>
        <pc:spChg chg="del">
          <ac:chgData name="Duce, Patricia" userId="63213659-433f-4003-8b64-f125efbf754c" providerId="ADAL" clId="{D0807AA0-82B0-4428-B9EF-9982EDDAF6F9}" dt="2022-09-11T23:41:00.035" v="88" actId="478"/>
          <ac:spMkLst>
            <pc:docMk/>
            <pc:sldMk cId="1901855053" sldId="261"/>
            <ac:spMk id="2" creationId="{89BC076E-3DE3-B2C6-4534-65BCCD622C91}"/>
          </ac:spMkLst>
        </pc:spChg>
        <pc:spChg chg="mod">
          <ac:chgData name="Duce, Patricia" userId="63213659-433f-4003-8b64-f125efbf754c" providerId="ADAL" clId="{D0807AA0-82B0-4428-B9EF-9982EDDAF6F9}" dt="2022-09-11T23:41:48.101" v="93" actId="113"/>
          <ac:spMkLst>
            <pc:docMk/>
            <pc:sldMk cId="1901855053" sldId="261"/>
            <ac:spMk id="3" creationId="{B116A81E-E831-EA5B-251B-E10879C6F687}"/>
          </ac:spMkLst>
        </pc:spChg>
      </pc:sldChg>
      <pc:sldChg chg="modSp add mod">
        <pc:chgData name="Duce, Patricia" userId="63213659-433f-4003-8b64-f125efbf754c" providerId="ADAL" clId="{D0807AA0-82B0-4428-B9EF-9982EDDAF6F9}" dt="2022-09-11T23:41:57.155" v="95" actId="113"/>
        <pc:sldMkLst>
          <pc:docMk/>
          <pc:sldMk cId="2632036620" sldId="262"/>
        </pc:sldMkLst>
        <pc:spChg chg="mod">
          <ac:chgData name="Duce, Patricia" userId="63213659-433f-4003-8b64-f125efbf754c" providerId="ADAL" clId="{D0807AA0-82B0-4428-B9EF-9982EDDAF6F9}" dt="2022-09-11T23:41:57.155" v="95" actId="113"/>
          <ac:spMkLst>
            <pc:docMk/>
            <pc:sldMk cId="2632036620" sldId="262"/>
            <ac:spMk id="3" creationId="{B116A81E-E831-EA5B-251B-E10879C6F687}"/>
          </ac:spMkLst>
        </pc:spChg>
      </pc:sldChg>
      <pc:sldChg chg="addSp delSp modSp new mod">
        <pc:chgData name="Duce, Patricia" userId="63213659-433f-4003-8b64-f125efbf754c" providerId="ADAL" clId="{D0807AA0-82B0-4428-B9EF-9982EDDAF6F9}" dt="2022-09-11T23:46:29.874" v="104" actId="1076"/>
        <pc:sldMkLst>
          <pc:docMk/>
          <pc:sldMk cId="1177781785" sldId="263"/>
        </pc:sldMkLst>
        <pc:spChg chg="del">
          <ac:chgData name="Duce, Patricia" userId="63213659-433f-4003-8b64-f125efbf754c" providerId="ADAL" clId="{D0807AA0-82B0-4428-B9EF-9982EDDAF6F9}" dt="2022-09-11T23:46:10.824" v="98" actId="478"/>
          <ac:spMkLst>
            <pc:docMk/>
            <pc:sldMk cId="1177781785" sldId="263"/>
            <ac:spMk id="2" creationId="{D789739B-1247-B173-F0A7-94857A8540B3}"/>
          </ac:spMkLst>
        </pc:spChg>
        <pc:spChg chg="del">
          <ac:chgData name="Duce, Patricia" userId="63213659-433f-4003-8b64-f125efbf754c" providerId="ADAL" clId="{D0807AA0-82B0-4428-B9EF-9982EDDAF6F9}" dt="2022-09-11T23:46:04.944" v="97" actId="22"/>
          <ac:spMkLst>
            <pc:docMk/>
            <pc:sldMk cId="1177781785" sldId="263"/>
            <ac:spMk id="3" creationId="{BBC3FDAB-88DA-1CB0-6E59-E688653BEC95}"/>
          </ac:spMkLst>
        </pc:spChg>
        <pc:picChg chg="add mod ord modCrop">
          <ac:chgData name="Duce, Patricia" userId="63213659-433f-4003-8b64-f125efbf754c" providerId="ADAL" clId="{D0807AA0-82B0-4428-B9EF-9982EDDAF6F9}" dt="2022-09-11T23:46:29.874" v="104" actId="1076"/>
          <ac:picMkLst>
            <pc:docMk/>
            <pc:sldMk cId="1177781785" sldId="263"/>
            <ac:picMk id="5" creationId="{A5C7C69C-EE03-0955-0C89-CCFA1598E3CB}"/>
          </ac:picMkLst>
        </pc:picChg>
      </pc:sldChg>
      <pc:sldChg chg="addSp delSp modSp new mod">
        <pc:chgData name="Duce, Patricia" userId="63213659-433f-4003-8b64-f125efbf754c" providerId="ADAL" clId="{D0807AA0-82B0-4428-B9EF-9982EDDAF6F9}" dt="2022-09-11T23:50:59.257" v="113" actId="14100"/>
        <pc:sldMkLst>
          <pc:docMk/>
          <pc:sldMk cId="2547896135" sldId="264"/>
        </pc:sldMkLst>
        <pc:spChg chg="del">
          <ac:chgData name="Duce, Patricia" userId="63213659-433f-4003-8b64-f125efbf754c" providerId="ADAL" clId="{D0807AA0-82B0-4428-B9EF-9982EDDAF6F9}" dt="2022-09-11T23:50:41.262" v="107" actId="478"/>
          <ac:spMkLst>
            <pc:docMk/>
            <pc:sldMk cId="2547896135" sldId="264"/>
            <ac:spMk id="2" creationId="{87ADB1AE-AA8F-765B-997B-EBB6332C6F54}"/>
          </ac:spMkLst>
        </pc:spChg>
        <pc:spChg chg="del">
          <ac:chgData name="Duce, Patricia" userId="63213659-433f-4003-8b64-f125efbf754c" providerId="ADAL" clId="{D0807AA0-82B0-4428-B9EF-9982EDDAF6F9}" dt="2022-09-11T23:50:38.595" v="106" actId="22"/>
          <ac:spMkLst>
            <pc:docMk/>
            <pc:sldMk cId="2547896135" sldId="264"/>
            <ac:spMk id="3" creationId="{CB107956-EC29-4B97-BF88-2B607C1E759E}"/>
          </ac:spMkLst>
        </pc:spChg>
        <pc:picChg chg="add mod ord modCrop">
          <ac:chgData name="Duce, Patricia" userId="63213659-433f-4003-8b64-f125efbf754c" providerId="ADAL" clId="{D0807AA0-82B0-4428-B9EF-9982EDDAF6F9}" dt="2022-09-11T23:50:59.257" v="113" actId="14100"/>
          <ac:picMkLst>
            <pc:docMk/>
            <pc:sldMk cId="2547896135" sldId="264"/>
            <ac:picMk id="5" creationId="{2352741C-663A-7D6A-0BDF-3E6154A34CA1}"/>
          </ac:picMkLst>
        </pc:picChg>
      </pc:sldChg>
      <pc:sldChg chg="addSp delSp modSp new mod">
        <pc:chgData name="Duce, Patricia" userId="63213659-433f-4003-8b64-f125efbf754c" providerId="ADAL" clId="{D0807AA0-82B0-4428-B9EF-9982EDDAF6F9}" dt="2022-09-11T23:53:29.645" v="125" actId="1076"/>
        <pc:sldMkLst>
          <pc:docMk/>
          <pc:sldMk cId="1445110986" sldId="265"/>
        </pc:sldMkLst>
        <pc:spChg chg="del">
          <ac:chgData name="Duce, Patricia" userId="63213659-433f-4003-8b64-f125efbf754c" providerId="ADAL" clId="{D0807AA0-82B0-4428-B9EF-9982EDDAF6F9}" dt="2022-09-11T23:53:03.405" v="116" actId="478"/>
          <ac:spMkLst>
            <pc:docMk/>
            <pc:sldMk cId="1445110986" sldId="265"/>
            <ac:spMk id="2" creationId="{8DF575DA-6B0D-718B-2A51-B5403D826324}"/>
          </ac:spMkLst>
        </pc:spChg>
        <pc:spChg chg="del">
          <ac:chgData name="Duce, Patricia" userId="63213659-433f-4003-8b64-f125efbf754c" providerId="ADAL" clId="{D0807AA0-82B0-4428-B9EF-9982EDDAF6F9}" dt="2022-09-11T23:52:57.013" v="115" actId="22"/>
          <ac:spMkLst>
            <pc:docMk/>
            <pc:sldMk cId="1445110986" sldId="265"/>
            <ac:spMk id="3" creationId="{0004700F-D38F-4BAC-482E-060B2B1C8BA1}"/>
          </ac:spMkLst>
        </pc:spChg>
        <pc:picChg chg="add mod ord modCrop">
          <ac:chgData name="Duce, Patricia" userId="63213659-433f-4003-8b64-f125efbf754c" providerId="ADAL" clId="{D0807AA0-82B0-4428-B9EF-9982EDDAF6F9}" dt="2022-09-11T23:53:29.645" v="125" actId="1076"/>
          <ac:picMkLst>
            <pc:docMk/>
            <pc:sldMk cId="1445110986" sldId="265"/>
            <ac:picMk id="5" creationId="{AE69802E-4046-3B98-A11D-E436747D7106}"/>
          </ac:picMkLst>
        </pc:picChg>
      </pc:sldChg>
      <pc:sldChg chg="addSp delSp modSp new mod">
        <pc:chgData name="Duce, Patricia" userId="63213659-433f-4003-8b64-f125efbf754c" providerId="ADAL" clId="{D0807AA0-82B0-4428-B9EF-9982EDDAF6F9}" dt="2022-09-11T23:54:50.009" v="137" actId="1076"/>
        <pc:sldMkLst>
          <pc:docMk/>
          <pc:sldMk cId="2638826982" sldId="266"/>
        </pc:sldMkLst>
        <pc:spChg chg="del">
          <ac:chgData name="Duce, Patricia" userId="63213659-433f-4003-8b64-f125efbf754c" providerId="ADAL" clId="{D0807AA0-82B0-4428-B9EF-9982EDDAF6F9}" dt="2022-09-11T23:54:10.588" v="128" actId="478"/>
          <ac:spMkLst>
            <pc:docMk/>
            <pc:sldMk cId="2638826982" sldId="266"/>
            <ac:spMk id="2" creationId="{91F54FEA-35F9-F2A5-8CBE-C1A48B5DEEEF}"/>
          </ac:spMkLst>
        </pc:spChg>
        <pc:spChg chg="del">
          <ac:chgData name="Duce, Patricia" userId="63213659-433f-4003-8b64-f125efbf754c" providerId="ADAL" clId="{D0807AA0-82B0-4428-B9EF-9982EDDAF6F9}" dt="2022-09-11T23:54:08.120" v="127" actId="22"/>
          <ac:spMkLst>
            <pc:docMk/>
            <pc:sldMk cId="2638826982" sldId="266"/>
            <ac:spMk id="3" creationId="{419DB54E-0927-B01A-0D2C-C291F8F96F5F}"/>
          </ac:spMkLst>
        </pc:spChg>
        <pc:picChg chg="add mod ord modCrop">
          <ac:chgData name="Duce, Patricia" userId="63213659-433f-4003-8b64-f125efbf754c" providerId="ADAL" clId="{D0807AA0-82B0-4428-B9EF-9982EDDAF6F9}" dt="2022-09-11T23:54:50.009" v="137" actId="1076"/>
          <ac:picMkLst>
            <pc:docMk/>
            <pc:sldMk cId="2638826982" sldId="266"/>
            <ac:picMk id="5" creationId="{E3D613AA-AE6F-B16E-D2B9-96727ECFB142}"/>
          </ac:picMkLst>
        </pc:picChg>
      </pc:sldChg>
      <pc:sldChg chg="addSp delSp modSp new mod">
        <pc:chgData name="Duce, Patricia" userId="63213659-433f-4003-8b64-f125efbf754c" providerId="ADAL" clId="{D0807AA0-82B0-4428-B9EF-9982EDDAF6F9}" dt="2022-09-11T23:57:35.737" v="164" actId="1076"/>
        <pc:sldMkLst>
          <pc:docMk/>
          <pc:sldMk cId="1008199917" sldId="267"/>
        </pc:sldMkLst>
        <pc:spChg chg="del">
          <ac:chgData name="Duce, Patricia" userId="63213659-433f-4003-8b64-f125efbf754c" providerId="ADAL" clId="{D0807AA0-82B0-4428-B9EF-9982EDDAF6F9}" dt="2022-09-11T23:56:42.928" v="142" actId="478"/>
          <ac:spMkLst>
            <pc:docMk/>
            <pc:sldMk cId="1008199917" sldId="267"/>
            <ac:spMk id="2" creationId="{8B51311E-C2F2-2B95-52CB-89AF2D2A62FB}"/>
          </ac:spMkLst>
        </pc:spChg>
        <pc:spChg chg="mod">
          <ac:chgData name="Duce, Patricia" userId="63213659-433f-4003-8b64-f125efbf754c" providerId="ADAL" clId="{D0807AA0-82B0-4428-B9EF-9982EDDAF6F9}" dt="2022-09-11T23:57:35.737" v="164" actId="1076"/>
          <ac:spMkLst>
            <pc:docMk/>
            <pc:sldMk cId="1008199917" sldId="267"/>
            <ac:spMk id="3" creationId="{7F70C9B4-A60E-0309-FB5E-84BF01CCBCEF}"/>
          </ac:spMkLst>
        </pc:spChg>
        <pc:picChg chg="add mod modCrop">
          <ac:chgData name="Duce, Patricia" userId="63213659-433f-4003-8b64-f125efbf754c" providerId="ADAL" clId="{D0807AA0-82B0-4428-B9EF-9982EDDAF6F9}" dt="2022-09-11T23:57:35.044" v="163" actId="1076"/>
          <ac:picMkLst>
            <pc:docMk/>
            <pc:sldMk cId="1008199917" sldId="267"/>
            <ac:picMk id="5" creationId="{3A1AD7A0-E7FE-6E3B-F466-F494EA335F8B}"/>
          </ac:picMkLst>
        </pc:picChg>
      </pc:sldChg>
      <pc:sldChg chg="addSp delSp modSp new mod">
        <pc:chgData name="Duce, Patricia" userId="63213659-433f-4003-8b64-f125efbf754c" providerId="ADAL" clId="{D0807AA0-82B0-4428-B9EF-9982EDDAF6F9}" dt="2022-09-12T00:03:01.884" v="177" actId="113"/>
        <pc:sldMkLst>
          <pc:docMk/>
          <pc:sldMk cId="5613792" sldId="268"/>
        </pc:sldMkLst>
        <pc:spChg chg="del">
          <ac:chgData name="Duce, Patricia" userId="63213659-433f-4003-8b64-f125efbf754c" providerId="ADAL" clId="{D0807AA0-82B0-4428-B9EF-9982EDDAF6F9}" dt="2022-09-12T00:02:20.130" v="169" actId="478"/>
          <ac:spMkLst>
            <pc:docMk/>
            <pc:sldMk cId="5613792" sldId="268"/>
            <ac:spMk id="2" creationId="{BDE97AC8-D22A-579A-98AD-4F0D15F48E96}"/>
          </ac:spMkLst>
        </pc:spChg>
        <pc:spChg chg="del">
          <ac:chgData name="Duce, Patricia" userId="63213659-433f-4003-8b64-f125efbf754c" providerId="ADAL" clId="{D0807AA0-82B0-4428-B9EF-9982EDDAF6F9}" dt="2022-09-12T00:02:05.476" v="166" actId="22"/>
          <ac:spMkLst>
            <pc:docMk/>
            <pc:sldMk cId="5613792" sldId="268"/>
            <ac:spMk id="3" creationId="{7B06159C-24B5-1771-C19E-E9972480D800}"/>
          </ac:spMkLst>
        </pc:spChg>
        <pc:spChg chg="add mod">
          <ac:chgData name="Duce, Patricia" userId="63213659-433f-4003-8b64-f125efbf754c" providerId="ADAL" clId="{D0807AA0-82B0-4428-B9EF-9982EDDAF6F9}" dt="2022-09-12T00:03:01.884" v="177" actId="113"/>
          <ac:spMkLst>
            <pc:docMk/>
            <pc:sldMk cId="5613792" sldId="268"/>
            <ac:spMk id="7" creationId="{DEC43DFA-DE29-5E4C-B1B0-5E1125E5716A}"/>
          </ac:spMkLst>
        </pc:spChg>
        <pc:picChg chg="add mod ord modCrop">
          <ac:chgData name="Duce, Patricia" userId="63213659-433f-4003-8b64-f125efbf754c" providerId="ADAL" clId="{D0807AA0-82B0-4428-B9EF-9982EDDAF6F9}" dt="2022-09-12T00:02:26.905" v="173" actId="1076"/>
          <ac:picMkLst>
            <pc:docMk/>
            <pc:sldMk cId="5613792" sldId="268"/>
            <ac:picMk id="5" creationId="{FE5B78B7-4343-28E6-7FB1-5C10954645A4}"/>
          </ac:picMkLst>
        </pc:picChg>
      </pc:sldChg>
      <pc:sldChg chg="delSp modSp new mod">
        <pc:chgData name="Duce, Patricia" userId="63213659-433f-4003-8b64-f125efbf754c" providerId="ADAL" clId="{D0807AA0-82B0-4428-B9EF-9982EDDAF6F9}" dt="2022-09-12T00:06:16.430" v="255" actId="20577"/>
        <pc:sldMkLst>
          <pc:docMk/>
          <pc:sldMk cId="2692313103" sldId="269"/>
        </pc:sldMkLst>
        <pc:spChg chg="del">
          <ac:chgData name="Duce, Patricia" userId="63213659-433f-4003-8b64-f125efbf754c" providerId="ADAL" clId="{D0807AA0-82B0-4428-B9EF-9982EDDAF6F9}" dt="2022-09-12T00:04:47.794" v="200" actId="478"/>
          <ac:spMkLst>
            <pc:docMk/>
            <pc:sldMk cId="2692313103" sldId="269"/>
            <ac:spMk id="2" creationId="{CE9568DA-8219-2A4F-F0CA-FDBCCAD83D5D}"/>
          </ac:spMkLst>
        </pc:spChg>
        <pc:spChg chg="mod">
          <ac:chgData name="Duce, Patricia" userId="63213659-433f-4003-8b64-f125efbf754c" providerId="ADAL" clId="{D0807AA0-82B0-4428-B9EF-9982EDDAF6F9}" dt="2022-09-12T00:06:16.430" v="255" actId="20577"/>
          <ac:spMkLst>
            <pc:docMk/>
            <pc:sldMk cId="2692313103" sldId="269"/>
            <ac:spMk id="3" creationId="{60B754E5-C509-FAF8-A8FE-3D8AC915923A}"/>
          </ac:spMkLst>
        </pc:spChg>
      </pc:sldChg>
      <pc:sldChg chg="modSp add mod">
        <pc:chgData name="Duce, Patricia" userId="63213659-433f-4003-8b64-f125efbf754c" providerId="ADAL" clId="{D0807AA0-82B0-4428-B9EF-9982EDDAF6F9}" dt="2022-09-12T00:06:31.106" v="265" actId="113"/>
        <pc:sldMkLst>
          <pc:docMk/>
          <pc:sldMk cId="1494295041" sldId="270"/>
        </pc:sldMkLst>
        <pc:spChg chg="mod">
          <ac:chgData name="Duce, Patricia" userId="63213659-433f-4003-8b64-f125efbf754c" providerId="ADAL" clId="{D0807AA0-82B0-4428-B9EF-9982EDDAF6F9}" dt="2022-09-12T00:06:31.106" v="265" actId="113"/>
          <ac:spMkLst>
            <pc:docMk/>
            <pc:sldMk cId="1494295041" sldId="270"/>
            <ac:spMk id="3" creationId="{60B754E5-C509-FAF8-A8FE-3D8AC915923A}"/>
          </ac:spMkLst>
        </pc:spChg>
      </pc:sldChg>
      <pc:sldChg chg="addSp delSp modSp new mod">
        <pc:chgData name="Duce, Patricia" userId="63213659-433f-4003-8b64-f125efbf754c" providerId="ADAL" clId="{D0807AA0-82B0-4428-B9EF-9982EDDAF6F9}" dt="2022-09-12T00:08:49.345" v="271" actId="478"/>
        <pc:sldMkLst>
          <pc:docMk/>
          <pc:sldMk cId="3494764845" sldId="271"/>
        </pc:sldMkLst>
        <pc:spChg chg="del">
          <ac:chgData name="Duce, Patricia" userId="63213659-433f-4003-8b64-f125efbf754c" providerId="ADAL" clId="{D0807AA0-82B0-4428-B9EF-9982EDDAF6F9}" dt="2022-09-12T00:08:49.345" v="271" actId="478"/>
          <ac:spMkLst>
            <pc:docMk/>
            <pc:sldMk cId="3494764845" sldId="271"/>
            <ac:spMk id="2" creationId="{BB05B336-C256-3E49-E458-5B762E6B9B75}"/>
          </ac:spMkLst>
        </pc:spChg>
        <pc:spChg chg="del">
          <ac:chgData name="Duce, Patricia" userId="63213659-433f-4003-8b64-f125efbf754c" providerId="ADAL" clId="{D0807AA0-82B0-4428-B9EF-9982EDDAF6F9}" dt="2022-09-12T00:08:38.739" v="267"/>
          <ac:spMkLst>
            <pc:docMk/>
            <pc:sldMk cId="3494764845" sldId="271"/>
            <ac:spMk id="3" creationId="{BA93DA8C-6F64-42B5-10FE-042514A08609}"/>
          </ac:spMkLst>
        </pc:spChg>
        <pc:picChg chg="add mod">
          <ac:chgData name="Duce, Patricia" userId="63213659-433f-4003-8b64-f125efbf754c" providerId="ADAL" clId="{D0807AA0-82B0-4428-B9EF-9982EDDAF6F9}" dt="2022-09-12T00:08:46.798" v="270" actId="1076"/>
          <ac:picMkLst>
            <pc:docMk/>
            <pc:sldMk cId="3494764845" sldId="271"/>
            <ac:picMk id="4" creationId="{ECC02ECE-34FF-D4AA-9491-B19EF52D3A79}"/>
          </ac:picMkLst>
        </pc:picChg>
      </pc:sldChg>
      <pc:sldChg chg="delSp modSp new mod">
        <pc:chgData name="Duce, Patricia" userId="63213659-433f-4003-8b64-f125efbf754c" providerId="ADAL" clId="{D0807AA0-82B0-4428-B9EF-9982EDDAF6F9}" dt="2022-09-12T00:11:19.442" v="277" actId="113"/>
        <pc:sldMkLst>
          <pc:docMk/>
          <pc:sldMk cId="1455020979" sldId="272"/>
        </pc:sldMkLst>
        <pc:spChg chg="del">
          <ac:chgData name="Duce, Patricia" userId="63213659-433f-4003-8b64-f125efbf754c" providerId="ADAL" clId="{D0807AA0-82B0-4428-B9EF-9982EDDAF6F9}" dt="2022-09-12T00:11:03.336" v="275" actId="478"/>
          <ac:spMkLst>
            <pc:docMk/>
            <pc:sldMk cId="1455020979" sldId="272"/>
            <ac:spMk id="2" creationId="{716A6D50-D77C-C614-07D2-1038DE8D269E}"/>
          </ac:spMkLst>
        </pc:spChg>
        <pc:spChg chg="mod">
          <ac:chgData name="Duce, Patricia" userId="63213659-433f-4003-8b64-f125efbf754c" providerId="ADAL" clId="{D0807AA0-82B0-4428-B9EF-9982EDDAF6F9}" dt="2022-09-12T00:11:19.442" v="277" actId="113"/>
          <ac:spMkLst>
            <pc:docMk/>
            <pc:sldMk cId="1455020979" sldId="272"/>
            <ac:spMk id="3" creationId="{18A65D51-8F03-4319-8FFD-94DED0C9CF39}"/>
          </ac:spMkLst>
        </pc:spChg>
      </pc:sldChg>
      <pc:sldChg chg="addSp delSp modSp new mod">
        <pc:chgData name="Duce, Patricia" userId="63213659-433f-4003-8b64-f125efbf754c" providerId="ADAL" clId="{D0807AA0-82B0-4428-B9EF-9982EDDAF6F9}" dt="2022-09-12T00:12:46.515" v="285" actId="1076"/>
        <pc:sldMkLst>
          <pc:docMk/>
          <pc:sldMk cId="4177727801" sldId="273"/>
        </pc:sldMkLst>
        <pc:spChg chg="del">
          <ac:chgData name="Duce, Patricia" userId="63213659-433f-4003-8b64-f125efbf754c" providerId="ADAL" clId="{D0807AA0-82B0-4428-B9EF-9982EDDAF6F9}" dt="2022-09-12T00:12:40.124" v="282" actId="478"/>
          <ac:spMkLst>
            <pc:docMk/>
            <pc:sldMk cId="4177727801" sldId="273"/>
            <ac:spMk id="2" creationId="{4603733B-D2B7-CD1B-C590-A93D1671974A}"/>
          </ac:spMkLst>
        </pc:spChg>
        <pc:spChg chg="del">
          <ac:chgData name="Duce, Patricia" userId="63213659-433f-4003-8b64-f125efbf754c" providerId="ADAL" clId="{D0807AA0-82B0-4428-B9EF-9982EDDAF6F9}" dt="2022-09-12T00:12:23.172" v="279" actId="22"/>
          <ac:spMkLst>
            <pc:docMk/>
            <pc:sldMk cId="4177727801" sldId="273"/>
            <ac:spMk id="3" creationId="{D5EFE2D5-F33E-64D0-895C-AA775EE2CF17}"/>
          </ac:spMkLst>
        </pc:spChg>
        <pc:picChg chg="add mod ord modCrop">
          <ac:chgData name="Duce, Patricia" userId="63213659-433f-4003-8b64-f125efbf754c" providerId="ADAL" clId="{D0807AA0-82B0-4428-B9EF-9982EDDAF6F9}" dt="2022-09-12T00:12:46.515" v="285" actId="1076"/>
          <ac:picMkLst>
            <pc:docMk/>
            <pc:sldMk cId="4177727801" sldId="273"/>
            <ac:picMk id="5" creationId="{D33714BA-317E-5B13-CB54-2AD2399D4641}"/>
          </ac:picMkLst>
        </pc:picChg>
      </pc:sldChg>
      <pc:sldChg chg="delSp modSp new mod">
        <pc:chgData name="Duce, Patricia" userId="63213659-433f-4003-8b64-f125efbf754c" providerId="ADAL" clId="{D0807AA0-82B0-4428-B9EF-9982EDDAF6F9}" dt="2022-09-12T00:13:20.241" v="292" actId="113"/>
        <pc:sldMkLst>
          <pc:docMk/>
          <pc:sldMk cId="436115813" sldId="274"/>
        </pc:sldMkLst>
        <pc:spChg chg="del">
          <ac:chgData name="Duce, Patricia" userId="63213659-433f-4003-8b64-f125efbf754c" providerId="ADAL" clId="{D0807AA0-82B0-4428-B9EF-9982EDDAF6F9}" dt="2022-09-12T00:13:13.616" v="289" actId="478"/>
          <ac:spMkLst>
            <pc:docMk/>
            <pc:sldMk cId="436115813" sldId="274"/>
            <ac:spMk id="2" creationId="{B4321C08-1273-6A6B-D137-CF715A4A46E9}"/>
          </ac:spMkLst>
        </pc:spChg>
        <pc:spChg chg="mod">
          <ac:chgData name="Duce, Patricia" userId="63213659-433f-4003-8b64-f125efbf754c" providerId="ADAL" clId="{D0807AA0-82B0-4428-B9EF-9982EDDAF6F9}" dt="2022-09-12T00:13:20.241" v="292" actId="113"/>
          <ac:spMkLst>
            <pc:docMk/>
            <pc:sldMk cId="436115813" sldId="274"/>
            <ac:spMk id="3" creationId="{63481675-599D-1512-D5A5-8C7D90D65DF1}"/>
          </ac:spMkLst>
        </pc:spChg>
      </pc:sldChg>
      <pc:sldChg chg="addSp delSp modSp new mod">
        <pc:chgData name="Duce, Patricia" userId="63213659-433f-4003-8b64-f125efbf754c" providerId="ADAL" clId="{D0807AA0-82B0-4428-B9EF-9982EDDAF6F9}" dt="2022-09-12T00:13:53.456" v="298" actId="14100"/>
        <pc:sldMkLst>
          <pc:docMk/>
          <pc:sldMk cId="1236290721" sldId="275"/>
        </pc:sldMkLst>
        <pc:spChg chg="del">
          <ac:chgData name="Duce, Patricia" userId="63213659-433f-4003-8b64-f125efbf754c" providerId="ADAL" clId="{D0807AA0-82B0-4428-B9EF-9982EDDAF6F9}" dt="2022-09-12T00:13:48.695" v="295" actId="478"/>
          <ac:spMkLst>
            <pc:docMk/>
            <pc:sldMk cId="1236290721" sldId="275"/>
            <ac:spMk id="2" creationId="{1D2FC25D-83CD-54E0-4F4D-AC24E0BF6C28}"/>
          </ac:spMkLst>
        </pc:spChg>
        <pc:spChg chg="del">
          <ac:chgData name="Duce, Patricia" userId="63213659-433f-4003-8b64-f125efbf754c" providerId="ADAL" clId="{D0807AA0-82B0-4428-B9EF-9982EDDAF6F9}" dt="2022-09-12T00:13:45.972" v="294"/>
          <ac:spMkLst>
            <pc:docMk/>
            <pc:sldMk cId="1236290721" sldId="275"/>
            <ac:spMk id="3" creationId="{ACCD4D28-958E-8431-97CF-D80D5B904B83}"/>
          </ac:spMkLst>
        </pc:spChg>
        <pc:picChg chg="add mod">
          <ac:chgData name="Duce, Patricia" userId="63213659-433f-4003-8b64-f125efbf754c" providerId="ADAL" clId="{D0807AA0-82B0-4428-B9EF-9982EDDAF6F9}" dt="2022-09-12T00:13:53.456" v="298" actId="14100"/>
          <ac:picMkLst>
            <pc:docMk/>
            <pc:sldMk cId="1236290721" sldId="275"/>
            <ac:picMk id="4" creationId="{2922F57F-0431-C821-E9AC-87CDEEC88DA3}"/>
          </ac:picMkLst>
        </pc:picChg>
      </pc:sldChg>
      <pc:sldChg chg="addSp delSp modSp new mod">
        <pc:chgData name="Duce, Patricia" userId="63213659-433f-4003-8b64-f125efbf754c" providerId="ADAL" clId="{D0807AA0-82B0-4428-B9EF-9982EDDAF6F9}" dt="2022-09-12T00:18:19.882" v="306" actId="1076"/>
        <pc:sldMkLst>
          <pc:docMk/>
          <pc:sldMk cId="2411154803" sldId="276"/>
        </pc:sldMkLst>
        <pc:spChg chg="del">
          <ac:chgData name="Duce, Patricia" userId="63213659-433f-4003-8b64-f125efbf754c" providerId="ADAL" clId="{D0807AA0-82B0-4428-B9EF-9982EDDAF6F9}" dt="2022-09-12T00:18:11.999" v="303" actId="478"/>
          <ac:spMkLst>
            <pc:docMk/>
            <pc:sldMk cId="2411154803" sldId="276"/>
            <ac:spMk id="2" creationId="{D70AEB1B-4C6D-E73D-9775-CB4D749A4B81}"/>
          </ac:spMkLst>
        </pc:spChg>
        <pc:spChg chg="del">
          <ac:chgData name="Duce, Patricia" userId="63213659-433f-4003-8b64-f125efbf754c" providerId="ADAL" clId="{D0807AA0-82B0-4428-B9EF-9982EDDAF6F9}" dt="2022-09-12T00:17:54.284" v="300" actId="22"/>
          <ac:spMkLst>
            <pc:docMk/>
            <pc:sldMk cId="2411154803" sldId="276"/>
            <ac:spMk id="3" creationId="{A73BA31E-E01A-853E-7F10-42496BB36631}"/>
          </ac:spMkLst>
        </pc:spChg>
        <pc:picChg chg="add mod ord modCrop">
          <ac:chgData name="Duce, Patricia" userId="63213659-433f-4003-8b64-f125efbf754c" providerId="ADAL" clId="{D0807AA0-82B0-4428-B9EF-9982EDDAF6F9}" dt="2022-09-12T00:18:19.882" v="306" actId="1076"/>
          <ac:picMkLst>
            <pc:docMk/>
            <pc:sldMk cId="2411154803" sldId="276"/>
            <ac:picMk id="5" creationId="{13E1FF93-5EC4-532C-BF79-0555CF1F3F55}"/>
          </ac:picMkLst>
        </pc:picChg>
      </pc:sldChg>
      <pc:sldChg chg="addSp delSp modSp new mod ord">
        <pc:chgData name="Duce, Patricia" userId="63213659-433f-4003-8b64-f125efbf754c" providerId="ADAL" clId="{D0807AA0-82B0-4428-B9EF-9982EDDAF6F9}" dt="2022-09-12T00:19:35.228" v="320" actId="1076"/>
        <pc:sldMkLst>
          <pc:docMk/>
          <pc:sldMk cId="647924918" sldId="277"/>
        </pc:sldMkLst>
        <pc:spChg chg="del">
          <ac:chgData name="Duce, Patricia" userId="63213659-433f-4003-8b64-f125efbf754c" providerId="ADAL" clId="{D0807AA0-82B0-4428-B9EF-9982EDDAF6F9}" dt="2022-09-12T00:18:34.983" v="312" actId="478"/>
          <ac:spMkLst>
            <pc:docMk/>
            <pc:sldMk cId="647924918" sldId="277"/>
            <ac:spMk id="2" creationId="{77AF721E-2225-D57A-708E-91F362A0A1B2}"/>
          </ac:spMkLst>
        </pc:spChg>
        <pc:spChg chg="del mod">
          <ac:chgData name="Duce, Patricia" userId="63213659-433f-4003-8b64-f125efbf754c" providerId="ADAL" clId="{D0807AA0-82B0-4428-B9EF-9982EDDAF6F9}" dt="2022-09-12T00:19:10.033" v="314" actId="22"/>
          <ac:spMkLst>
            <pc:docMk/>
            <pc:sldMk cId="647924918" sldId="277"/>
            <ac:spMk id="3" creationId="{DE9D99FD-A5C2-0246-C7AF-5880900AE9D5}"/>
          </ac:spMkLst>
        </pc:spChg>
        <pc:picChg chg="add mod ord modCrop">
          <ac:chgData name="Duce, Patricia" userId="63213659-433f-4003-8b64-f125efbf754c" providerId="ADAL" clId="{D0807AA0-82B0-4428-B9EF-9982EDDAF6F9}" dt="2022-09-12T00:19:35.228" v="320" actId="1076"/>
          <ac:picMkLst>
            <pc:docMk/>
            <pc:sldMk cId="647924918" sldId="277"/>
            <ac:picMk id="5" creationId="{1F256AB5-89BC-712C-AEDA-5346BD062229}"/>
          </ac:picMkLst>
        </pc:picChg>
      </pc:sldChg>
      <pc:sldChg chg="modSp new mod">
        <pc:chgData name="Duce, Patricia" userId="63213659-433f-4003-8b64-f125efbf754c" providerId="ADAL" clId="{D0807AA0-82B0-4428-B9EF-9982EDDAF6F9}" dt="2022-09-12T02:58:10.524" v="340" actId="20577"/>
        <pc:sldMkLst>
          <pc:docMk/>
          <pc:sldMk cId="2864862728" sldId="278"/>
        </pc:sldMkLst>
        <pc:spChg chg="mod">
          <ac:chgData name="Duce, Patricia" userId="63213659-433f-4003-8b64-f125efbf754c" providerId="ADAL" clId="{D0807AA0-82B0-4428-B9EF-9982EDDAF6F9}" dt="2022-09-12T02:58:10.524" v="340" actId="20577"/>
          <ac:spMkLst>
            <pc:docMk/>
            <pc:sldMk cId="2864862728" sldId="278"/>
            <ac:spMk id="2" creationId="{5B40EBF0-6F17-9EBC-12F2-A5AC186AA5B4}"/>
          </ac:spMkLst>
        </pc:spChg>
      </pc:sldChg>
    </pc:docChg>
  </pc:docChgLst>
  <pc:docChgLst>
    <pc:chgData name="Duce, Patricia" userId="63213659-433f-4003-8b64-f125efbf754c" providerId="ADAL" clId="{828F7C19-C21D-4127-B62D-88BF8A096844}"/>
    <pc:docChg chg="undo custSel addSld modSld sldOrd">
      <pc:chgData name="Duce, Patricia" userId="63213659-433f-4003-8b64-f125efbf754c" providerId="ADAL" clId="{828F7C19-C21D-4127-B62D-88BF8A096844}" dt="2022-09-18T15:16:30.247" v="383" actId="1076"/>
      <pc:docMkLst>
        <pc:docMk/>
      </pc:docMkLst>
      <pc:sldChg chg="modSp new mod">
        <pc:chgData name="Duce, Patricia" userId="63213659-433f-4003-8b64-f125efbf754c" providerId="ADAL" clId="{828F7C19-C21D-4127-B62D-88BF8A096844}" dt="2022-09-18T14:29:34.393" v="36" actId="5793"/>
        <pc:sldMkLst>
          <pc:docMk/>
          <pc:sldMk cId="580447568" sldId="279"/>
        </pc:sldMkLst>
        <pc:spChg chg="mod">
          <ac:chgData name="Duce, Patricia" userId="63213659-433f-4003-8b64-f125efbf754c" providerId="ADAL" clId="{828F7C19-C21D-4127-B62D-88BF8A096844}" dt="2022-09-18T14:26:53.714" v="26" actId="113"/>
          <ac:spMkLst>
            <pc:docMk/>
            <pc:sldMk cId="580447568" sldId="279"/>
            <ac:spMk id="2" creationId="{7368A188-B678-C153-7EEF-7142F7578101}"/>
          </ac:spMkLst>
        </pc:spChg>
        <pc:spChg chg="mod">
          <ac:chgData name="Duce, Patricia" userId="63213659-433f-4003-8b64-f125efbf754c" providerId="ADAL" clId="{828F7C19-C21D-4127-B62D-88BF8A096844}" dt="2022-09-18T14:29:34.393" v="36" actId="5793"/>
          <ac:spMkLst>
            <pc:docMk/>
            <pc:sldMk cId="580447568" sldId="279"/>
            <ac:spMk id="3" creationId="{E9D2B272-C576-9EEC-13D5-623235B8607A}"/>
          </ac:spMkLst>
        </pc:spChg>
      </pc:sldChg>
      <pc:sldChg chg="delSp modSp new mod">
        <pc:chgData name="Duce, Patricia" userId="63213659-433f-4003-8b64-f125efbf754c" providerId="ADAL" clId="{828F7C19-C21D-4127-B62D-88BF8A096844}" dt="2022-09-18T15:00:46.059" v="189" actId="20577"/>
        <pc:sldMkLst>
          <pc:docMk/>
          <pc:sldMk cId="1817825223" sldId="280"/>
        </pc:sldMkLst>
        <pc:spChg chg="del">
          <ac:chgData name="Duce, Patricia" userId="63213659-433f-4003-8b64-f125efbf754c" providerId="ADAL" clId="{828F7C19-C21D-4127-B62D-88BF8A096844}" dt="2022-09-18T14:37:57.409" v="98" actId="478"/>
          <ac:spMkLst>
            <pc:docMk/>
            <pc:sldMk cId="1817825223" sldId="280"/>
            <ac:spMk id="2" creationId="{94EE162B-B2AB-8C95-AD7F-32E66F7BF390}"/>
          </ac:spMkLst>
        </pc:spChg>
        <pc:spChg chg="mod">
          <ac:chgData name="Duce, Patricia" userId="63213659-433f-4003-8b64-f125efbf754c" providerId="ADAL" clId="{828F7C19-C21D-4127-B62D-88BF8A096844}" dt="2022-09-18T15:00:46.059" v="189" actId="20577"/>
          <ac:spMkLst>
            <pc:docMk/>
            <pc:sldMk cId="1817825223" sldId="280"/>
            <ac:spMk id="3" creationId="{42AB03CD-A7B9-D242-7C76-97E8994D9178}"/>
          </ac:spMkLst>
        </pc:spChg>
      </pc:sldChg>
      <pc:sldChg chg="addSp delSp modSp new mod">
        <pc:chgData name="Duce, Patricia" userId="63213659-433f-4003-8b64-f125efbf754c" providerId="ADAL" clId="{828F7C19-C21D-4127-B62D-88BF8A096844}" dt="2022-09-18T15:03:33.610" v="237" actId="1076"/>
        <pc:sldMkLst>
          <pc:docMk/>
          <pc:sldMk cId="2165737168" sldId="281"/>
        </pc:sldMkLst>
        <pc:spChg chg="del">
          <ac:chgData name="Duce, Patricia" userId="63213659-433f-4003-8b64-f125efbf754c" providerId="ADAL" clId="{828F7C19-C21D-4127-B62D-88BF8A096844}" dt="2022-09-18T14:39:56.720" v="143" actId="478"/>
          <ac:spMkLst>
            <pc:docMk/>
            <pc:sldMk cId="2165737168" sldId="281"/>
            <ac:spMk id="2" creationId="{6C8AC5ED-417B-B4B0-F29C-550679DC9898}"/>
          </ac:spMkLst>
        </pc:spChg>
        <pc:spChg chg="mod">
          <ac:chgData name="Duce, Patricia" userId="63213659-433f-4003-8b64-f125efbf754c" providerId="ADAL" clId="{828F7C19-C21D-4127-B62D-88BF8A096844}" dt="2022-09-18T15:03:27.293" v="235" actId="1076"/>
          <ac:spMkLst>
            <pc:docMk/>
            <pc:sldMk cId="2165737168" sldId="281"/>
            <ac:spMk id="3" creationId="{FE379268-D496-C5E3-4138-6BC52ABCECF9}"/>
          </ac:spMkLst>
        </pc:spChg>
        <pc:picChg chg="add mod modCrop">
          <ac:chgData name="Duce, Patricia" userId="63213659-433f-4003-8b64-f125efbf754c" providerId="ADAL" clId="{828F7C19-C21D-4127-B62D-88BF8A096844}" dt="2022-09-18T15:03:33.610" v="237" actId="1076"/>
          <ac:picMkLst>
            <pc:docMk/>
            <pc:sldMk cId="2165737168" sldId="281"/>
            <ac:picMk id="5" creationId="{5424B385-5B4F-346B-0167-C204A42AD073}"/>
          </ac:picMkLst>
        </pc:picChg>
      </pc:sldChg>
      <pc:sldChg chg="addSp delSp modSp new mod">
        <pc:chgData name="Duce, Patricia" userId="63213659-433f-4003-8b64-f125efbf754c" providerId="ADAL" clId="{828F7C19-C21D-4127-B62D-88BF8A096844}" dt="2022-09-18T14:59:53.348" v="185" actId="1076"/>
        <pc:sldMkLst>
          <pc:docMk/>
          <pc:sldMk cId="2160490471" sldId="282"/>
        </pc:sldMkLst>
        <pc:spChg chg="mod">
          <ac:chgData name="Duce, Patricia" userId="63213659-433f-4003-8b64-f125efbf754c" providerId="ADAL" clId="{828F7C19-C21D-4127-B62D-88BF8A096844}" dt="2022-09-18T14:59:50.421" v="184" actId="20577"/>
          <ac:spMkLst>
            <pc:docMk/>
            <pc:sldMk cId="2160490471" sldId="282"/>
            <ac:spMk id="2" creationId="{69657978-3F15-E970-DA8D-A5DF7C8972AE}"/>
          </ac:spMkLst>
        </pc:spChg>
        <pc:spChg chg="del">
          <ac:chgData name="Duce, Patricia" userId="63213659-433f-4003-8b64-f125efbf754c" providerId="ADAL" clId="{828F7C19-C21D-4127-B62D-88BF8A096844}" dt="2022-09-18T14:59:10.716" v="177" actId="22"/>
          <ac:spMkLst>
            <pc:docMk/>
            <pc:sldMk cId="2160490471" sldId="282"/>
            <ac:spMk id="3" creationId="{F8E67E12-E484-4BD5-5717-2ABA041F19EA}"/>
          </ac:spMkLst>
        </pc:spChg>
        <pc:picChg chg="add mod ord modCrop">
          <ac:chgData name="Duce, Patricia" userId="63213659-433f-4003-8b64-f125efbf754c" providerId="ADAL" clId="{828F7C19-C21D-4127-B62D-88BF8A096844}" dt="2022-09-18T14:59:53.348" v="185" actId="1076"/>
          <ac:picMkLst>
            <pc:docMk/>
            <pc:sldMk cId="2160490471" sldId="282"/>
            <ac:picMk id="5" creationId="{F7AEFAC1-8C08-B892-40F3-9FC8E5BF2018}"/>
          </ac:picMkLst>
        </pc:picChg>
      </pc:sldChg>
      <pc:sldChg chg="modSp add mod ord">
        <pc:chgData name="Duce, Patricia" userId="63213659-433f-4003-8b64-f125efbf754c" providerId="ADAL" clId="{828F7C19-C21D-4127-B62D-88BF8A096844}" dt="2022-09-18T15:01:38.700" v="193"/>
        <pc:sldMkLst>
          <pc:docMk/>
          <pc:sldMk cId="1875970831" sldId="283"/>
        </pc:sldMkLst>
        <pc:spChg chg="mod">
          <ac:chgData name="Duce, Patricia" userId="63213659-433f-4003-8b64-f125efbf754c" providerId="ADAL" clId="{828F7C19-C21D-4127-B62D-88BF8A096844}" dt="2022-09-18T15:01:06.384" v="191" actId="20577"/>
          <ac:spMkLst>
            <pc:docMk/>
            <pc:sldMk cId="1875970831" sldId="283"/>
            <ac:spMk id="3" creationId="{42AB03CD-A7B9-D242-7C76-97E8994D9178}"/>
          </ac:spMkLst>
        </pc:spChg>
      </pc:sldChg>
      <pc:sldChg chg="addSp delSp modSp new mod ord">
        <pc:chgData name="Duce, Patricia" userId="63213659-433f-4003-8b64-f125efbf754c" providerId="ADAL" clId="{828F7C19-C21D-4127-B62D-88BF8A096844}" dt="2022-09-18T15:05:30.758" v="282"/>
        <pc:sldMkLst>
          <pc:docMk/>
          <pc:sldMk cId="2600920636" sldId="284"/>
        </pc:sldMkLst>
        <pc:spChg chg="mod">
          <ac:chgData name="Duce, Patricia" userId="63213659-433f-4003-8b64-f125efbf754c" providerId="ADAL" clId="{828F7C19-C21D-4127-B62D-88BF8A096844}" dt="2022-09-18T15:04:54.077" v="274" actId="20577"/>
          <ac:spMkLst>
            <pc:docMk/>
            <pc:sldMk cId="2600920636" sldId="284"/>
            <ac:spMk id="2" creationId="{2380CA71-4C2B-C3B6-11AB-A3F7E0B529DB}"/>
          </ac:spMkLst>
        </pc:spChg>
        <pc:spChg chg="del">
          <ac:chgData name="Duce, Patricia" userId="63213659-433f-4003-8b64-f125efbf754c" providerId="ADAL" clId="{828F7C19-C21D-4127-B62D-88BF8A096844}" dt="2022-09-18T15:04:57.236" v="275" actId="22"/>
          <ac:spMkLst>
            <pc:docMk/>
            <pc:sldMk cId="2600920636" sldId="284"/>
            <ac:spMk id="3" creationId="{A671E61B-BAD5-E04A-94F0-4E6369AAA6F5}"/>
          </ac:spMkLst>
        </pc:spChg>
        <pc:picChg chg="add mod ord modCrop">
          <ac:chgData name="Duce, Patricia" userId="63213659-433f-4003-8b64-f125efbf754c" providerId="ADAL" clId="{828F7C19-C21D-4127-B62D-88BF8A096844}" dt="2022-09-18T15:05:22.224" v="280" actId="1076"/>
          <ac:picMkLst>
            <pc:docMk/>
            <pc:sldMk cId="2600920636" sldId="284"/>
            <ac:picMk id="5" creationId="{75F31B59-DF8A-7862-E564-FEACE7AECB7F}"/>
          </ac:picMkLst>
        </pc:picChg>
      </pc:sldChg>
      <pc:sldChg chg="addSp delSp modSp new mod">
        <pc:chgData name="Duce, Patricia" userId="63213659-433f-4003-8b64-f125efbf754c" providerId="ADAL" clId="{828F7C19-C21D-4127-B62D-88BF8A096844}" dt="2022-09-18T15:16:30.247" v="383" actId="1076"/>
        <pc:sldMkLst>
          <pc:docMk/>
          <pc:sldMk cId="479628690" sldId="285"/>
        </pc:sldMkLst>
        <pc:spChg chg="mod">
          <ac:chgData name="Duce, Patricia" userId="63213659-433f-4003-8b64-f125efbf754c" providerId="ADAL" clId="{828F7C19-C21D-4127-B62D-88BF8A096844}" dt="2022-09-18T15:16:02.950" v="377" actId="20577"/>
          <ac:spMkLst>
            <pc:docMk/>
            <pc:sldMk cId="479628690" sldId="285"/>
            <ac:spMk id="2" creationId="{35A536E3-F960-DFC5-0332-A8DE750A17D4}"/>
          </ac:spMkLst>
        </pc:spChg>
        <pc:spChg chg="del">
          <ac:chgData name="Duce, Patricia" userId="63213659-433f-4003-8b64-f125efbf754c" providerId="ADAL" clId="{828F7C19-C21D-4127-B62D-88BF8A096844}" dt="2022-09-18T15:16:06.361" v="378" actId="22"/>
          <ac:spMkLst>
            <pc:docMk/>
            <pc:sldMk cId="479628690" sldId="285"/>
            <ac:spMk id="3" creationId="{56014243-C0DE-4D00-9970-07B1CBC8248F}"/>
          </ac:spMkLst>
        </pc:spChg>
        <pc:picChg chg="add mod ord modCrop">
          <ac:chgData name="Duce, Patricia" userId="63213659-433f-4003-8b64-f125efbf754c" providerId="ADAL" clId="{828F7C19-C21D-4127-B62D-88BF8A096844}" dt="2022-09-18T15:16:30.247" v="383" actId="1076"/>
          <ac:picMkLst>
            <pc:docMk/>
            <pc:sldMk cId="479628690" sldId="285"/>
            <ac:picMk id="5" creationId="{19DA1E4B-1F93-FB6B-AD72-B32BDD90314F}"/>
          </ac:picMkLst>
        </pc:picChg>
      </pc:sldChg>
    </pc:docChg>
  </pc:docChgLst>
  <pc:docChgLst>
    <pc:chgData name="Duce, Patricia" userId="63213659-433f-4003-8b64-f125efbf754c" providerId="ADAL" clId="{65D0ECA7-D02E-4D5F-8257-1F0E549BF29D}"/>
    <pc:docChg chg="custSel modSld">
      <pc:chgData name="Duce, Patricia" userId="63213659-433f-4003-8b64-f125efbf754c" providerId="ADAL" clId="{65D0ECA7-D02E-4D5F-8257-1F0E549BF29D}" dt="2024-09-30T15:49:00.599" v="11" actId="20577"/>
      <pc:docMkLst>
        <pc:docMk/>
      </pc:docMkLst>
      <pc:sldChg chg="addSp delSp modSp mod">
        <pc:chgData name="Duce, Patricia" userId="63213659-433f-4003-8b64-f125efbf754c" providerId="ADAL" clId="{65D0ECA7-D02E-4D5F-8257-1F0E549BF29D}" dt="2024-09-30T03:11:54.579" v="6" actId="14100"/>
        <pc:sldMkLst>
          <pc:docMk/>
          <pc:sldMk cId="2160490471" sldId="282"/>
        </pc:sldMkLst>
        <pc:spChg chg="add del mod">
          <ac:chgData name="Duce, Patricia" userId="63213659-433f-4003-8b64-f125efbf754c" providerId="ADAL" clId="{65D0ECA7-D02E-4D5F-8257-1F0E549BF29D}" dt="2024-09-30T03:11:29.761" v="1" actId="22"/>
          <ac:spMkLst>
            <pc:docMk/>
            <pc:sldMk cId="2160490471" sldId="282"/>
            <ac:spMk id="4" creationId="{606E2029-7D0A-32BB-A119-3CC7483FD127}"/>
          </ac:spMkLst>
        </pc:spChg>
        <pc:picChg chg="del">
          <ac:chgData name="Duce, Patricia" userId="63213659-433f-4003-8b64-f125efbf754c" providerId="ADAL" clId="{65D0ECA7-D02E-4D5F-8257-1F0E549BF29D}" dt="2024-09-30T03:11:26.784" v="0" actId="478"/>
          <ac:picMkLst>
            <pc:docMk/>
            <pc:sldMk cId="2160490471" sldId="282"/>
            <ac:picMk id="5" creationId="{F7AEFAC1-8C08-B892-40F3-9FC8E5BF2018}"/>
          </ac:picMkLst>
        </pc:picChg>
        <pc:picChg chg="add mod ord modCrop">
          <ac:chgData name="Duce, Patricia" userId="63213659-433f-4003-8b64-f125efbf754c" providerId="ADAL" clId="{65D0ECA7-D02E-4D5F-8257-1F0E549BF29D}" dt="2024-09-30T03:11:54.579" v="6" actId="14100"/>
          <ac:picMkLst>
            <pc:docMk/>
            <pc:sldMk cId="2160490471" sldId="282"/>
            <ac:picMk id="7" creationId="{2C55673F-1184-F516-6A6F-ED88F4FD87DC}"/>
          </ac:picMkLst>
        </pc:picChg>
      </pc:sldChg>
      <pc:sldChg chg="modSp mod">
        <pc:chgData name="Duce, Patricia" userId="63213659-433f-4003-8b64-f125efbf754c" providerId="ADAL" clId="{65D0ECA7-D02E-4D5F-8257-1F0E549BF29D}" dt="2024-09-30T15:48:48.077" v="10" actId="20577"/>
        <pc:sldMkLst>
          <pc:docMk/>
          <pc:sldMk cId="1875970831" sldId="283"/>
        </pc:sldMkLst>
        <pc:spChg chg="mod">
          <ac:chgData name="Duce, Patricia" userId="63213659-433f-4003-8b64-f125efbf754c" providerId="ADAL" clId="{65D0ECA7-D02E-4D5F-8257-1F0E549BF29D}" dt="2024-09-30T15:48:48.077" v="10" actId="20577"/>
          <ac:spMkLst>
            <pc:docMk/>
            <pc:sldMk cId="1875970831" sldId="283"/>
            <ac:spMk id="3" creationId="{42AB03CD-A7B9-D242-7C76-97E8994D9178}"/>
          </ac:spMkLst>
        </pc:spChg>
      </pc:sldChg>
      <pc:sldChg chg="addSp delSp modSp mod">
        <pc:chgData name="Duce, Patricia" userId="63213659-433f-4003-8b64-f125efbf754c" providerId="ADAL" clId="{65D0ECA7-D02E-4D5F-8257-1F0E549BF29D}" dt="2024-09-30T15:49:00.599" v="11" actId="20577"/>
        <pc:sldMkLst>
          <pc:docMk/>
          <pc:sldMk cId="479628690" sldId="285"/>
        </pc:sldMkLst>
        <pc:spChg chg="mod">
          <ac:chgData name="Duce, Patricia" userId="63213659-433f-4003-8b64-f125efbf754c" providerId="ADAL" clId="{65D0ECA7-D02E-4D5F-8257-1F0E549BF29D}" dt="2024-09-30T15:49:00.599" v="11" actId="20577"/>
          <ac:spMkLst>
            <pc:docMk/>
            <pc:sldMk cId="479628690" sldId="285"/>
            <ac:spMk id="2" creationId="{35A536E3-F960-DFC5-0332-A8DE750A17D4}"/>
          </ac:spMkLst>
        </pc:spChg>
        <pc:spChg chg="add del mod">
          <ac:chgData name="Duce, Patricia" userId="63213659-433f-4003-8b64-f125efbf754c" providerId="ADAL" clId="{65D0ECA7-D02E-4D5F-8257-1F0E549BF29D}" dt="2024-09-30T15:16:23.173" v="8" actId="478"/>
          <ac:spMkLst>
            <pc:docMk/>
            <pc:sldMk cId="479628690" sldId="285"/>
            <ac:spMk id="4" creationId="{30113C76-F1F6-C204-C4E5-A358FCF2D804}"/>
          </ac:spMkLst>
        </pc:spChg>
        <pc:picChg chg="del">
          <ac:chgData name="Duce, Patricia" userId="63213659-433f-4003-8b64-f125efbf754c" providerId="ADAL" clId="{65D0ECA7-D02E-4D5F-8257-1F0E549BF29D}" dt="2024-09-30T15:16:21.514" v="7" actId="478"/>
          <ac:picMkLst>
            <pc:docMk/>
            <pc:sldMk cId="479628690" sldId="285"/>
            <ac:picMk id="5" creationId="{19DA1E4B-1F93-FB6B-AD72-B32BDD9031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455FF-5734-4D31-AAAD-ACB9DBFA559A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9BBFE-DC5B-402F-A38A-0524F86A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8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9BBFE-DC5B-402F-A38A-0524F86AE3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1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D193-DA18-2DD0-04FE-54A21DCBD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C7768-E9F3-3260-E452-ADE97303A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28C8-CB17-32A1-EBC2-EB8E50DC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92C2-B6CE-DB17-7AC7-C1645C86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4E600-360E-15BD-3304-ED8D9AFAE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2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D7ED-36E3-2665-1CFB-EC67A25C6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E3D3E-CF0E-6713-AD93-E7187459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D883-4959-8EDB-D685-E0796200A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17B0F-2B81-94E0-D5D2-A70957950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89307-3CDD-C271-32C4-A60599F5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44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0B63-2206-4025-0010-DC77C2A75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EEF84-427B-F192-8F7E-5FB075C97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4A456-3C07-BA75-220D-C06638B4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3D718-B940-9938-7045-21D2A31E1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E456C-F21E-BD57-A3B4-74A6A61C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DA0D-123A-1ED8-6E37-E0876FCE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D20BC-2847-49AB-6F18-37F011E5D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A3CF2-C344-63B5-F8E6-2E515749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CF738-46F5-3C37-2CDA-3247B8AD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F4F29-3002-7639-3FF0-9DCAD5E3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5E170-57CF-8C6E-EFD9-6063D851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84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ADC2-2D95-44D8-DCA0-2190387A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1F5B0-CA67-4938-1CEF-ACE7842CE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D78A0-ECC8-FE7A-FAA5-2425473BB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D19175-61E7-DA14-268F-90665EE99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D17CB-4BF7-22AD-5761-BCFCCD40E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8EFD3-E898-C774-F59A-A420AB5B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BF838-6F34-6B6D-81BA-AB6D55C7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65CAA3-F76E-7A24-4649-10F983EF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1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44F3-82F8-62B2-A97F-D16A65CD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EA7C1-3915-9311-1C5E-6F408C32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0E10DD-0911-AEC4-1D53-CCAC7D74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0CA09-875C-FD8A-23B6-0F627AC1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5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F8F4A-E11C-B21A-2622-A001F2E9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1AF86-6C01-948E-C394-3C5004C1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92F0F-AE4E-EEA7-9B2F-1B7994C0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48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D279D-6EFC-32FC-3F42-F71633F7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C705A-DF9C-39CE-71A9-ECA9CD551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74DCA-3948-DF01-7053-91B46F892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235E9-236E-2331-F157-7AC212031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CD251-AD9F-3B54-A18A-B691225A5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906CE-AD51-A8E4-F5E8-D7BCE014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1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5CEE4-EEBA-24E7-D41C-53F9D28A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FB7DA-5CAB-1FE1-A44D-FE3EB0639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A84F8-F0CC-FF73-E930-D60894373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B6BA9-BF05-0A67-3CC3-F4C685F9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71032-7740-D8AC-E078-ACDE2525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F3B05-5736-6527-C29A-A1D6814F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6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5809-A351-1CD3-CFC4-7FD8F494C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5C7ED-BA43-90B8-3E8B-EF70EB204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4E96-36E6-07F7-00F4-366B55918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A0673-F6A7-3992-9D85-E4EA3B4A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30651-F2D2-4352-E588-BE968416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6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E55019-7A8E-7916-6913-521D0330A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DE8A1-3DDD-35BB-78AB-1F4085FE0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6558C-89F9-B579-98E0-5DA4874D6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A03B0-0477-9BD7-7BC9-6E06779D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E078C-F675-CDDA-FD7D-B8E5E012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5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086ED-CA73-F7B8-9ECE-4DBE47A28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848F2-D166-5DE3-D808-8DB0CF40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9E4CE-911F-1CD2-6E4A-A376BC388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18139-9FE3-48B5-8403-950F045CE230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9858-45E0-6080-10D8-51E4F2C04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CEC7C-D3D2-93CB-1F95-D8707B541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1C477-56C9-4EFB-AC71-C10938D66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5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tbootstrap.com/themes/" TargetMode="External"/><Relationship Id="rId2" Type="http://schemas.openxmlformats.org/officeDocument/2006/relationships/hyperlink" Target="https://colorlib.com/wp/cat/portfol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ootstrapmade.com/" TargetMode="External"/><Relationship Id="rId5" Type="http://schemas.openxmlformats.org/officeDocument/2006/relationships/hyperlink" Target="https://www.bootstrapzero.com/" TargetMode="External"/><Relationship Id="rId4" Type="http://schemas.openxmlformats.org/officeDocument/2006/relationships/hyperlink" Target="https://www.themezy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B71C-7676-11E8-9F0D-7B77810B4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E-Portfolio</a:t>
            </a:r>
          </a:p>
        </p:txBody>
      </p:sp>
    </p:spTree>
    <p:extLst>
      <p:ext uri="{BB962C8B-B14F-4D97-AF65-F5344CB8AC3E}">
        <p14:creationId xmlns:p14="http://schemas.microsoft.com/office/powerpoint/2010/main" val="291084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A188-B678-C153-7EEF-7142F757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E-Portfolio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2B272-C576-9EEC-13D5-623235B86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portfolio is a way of showcasing work samples and skills stated in your resume.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One of the ways of creating a simple portfolio is using GitHub pages. This is a site hosting service that takes HTML, CSS and JavaScript files directly from a repo on GitHub.</a:t>
            </a:r>
          </a:p>
        </p:txBody>
      </p:sp>
    </p:spTree>
    <p:extLst>
      <p:ext uri="{BB962C8B-B14F-4D97-AF65-F5344CB8AC3E}">
        <p14:creationId xmlns:p14="http://schemas.microsoft.com/office/powerpoint/2010/main" val="58044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03CD-A7B9-D242-7C76-97E8994D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311"/>
            <a:ext cx="10515600" cy="50366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You can create a Project site and/or Personal site</a:t>
            </a:r>
          </a:p>
          <a:p>
            <a:pPr marL="0" indent="0">
              <a:buNone/>
            </a:pPr>
            <a:endParaRPr lang="en-US" b="1" dirty="0"/>
          </a:p>
          <a:p>
            <a:pPr marL="0" indent="0" algn="l">
              <a:buNone/>
            </a:pP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create a new repository named </a:t>
            </a:r>
            <a:r>
              <a:rPr lang="en-US" b="0" i="1" dirty="0">
                <a:solidFill>
                  <a:srgbClr val="171717"/>
                </a:solidFill>
                <a:effectLst/>
                <a:latin typeface="-apple-system"/>
              </a:rPr>
              <a:t>username.github.io</a:t>
            </a: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. Say if your name is </a:t>
            </a:r>
            <a:r>
              <a:rPr lang="en-US" b="0" i="0" dirty="0" err="1">
                <a:solidFill>
                  <a:srgbClr val="171717"/>
                </a:solidFill>
                <a:effectLst/>
                <a:latin typeface="-apple-system"/>
              </a:rPr>
              <a:t>trishduce</a:t>
            </a: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, your repository name will be </a:t>
            </a:r>
            <a:r>
              <a:rPr lang="en-US" i="1" dirty="0">
                <a:solidFill>
                  <a:srgbClr val="171717"/>
                </a:solidFill>
                <a:latin typeface="-apple-system"/>
              </a:rPr>
              <a:t>trishduce</a:t>
            </a:r>
            <a:r>
              <a:rPr lang="en-US" b="0" i="1" dirty="0">
                <a:solidFill>
                  <a:srgbClr val="171717"/>
                </a:solidFill>
                <a:effectLst/>
                <a:latin typeface="-apple-system"/>
              </a:rPr>
              <a:t>.github.io</a:t>
            </a: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. This will be your homepage.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825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7978-3F15-E970-DA8D-A5DF7C89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new </a:t>
            </a:r>
            <a:br>
              <a:rPr lang="en-US" dirty="0"/>
            </a:br>
            <a:r>
              <a:rPr lang="en-US" dirty="0"/>
              <a:t>repository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55673F-1184-F516-6A6F-ED88F4FD8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0428" r="7055"/>
          <a:stretch/>
        </p:blipFill>
        <p:spPr>
          <a:xfrm>
            <a:off x="4732886" y="825500"/>
            <a:ext cx="6818557" cy="5667375"/>
          </a:xfrm>
        </p:spPr>
      </p:pic>
    </p:spTree>
    <p:extLst>
      <p:ext uri="{BB962C8B-B14F-4D97-AF65-F5344CB8AC3E}">
        <p14:creationId xmlns:p14="http://schemas.microsoft.com/office/powerpoint/2010/main" val="216049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79268-D496-C5E3-4138-6BC52ABCE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42078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 to repository Settings and click on “Pages” on the left. Select “main branch” under the “Source”.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4B385-5B4F-346B-0167-C204A42AD0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42" t="25401" r="26103" b="22974"/>
          <a:stretch/>
        </p:blipFill>
        <p:spPr>
          <a:xfrm>
            <a:off x="885284" y="1636619"/>
            <a:ext cx="10724010" cy="480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73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CA71-4C2B-C3B6-11AB-A3F7E0B5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Might take a few minutes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F31B59-DF8A-7862-E564-FEACE7AEC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275" t="21705" r="22629" b="18343"/>
          <a:stretch/>
        </p:blipFill>
        <p:spPr>
          <a:xfrm>
            <a:off x="1062317" y="1826745"/>
            <a:ext cx="9476567" cy="4666130"/>
          </a:xfrm>
        </p:spPr>
      </p:pic>
    </p:spTree>
    <p:extLst>
      <p:ext uri="{BB962C8B-B14F-4D97-AF65-F5344CB8AC3E}">
        <p14:creationId xmlns:p14="http://schemas.microsoft.com/office/powerpoint/2010/main" val="260092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03CD-A7B9-D242-7C76-97E8994D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311"/>
            <a:ext cx="10515600" cy="5036652"/>
          </a:xfrm>
        </p:spPr>
        <p:txBody>
          <a:bodyPr/>
          <a:lstStyle/>
          <a:p>
            <a:pPr marL="0" indent="0" algn="l">
              <a:buNone/>
            </a:pPr>
            <a:endParaRPr lang="en-US" b="0" i="0" dirty="0">
              <a:solidFill>
                <a:srgbClr val="171717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Check out the following websites to download free portfolio website templates from </a:t>
            </a:r>
            <a:r>
              <a:rPr lang="en-US" b="0" i="0" u="sng" dirty="0" err="1">
                <a:solidFill>
                  <a:srgbClr val="171717"/>
                </a:solidFill>
                <a:effectLst/>
                <a:latin typeface="-apple-system"/>
                <a:hlinkClick r:id="rId2"/>
              </a:rPr>
              <a:t>colorlib</a:t>
            </a: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, </a:t>
            </a:r>
            <a:r>
              <a:rPr lang="en-US" b="0" i="0" u="sng" dirty="0">
                <a:solidFill>
                  <a:srgbClr val="171717"/>
                </a:solidFill>
                <a:effectLst/>
                <a:latin typeface="-apple-system"/>
                <a:hlinkClick r:id="rId3"/>
              </a:rPr>
              <a:t>Start Bootstrap</a:t>
            </a: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, </a:t>
            </a:r>
            <a:r>
              <a:rPr lang="en-US" b="0" i="0" u="sng" dirty="0" err="1">
                <a:solidFill>
                  <a:srgbClr val="171717"/>
                </a:solidFill>
                <a:effectLst/>
                <a:latin typeface="-apple-system"/>
                <a:hlinkClick r:id="rId4"/>
              </a:rPr>
              <a:t>Themezy</a:t>
            </a: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, </a:t>
            </a:r>
            <a:r>
              <a:rPr lang="en-US" b="0" i="0" u="sng" dirty="0" err="1">
                <a:solidFill>
                  <a:srgbClr val="171717"/>
                </a:solidFill>
                <a:effectLst/>
                <a:latin typeface="-apple-system"/>
                <a:hlinkClick r:id="rId5"/>
              </a:rPr>
              <a:t>BootStrap</a:t>
            </a:r>
            <a:r>
              <a:rPr lang="en-US" b="0" i="0" u="sng" dirty="0">
                <a:solidFill>
                  <a:srgbClr val="171717"/>
                </a:solidFill>
                <a:effectLst/>
                <a:latin typeface="-apple-system"/>
                <a:hlinkClick r:id="rId5"/>
              </a:rPr>
              <a:t> zero</a:t>
            </a: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 or </a:t>
            </a:r>
            <a:r>
              <a:rPr lang="en-US" b="0" i="0" u="sng" dirty="0">
                <a:solidFill>
                  <a:srgbClr val="171717"/>
                </a:solidFill>
                <a:effectLst/>
                <a:latin typeface="-apple-system"/>
                <a:hlinkClick r:id="rId6"/>
              </a:rPr>
              <a:t>Bootstrap made</a:t>
            </a:r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970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36E3-F960-DFC5-0332-A8DE750A1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219325"/>
            <a:ext cx="10515600" cy="1325563"/>
          </a:xfrm>
        </p:spPr>
        <p:txBody>
          <a:bodyPr/>
          <a:lstStyle/>
          <a:p>
            <a:r>
              <a:rPr lang="en-US" dirty="0"/>
              <a:t>Each project can have a site – could put web site on a different branch.</a:t>
            </a:r>
          </a:p>
        </p:txBody>
      </p:sp>
    </p:spTree>
    <p:extLst>
      <p:ext uri="{BB962C8B-B14F-4D97-AF65-F5344CB8AC3E}">
        <p14:creationId xmlns:p14="http://schemas.microsoft.com/office/powerpoint/2010/main" val="479628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175</Words>
  <Application>Microsoft Office PowerPoint</Application>
  <PresentationFormat>Widescreen</PresentationFormat>
  <Paragraphs>15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-apple-system</vt:lpstr>
      <vt:lpstr>Arial</vt:lpstr>
      <vt:lpstr>Calibri</vt:lpstr>
      <vt:lpstr>Calibri Light</vt:lpstr>
      <vt:lpstr>Office Theme</vt:lpstr>
      <vt:lpstr>E-Portfolio</vt:lpstr>
      <vt:lpstr>E-Portfolio</vt:lpstr>
      <vt:lpstr>PowerPoint Presentation</vt:lpstr>
      <vt:lpstr>Create a new  repository</vt:lpstr>
      <vt:lpstr>PowerPoint Presentation</vt:lpstr>
      <vt:lpstr>Might take a few minutes</vt:lpstr>
      <vt:lpstr>PowerPoint Presentation</vt:lpstr>
      <vt:lpstr>Each project can have a site – could put web site on a different branch.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Layouts </dc:title>
  <dc:creator>Duce, Patricia</dc:creator>
  <cp:lastModifiedBy>Duce, Patricia</cp:lastModifiedBy>
  <cp:revision>2</cp:revision>
  <dcterms:created xsi:type="dcterms:W3CDTF">2022-09-11T23:31:01Z</dcterms:created>
  <dcterms:modified xsi:type="dcterms:W3CDTF">2024-09-30T15:49:08Z</dcterms:modified>
</cp:coreProperties>
</file>