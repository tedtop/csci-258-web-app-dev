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1" r:id="rId2"/>
    <p:sldId id="382" r:id="rId3"/>
    <p:sldId id="383" r:id="rId4"/>
    <p:sldId id="398" r:id="rId5"/>
    <p:sldId id="399" r:id="rId6"/>
    <p:sldId id="401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F60CAD5E-F724-4CA8-9315-7E63C5E11F54}"/>
    <pc:docChg chg="custSel modSld">
      <pc:chgData name="Duce, Patricia" userId="63213659-433f-4003-8b64-f125efbf754c" providerId="ADAL" clId="{F60CAD5E-F724-4CA8-9315-7E63C5E11F54}" dt="2023-11-07T20:20:12.889" v="126" actId="20577"/>
      <pc:docMkLst>
        <pc:docMk/>
      </pc:docMkLst>
      <pc:sldChg chg="addSp delSp modSp mod">
        <pc:chgData name="Duce, Patricia" userId="63213659-433f-4003-8b64-f125efbf754c" providerId="ADAL" clId="{F60CAD5E-F724-4CA8-9315-7E63C5E11F54}" dt="2023-11-07T20:14:29.890" v="49" actId="20577"/>
        <pc:sldMkLst>
          <pc:docMk/>
          <pc:sldMk cId="2159119081" sldId="296"/>
        </pc:sldMkLst>
        <pc:spChg chg="add del mod">
          <ac:chgData name="Duce, Patricia" userId="63213659-433f-4003-8b64-f125efbf754c" providerId="ADAL" clId="{F60CAD5E-F724-4CA8-9315-7E63C5E11F54}" dt="2023-11-07T20:13:16.611" v="1" actId="22"/>
          <ac:spMkLst>
            <pc:docMk/>
            <pc:sldMk cId="2159119081" sldId="296"/>
            <ac:spMk id="3" creationId="{DD26FB18-3585-5631-03A4-A142020E2418}"/>
          </ac:spMkLst>
        </pc:spChg>
        <pc:spChg chg="add mod">
          <ac:chgData name="Duce, Patricia" userId="63213659-433f-4003-8b64-f125efbf754c" providerId="ADAL" clId="{F60CAD5E-F724-4CA8-9315-7E63C5E11F54}" dt="2023-11-07T20:14:29.890" v="49" actId="20577"/>
          <ac:spMkLst>
            <pc:docMk/>
            <pc:sldMk cId="2159119081" sldId="296"/>
            <ac:spMk id="7" creationId="{C5A0046B-3B00-7653-5F0C-01527413D627}"/>
          </ac:spMkLst>
        </pc:spChg>
        <pc:picChg chg="del">
          <ac:chgData name="Duce, Patricia" userId="63213659-433f-4003-8b64-f125efbf754c" providerId="ADAL" clId="{F60CAD5E-F724-4CA8-9315-7E63C5E11F54}" dt="2023-11-07T20:13:14.062" v="0" actId="478"/>
          <ac:picMkLst>
            <pc:docMk/>
            <pc:sldMk cId="2159119081" sldId="296"/>
            <ac:picMk id="5" creationId="{7A9F0A8E-F792-4E03-AD43-849488F26497}"/>
          </ac:picMkLst>
        </pc:picChg>
        <pc:picChg chg="add mod ord">
          <ac:chgData name="Duce, Patricia" userId="63213659-433f-4003-8b64-f125efbf754c" providerId="ADAL" clId="{F60CAD5E-F724-4CA8-9315-7E63C5E11F54}" dt="2023-11-07T20:14:08.209" v="4" actId="1076"/>
          <ac:picMkLst>
            <pc:docMk/>
            <pc:sldMk cId="2159119081" sldId="296"/>
            <ac:picMk id="6" creationId="{A50132AE-8CC4-8077-85B7-1872341B5A42}"/>
          </ac:picMkLst>
        </pc:picChg>
      </pc:sldChg>
      <pc:sldChg chg="modSp mod">
        <pc:chgData name="Duce, Patricia" userId="63213659-433f-4003-8b64-f125efbf754c" providerId="ADAL" clId="{F60CAD5E-F724-4CA8-9315-7E63C5E11F54}" dt="2023-11-07T20:20:12.889" v="126" actId="20577"/>
        <pc:sldMkLst>
          <pc:docMk/>
          <pc:sldMk cId="770734037" sldId="404"/>
        </pc:sldMkLst>
        <pc:spChg chg="mod">
          <ac:chgData name="Duce, Patricia" userId="63213659-433f-4003-8b64-f125efbf754c" providerId="ADAL" clId="{F60CAD5E-F724-4CA8-9315-7E63C5E11F54}" dt="2023-11-07T20:20:12.889" v="126" actId="20577"/>
          <ac:spMkLst>
            <pc:docMk/>
            <pc:sldMk cId="770734037" sldId="404"/>
            <ac:spMk id="3" creationId="{23D07BEA-01CF-7F11-4A3D-566C474ED274}"/>
          </ac:spMkLst>
        </pc:spChg>
      </pc:sldChg>
    </pc:docChg>
  </pc:docChgLst>
  <pc:docChgLst>
    <pc:chgData name="Duce, Patricia" userId="63213659-433f-4003-8b64-f125efbf754c" providerId="ADAL" clId="{4EC9AF68-2DE6-4DD0-83FF-74DE0B24CEE1}"/>
    <pc:docChg chg="modSld">
      <pc:chgData name="Duce, Patricia" userId="63213659-433f-4003-8b64-f125efbf754c" providerId="ADAL" clId="{4EC9AF68-2DE6-4DD0-83FF-74DE0B24CEE1}" dt="2024-11-07T04:04:25.897" v="0" actId="20577"/>
      <pc:docMkLst>
        <pc:docMk/>
      </pc:docMkLst>
      <pc:sldChg chg="modSp mod">
        <pc:chgData name="Duce, Patricia" userId="63213659-433f-4003-8b64-f125efbf754c" providerId="ADAL" clId="{4EC9AF68-2DE6-4DD0-83FF-74DE0B24CEE1}" dt="2024-11-07T04:04:25.897" v="0" actId="20577"/>
        <pc:sldMkLst>
          <pc:docMk/>
          <pc:sldMk cId="1674563234" sldId="399"/>
        </pc:sldMkLst>
        <pc:spChg chg="mod">
          <ac:chgData name="Duce, Patricia" userId="63213659-433f-4003-8b64-f125efbf754c" providerId="ADAL" clId="{4EC9AF68-2DE6-4DD0-83FF-74DE0B24CEE1}" dt="2024-11-07T04:04:25.897" v="0" actId="20577"/>
          <ac:spMkLst>
            <pc:docMk/>
            <pc:sldMk cId="1674563234" sldId="399"/>
            <ac:spMk id="3" creationId="{00000000-0000-0000-0000-000000000000}"/>
          </ac:spMkLst>
        </pc:spChg>
      </pc:sldChg>
    </pc:docChg>
  </pc:docChgLst>
  <pc:docChgLst>
    <pc:chgData name="Duce, Patricia" userId="63213659-433f-4003-8b64-f125efbf754c" providerId="ADAL" clId="{06DAE668-5012-4766-966A-7D3A1853201C}"/>
    <pc:docChg chg="delSld modSld">
      <pc:chgData name="Duce, Patricia" userId="63213659-433f-4003-8b64-f125efbf754c" providerId="ADAL" clId="{06DAE668-5012-4766-966A-7D3A1853201C}" dt="2021-10-22T19:32:03.930" v="2" actId="5793"/>
      <pc:docMkLst>
        <pc:docMk/>
      </pc:docMkLst>
      <pc:sldChg chg="del">
        <pc:chgData name="Duce, Patricia" userId="63213659-433f-4003-8b64-f125efbf754c" providerId="ADAL" clId="{06DAE668-5012-4766-966A-7D3A1853201C}" dt="2021-10-22T19:26:28.172" v="0" actId="47"/>
        <pc:sldMkLst>
          <pc:docMk/>
          <pc:sldMk cId="1056167487" sldId="307"/>
        </pc:sldMkLst>
      </pc:sldChg>
      <pc:sldChg chg="del">
        <pc:chgData name="Duce, Patricia" userId="63213659-433f-4003-8b64-f125efbf754c" providerId="ADAL" clId="{06DAE668-5012-4766-966A-7D3A1853201C}" dt="2021-10-22T19:26:29.216" v="1" actId="47"/>
        <pc:sldMkLst>
          <pc:docMk/>
          <pc:sldMk cId="1204535445" sldId="308"/>
        </pc:sldMkLst>
      </pc:sldChg>
      <pc:sldChg chg="modSp mod">
        <pc:chgData name="Duce, Patricia" userId="63213659-433f-4003-8b64-f125efbf754c" providerId="ADAL" clId="{06DAE668-5012-4766-966A-7D3A1853201C}" dt="2021-10-22T19:32:03.930" v="2" actId="5793"/>
        <pc:sldMkLst>
          <pc:docMk/>
          <pc:sldMk cId="1045726571" sldId="323"/>
        </pc:sldMkLst>
        <pc:spChg chg="mod">
          <ac:chgData name="Duce, Patricia" userId="63213659-433f-4003-8b64-f125efbf754c" providerId="ADAL" clId="{06DAE668-5012-4766-966A-7D3A1853201C}" dt="2021-10-22T19:32:03.930" v="2" actId="5793"/>
          <ac:spMkLst>
            <pc:docMk/>
            <pc:sldMk cId="1045726571" sldId="323"/>
            <ac:spMk id="3" creationId="{00000000-0000-0000-0000-000000000000}"/>
          </ac:spMkLst>
        </pc:spChg>
      </pc:sldChg>
    </pc:docChg>
  </pc:docChgLst>
  <pc:docChgLst>
    <pc:chgData name="Duce, Patricia" userId="63213659-433f-4003-8b64-f125efbf754c" providerId="ADAL" clId="{862EA0BC-9B5D-4D26-B6C9-50688977C60B}"/>
    <pc:docChg chg="modSld sldOrd">
      <pc:chgData name="Duce, Patricia" userId="63213659-433f-4003-8b64-f125efbf754c" providerId="ADAL" clId="{862EA0BC-9B5D-4D26-B6C9-50688977C60B}" dt="2021-11-18T02:56:21.721" v="1"/>
      <pc:docMkLst>
        <pc:docMk/>
      </pc:docMkLst>
      <pc:sldChg chg="ord">
        <pc:chgData name="Duce, Patricia" userId="63213659-433f-4003-8b64-f125efbf754c" providerId="ADAL" clId="{862EA0BC-9B5D-4D26-B6C9-50688977C60B}" dt="2021-11-18T02:56:21.721" v="1"/>
        <pc:sldMkLst>
          <pc:docMk/>
          <pc:sldMk cId="2123784695" sldId="319"/>
        </pc:sldMkLst>
      </pc:sldChg>
    </pc:docChg>
  </pc:docChgLst>
  <pc:docChgLst>
    <pc:chgData name="Duce, Patricia" userId="63213659-433f-4003-8b64-f125efbf754c" providerId="ADAL" clId="{29C4BA36-5D05-43DB-A327-DB3146D9FB83}"/>
    <pc:docChg chg="custSel addSld delSld modSld sldOrd">
      <pc:chgData name="Duce, Patricia" userId="63213659-433f-4003-8b64-f125efbf754c" providerId="ADAL" clId="{29C4BA36-5D05-43DB-A327-DB3146D9FB83}" dt="2024-11-07T04:18:18.477" v="746" actId="20577"/>
      <pc:docMkLst>
        <pc:docMk/>
      </pc:docMkLst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2268947875" sldId="268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2078199564" sldId="284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3358515199" sldId="285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3218934343" sldId="286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534149945" sldId="287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3185270480" sldId="288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1281425914" sldId="289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1937758336" sldId="290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1029319322" sldId="291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2159119081" sldId="296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493326315" sldId="297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219815960" sldId="298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3973459284" sldId="299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3724689442" sldId="300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3014811611" sldId="301"/>
        </pc:sldMkLst>
      </pc:sldChg>
      <pc:sldChg chg="modSp mod">
        <pc:chgData name="Duce, Patricia" userId="63213659-433f-4003-8b64-f125efbf754c" providerId="ADAL" clId="{29C4BA36-5D05-43DB-A327-DB3146D9FB83}" dt="2024-11-07T04:18:18.477" v="746" actId="20577"/>
        <pc:sldMkLst>
          <pc:docMk/>
          <pc:sldMk cId="1674563234" sldId="399"/>
        </pc:sldMkLst>
        <pc:spChg chg="mod">
          <ac:chgData name="Duce, Patricia" userId="63213659-433f-4003-8b64-f125efbf754c" providerId="ADAL" clId="{29C4BA36-5D05-43DB-A327-DB3146D9FB83}" dt="2024-11-07T04:18:18.477" v="746" actId="20577"/>
          <ac:spMkLst>
            <pc:docMk/>
            <pc:sldMk cId="1674563234" sldId="399"/>
            <ac:spMk id="3" creationId="{00000000-0000-0000-0000-000000000000}"/>
          </ac:spMkLst>
        </pc:spChg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2063449712" sldId="400"/>
        </pc:sldMkLst>
      </pc:sldChg>
      <pc:sldChg chg="modSp new mod ord">
        <pc:chgData name="Duce, Patricia" userId="63213659-433f-4003-8b64-f125efbf754c" providerId="ADAL" clId="{29C4BA36-5D05-43DB-A327-DB3146D9FB83}" dt="2024-11-07T04:17:51.718" v="717" actId="20577"/>
        <pc:sldMkLst>
          <pc:docMk/>
          <pc:sldMk cId="3962333775" sldId="400"/>
        </pc:sldMkLst>
        <pc:spChg chg="mod">
          <ac:chgData name="Duce, Patricia" userId="63213659-433f-4003-8b64-f125efbf754c" providerId="ADAL" clId="{29C4BA36-5D05-43DB-A327-DB3146D9FB83}" dt="2024-11-07T04:07:23.668" v="29" actId="20577"/>
          <ac:spMkLst>
            <pc:docMk/>
            <pc:sldMk cId="3962333775" sldId="400"/>
            <ac:spMk id="2" creationId="{C6DD6B04-4B58-860F-67AA-C6E2C61EADC9}"/>
          </ac:spMkLst>
        </pc:spChg>
        <pc:spChg chg="mod">
          <ac:chgData name="Duce, Patricia" userId="63213659-433f-4003-8b64-f125efbf754c" providerId="ADAL" clId="{29C4BA36-5D05-43DB-A327-DB3146D9FB83}" dt="2024-11-07T04:17:51.718" v="717" actId="20577"/>
          <ac:spMkLst>
            <pc:docMk/>
            <pc:sldMk cId="3962333775" sldId="400"/>
            <ac:spMk id="3" creationId="{779A2641-E761-EFF0-A44B-26EBABE00BB7}"/>
          </ac:spMkLst>
        </pc:spChg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1090095033" sldId="401"/>
        </pc:sldMkLst>
      </pc:sldChg>
      <pc:sldChg chg="modSp new mod">
        <pc:chgData name="Duce, Patricia" userId="63213659-433f-4003-8b64-f125efbf754c" providerId="ADAL" clId="{29C4BA36-5D05-43DB-A327-DB3146D9FB83}" dt="2024-11-07T04:16:08.715" v="706" actId="113"/>
        <pc:sldMkLst>
          <pc:docMk/>
          <pc:sldMk cId="2969097977" sldId="401"/>
        </pc:sldMkLst>
        <pc:spChg chg="mod">
          <ac:chgData name="Duce, Patricia" userId="63213659-433f-4003-8b64-f125efbf754c" providerId="ADAL" clId="{29C4BA36-5D05-43DB-A327-DB3146D9FB83}" dt="2024-11-07T04:09:15.623" v="46"/>
          <ac:spMkLst>
            <pc:docMk/>
            <pc:sldMk cId="2969097977" sldId="401"/>
            <ac:spMk id="2" creationId="{7D5C59A1-CE62-79F3-37B7-ABE32B79BE05}"/>
          </ac:spMkLst>
        </pc:spChg>
        <pc:spChg chg="mod">
          <ac:chgData name="Duce, Patricia" userId="63213659-433f-4003-8b64-f125efbf754c" providerId="ADAL" clId="{29C4BA36-5D05-43DB-A327-DB3146D9FB83}" dt="2024-11-07T04:16:08.715" v="706" actId="113"/>
          <ac:spMkLst>
            <pc:docMk/>
            <pc:sldMk cId="2969097977" sldId="401"/>
            <ac:spMk id="3" creationId="{066D28AC-32AA-929E-C9CF-29AC543145C6}"/>
          </ac:spMkLst>
        </pc:spChg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3581590410" sldId="402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1772988604" sldId="403"/>
        </pc:sldMkLst>
      </pc:sldChg>
      <pc:sldChg chg="del">
        <pc:chgData name="Duce, Patricia" userId="63213659-433f-4003-8b64-f125efbf754c" providerId="ADAL" clId="{29C4BA36-5D05-43DB-A327-DB3146D9FB83}" dt="2024-11-07T04:05:33.143" v="0" actId="2696"/>
        <pc:sldMkLst>
          <pc:docMk/>
          <pc:sldMk cId="770734037" sldId="404"/>
        </pc:sldMkLst>
      </pc:sldChg>
    </pc:docChg>
  </pc:docChgLst>
  <pc:docChgLst>
    <pc:chgData name="Duce, Patricia" userId="63213659-433f-4003-8b64-f125efbf754c" providerId="ADAL" clId="{D84611B8-6D24-4EA0-A583-8A7B325A96B6}"/>
    <pc:docChg chg="undo custSel addSld delSld modSld sldOrd">
      <pc:chgData name="Duce, Patricia" userId="63213659-433f-4003-8b64-f125efbf754c" providerId="ADAL" clId="{D84611B8-6D24-4EA0-A583-8A7B325A96B6}" dt="2022-11-03T16:12:37.201" v="93" actId="5793"/>
      <pc:docMkLst>
        <pc:docMk/>
      </pc:docMkLst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339459307" sldId="302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315105375" sldId="303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4089224119" sldId="304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568004554" sldId="306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557085860" sldId="312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4058574093" sldId="313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629238393" sldId="314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123784695" sldId="319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348850993" sldId="320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42146666" sldId="321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118042341" sldId="322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045726571" sldId="323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4040534287" sldId="324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700105433" sldId="325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958495079" sldId="326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947767821" sldId="327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339036401" sldId="328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958683625" sldId="337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495484715" sldId="348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464820160" sldId="349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239646456" sldId="351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028138520" sldId="352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4163978595" sldId="353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938101875" sldId="355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639213305" sldId="356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632653596" sldId="373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712934494" sldId="375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725577270" sldId="376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841531443" sldId="377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16512823" sldId="384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016700305" sldId="385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614442209" sldId="386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894704815" sldId="387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151178803" sldId="388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545826367" sldId="390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3232082140" sldId="391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932616507" sldId="392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763303110" sldId="393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456264208" sldId="394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62351827" sldId="395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220011135" sldId="396"/>
        </pc:sldMkLst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4081391113" sldId="397"/>
        </pc:sldMkLst>
      </pc:sldChg>
      <pc:sldChg chg="delSp">
        <pc:chgData name="Duce, Patricia" userId="63213659-433f-4003-8b64-f125efbf754c" providerId="ADAL" clId="{D84611B8-6D24-4EA0-A583-8A7B325A96B6}" dt="2022-11-03T15:51:43.083" v="1"/>
        <pc:sldMkLst>
          <pc:docMk/>
          <pc:sldMk cId="1674563234" sldId="399"/>
        </pc:sldMkLst>
        <pc:picChg chg="del">
          <ac:chgData name="Duce, Patricia" userId="63213659-433f-4003-8b64-f125efbf754c" providerId="ADAL" clId="{D84611B8-6D24-4EA0-A583-8A7B325A96B6}" dt="2022-11-03T15:51:43.083" v="1"/>
          <ac:picMkLst>
            <pc:docMk/>
            <pc:sldMk cId="1674563234" sldId="399"/>
            <ac:picMk id="4" creationId="{9F2AF128-29E3-83A3-8396-6FDC8EE4F059}"/>
          </ac:picMkLst>
        </pc:picChg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737683147" sldId="400"/>
        </pc:sldMkLst>
      </pc:sldChg>
      <pc:sldChg chg="modSp new mod">
        <pc:chgData name="Duce, Patricia" userId="63213659-433f-4003-8b64-f125efbf754c" providerId="ADAL" clId="{D84611B8-6D24-4EA0-A583-8A7B325A96B6}" dt="2022-11-03T16:01:21.397" v="13"/>
        <pc:sldMkLst>
          <pc:docMk/>
          <pc:sldMk cId="2063449712" sldId="400"/>
        </pc:sldMkLst>
        <pc:spChg chg="mod">
          <ac:chgData name="Duce, Patricia" userId="63213659-433f-4003-8b64-f125efbf754c" providerId="ADAL" clId="{D84611B8-6D24-4EA0-A583-8A7B325A96B6}" dt="2022-11-03T16:00:56.872" v="6" actId="20577"/>
          <ac:spMkLst>
            <pc:docMk/>
            <pc:sldMk cId="2063449712" sldId="400"/>
            <ac:spMk id="2" creationId="{BCBCB9F5-3FA7-C08A-863D-398400BB07F8}"/>
          </ac:spMkLst>
        </pc:spChg>
        <pc:spChg chg="mod">
          <ac:chgData name="Duce, Patricia" userId="63213659-433f-4003-8b64-f125efbf754c" providerId="ADAL" clId="{D84611B8-6D24-4EA0-A583-8A7B325A96B6}" dt="2022-11-03T16:01:21.397" v="13"/>
          <ac:spMkLst>
            <pc:docMk/>
            <pc:sldMk cId="2063449712" sldId="400"/>
            <ac:spMk id="3" creationId="{44F77A4B-1BCB-6255-5B29-CCA65C538101}"/>
          </ac:spMkLst>
        </pc:spChg>
      </pc:sldChg>
      <pc:sldChg chg="delSp modSp new mod">
        <pc:chgData name="Duce, Patricia" userId="63213659-433f-4003-8b64-f125efbf754c" providerId="ADAL" clId="{D84611B8-6D24-4EA0-A583-8A7B325A96B6}" dt="2022-11-03T16:02:04.935" v="39" actId="113"/>
        <pc:sldMkLst>
          <pc:docMk/>
          <pc:sldMk cId="1090095033" sldId="401"/>
        </pc:sldMkLst>
        <pc:spChg chg="del">
          <ac:chgData name="Duce, Patricia" userId="63213659-433f-4003-8b64-f125efbf754c" providerId="ADAL" clId="{D84611B8-6D24-4EA0-A583-8A7B325A96B6}" dt="2022-11-03T16:01:40.126" v="17" actId="478"/>
          <ac:spMkLst>
            <pc:docMk/>
            <pc:sldMk cId="1090095033" sldId="401"/>
            <ac:spMk id="2" creationId="{33DA49AC-2827-D0A9-ADA2-955EB1086A90}"/>
          </ac:spMkLst>
        </pc:spChg>
        <pc:spChg chg="mod">
          <ac:chgData name="Duce, Patricia" userId="63213659-433f-4003-8b64-f125efbf754c" providerId="ADAL" clId="{D84611B8-6D24-4EA0-A583-8A7B325A96B6}" dt="2022-11-03T16:02:04.935" v="39" actId="113"/>
          <ac:spMkLst>
            <pc:docMk/>
            <pc:sldMk cId="1090095033" sldId="401"/>
            <ac:spMk id="3" creationId="{D2DD92CD-2C2D-3C66-D2BF-40D0EE5B733F}"/>
          </ac:spMkLst>
        </pc:spChg>
      </pc:sldChg>
      <pc:sldChg chg="del">
        <pc:chgData name="Duce, Patricia" userId="63213659-433f-4003-8b64-f125efbf754c" providerId="ADAL" clId="{D84611B8-6D24-4EA0-A583-8A7B325A96B6}" dt="2022-10-22T03:34:30.928" v="0" actId="47"/>
        <pc:sldMkLst>
          <pc:docMk/>
          <pc:sldMk cId="1616529049" sldId="401"/>
        </pc:sldMkLst>
      </pc:sldChg>
      <pc:sldChg chg="addSp delSp modSp new mod ord">
        <pc:chgData name="Duce, Patricia" userId="63213659-433f-4003-8b64-f125efbf754c" providerId="ADAL" clId="{D84611B8-6D24-4EA0-A583-8A7B325A96B6}" dt="2022-11-03T16:03:16.921" v="59" actId="113"/>
        <pc:sldMkLst>
          <pc:docMk/>
          <pc:sldMk cId="3581590410" sldId="402"/>
        </pc:sldMkLst>
        <pc:spChg chg="del">
          <ac:chgData name="Duce, Patricia" userId="63213659-433f-4003-8b64-f125efbf754c" providerId="ADAL" clId="{D84611B8-6D24-4EA0-A583-8A7B325A96B6}" dt="2022-11-03T16:02:30.354" v="45" actId="478"/>
          <ac:spMkLst>
            <pc:docMk/>
            <pc:sldMk cId="3581590410" sldId="402"/>
            <ac:spMk id="2" creationId="{D93B1BDC-B533-232C-0423-4E4AABF7845B}"/>
          </ac:spMkLst>
        </pc:spChg>
        <pc:spChg chg="mod">
          <ac:chgData name="Duce, Patricia" userId="63213659-433f-4003-8b64-f125efbf754c" providerId="ADAL" clId="{D84611B8-6D24-4EA0-A583-8A7B325A96B6}" dt="2022-11-03T16:03:16.921" v="59" actId="113"/>
          <ac:spMkLst>
            <pc:docMk/>
            <pc:sldMk cId="3581590410" sldId="402"/>
            <ac:spMk id="3" creationId="{4514A375-0A30-27AE-0A70-E6552F9CBB5D}"/>
          </ac:spMkLst>
        </pc:spChg>
        <pc:graphicFrameChg chg="add del modGraphic">
          <ac:chgData name="Duce, Patricia" userId="63213659-433f-4003-8b64-f125efbf754c" providerId="ADAL" clId="{D84611B8-6D24-4EA0-A583-8A7B325A96B6}" dt="2022-11-03T16:03:07.101" v="57" actId="478"/>
          <ac:graphicFrameMkLst>
            <pc:docMk/>
            <pc:sldMk cId="3581590410" sldId="402"/>
            <ac:graphicFrameMk id="5" creationId="{0570D1E8-8234-2F08-6EE4-A9BB2AA9947E}"/>
          </ac:graphicFrameMkLst>
        </pc:graphicFrameChg>
      </pc:sldChg>
      <pc:sldChg chg="delSp modSp new mod">
        <pc:chgData name="Duce, Patricia" userId="63213659-433f-4003-8b64-f125efbf754c" providerId="ADAL" clId="{D84611B8-6D24-4EA0-A583-8A7B325A96B6}" dt="2022-11-03T16:05:11.896" v="88" actId="1076"/>
        <pc:sldMkLst>
          <pc:docMk/>
          <pc:sldMk cId="1772988604" sldId="403"/>
        </pc:sldMkLst>
        <pc:spChg chg="del">
          <ac:chgData name="Duce, Patricia" userId="63213659-433f-4003-8b64-f125efbf754c" providerId="ADAL" clId="{D84611B8-6D24-4EA0-A583-8A7B325A96B6}" dt="2022-11-03T16:03:51.334" v="63" actId="478"/>
          <ac:spMkLst>
            <pc:docMk/>
            <pc:sldMk cId="1772988604" sldId="403"/>
            <ac:spMk id="2" creationId="{2C398FAE-8E19-3A44-DA2D-DDEDC4915821}"/>
          </ac:spMkLst>
        </pc:spChg>
        <pc:spChg chg="mod">
          <ac:chgData name="Duce, Patricia" userId="63213659-433f-4003-8b64-f125efbf754c" providerId="ADAL" clId="{D84611B8-6D24-4EA0-A583-8A7B325A96B6}" dt="2022-11-03T16:05:11.896" v="88" actId="1076"/>
          <ac:spMkLst>
            <pc:docMk/>
            <pc:sldMk cId="1772988604" sldId="403"/>
            <ac:spMk id="3" creationId="{628B2EFE-7F23-795C-FEE3-CF8331C41AE5}"/>
          </ac:spMkLst>
        </pc:spChg>
      </pc:sldChg>
      <pc:sldChg chg="delSp modSp new mod">
        <pc:chgData name="Duce, Patricia" userId="63213659-433f-4003-8b64-f125efbf754c" providerId="ADAL" clId="{D84611B8-6D24-4EA0-A583-8A7B325A96B6}" dt="2022-11-03T16:12:37.201" v="93" actId="5793"/>
        <pc:sldMkLst>
          <pc:docMk/>
          <pc:sldMk cId="770734037" sldId="404"/>
        </pc:sldMkLst>
        <pc:spChg chg="del">
          <ac:chgData name="Duce, Patricia" userId="63213659-433f-4003-8b64-f125efbf754c" providerId="ADAL" clId="{D84611B8-6D24-4EA0-A583-8A7B325A96B6}" dt="2022-11-03T16:12:29.077" v="92" actId="478"/>
          <ac:spMkLst>
            <pc:docMk/>
            <pc:sldMk cId="770734037" sldId="404"/>
            <ac:spMk id="2" creationId="{C4C7B7AB-19A0-0C00-E3E0-3333F1379E88}"/>
          </ac:spMkLst>
        </pc:spChg>
        <pc:spChg chg="mod">
          <ac:chgData name="Duce, Patricia" userId="63213659-433f-4003-8b64-f125efbf754c" providerId="ADAL" clId="{D84611B8-6D24-4EA0-A583-8A7B325A96B6}" dt="2022-11-03T16:12:37.201" v="93" actId="5793"/>
          <ac:spMkLst>
            <pc:docMk/>
            <pc:sldMk cId="770734037" sldId="404"/>
            <ac:spMk id="3" creationId="{23D07BEA-01CF-7F11-4A3D-566C474ED274}"/>
          </ac:spMkLst>
        </pc:spChg>
      </pc:sldChg>
      <pc:sldMasterChg chg="delSldLayout">
        <pc:chgData name="Duce, Patricia" userId="63213659-433f-4003-8b64-f125efbf754c" providerId="ADAL" clId="{D84611B8-6D24-4EA0-A583-8A7B325A96B6}" dt="2022-10-22T03:34:30.928" v="0" actId="47"/>
        <pc:sldMasterMkLst>
          <pc:docMk/>
          <pc:sldMasterMk cId="2944990071" sldId="2147483648"/>
        </pc:sldMasterMkLst>
        <pc:sldLayoutChg chg="del">
          <pc:chgData name="Duce, Patricia" userId="63213659-433f-4003-8b64-f125efbf754c" providerId="ADAL" clId="{D84611B8-6D24-4EA0-A583-8A7B325A96B6}" dt="2022-10-22T03:34:30.928" v="0" actId="47"/>
          <pc:sldLayoutMkLst>
            <pc:docMk/>
            <pc:sldMasterMk cId="2944990071" sldId="2147483648"/>
            <pc:sldLayoutMk cId="3211679220" sldId="2147483660"/>
          </pc:sldLayoutMkLst>
        </pc:sldLayoutChg>
      </pc:sldMasterChg>
    </pc:docChg>
  </pc:docChgLst>
  <pc:docChgLst>
    <pc:chgData name="Duce, Patricia" userId="63213659-433f-4003-8b64-f125efbf754c" providerId="ADAL" clId="{9CDD4AC2-5DC3-4E13-866B-E8B54F19FDAF}"/>
    <pc:docChg chg="custSel addSld delSld modSld">
      <pc:chgData name="Duce, Patricia" userId="63213659-433f-4003-8b64-f125efbf754c" providerId="ADAL" clId="{9CDD4AC2-5DC3-4E13-866B-E8B54F19FDAF}" dt="2022-10-22T03:12:18.735" v="54" actId="14100"/>
      <pc:docMkLst>
        <pc:docMk/>
      </pc:docMkLst>
      <pc:sldChg chg="modSp mod">
        <pc:chgData name="Duce, Patricia" userId="63213659-433f-4003-8b64-f125efbf754c" providerId="ADAL" clId="{9CDD4AC2-5DC3-4E13-866B-E8B54F19FDAF}" dt="2022-10-22T02:29:25.129" v="34" actId="20577"/>
        <pc:sldMkLst>
          <pc:docMk/>
          <pc:sldMk cId="3339036401" sldId="328"/>
        </pc:sldMkLst>
        <pc:spChg chg="mod">
          <ac:chgData name="Duce, Patricia" userId="63213659-433f-4003-8b64-f125efbf754c" providerId="ADAL" clId="{9CDD4AC2-5DC3-4E13-866B-E8B54F19FDAF}" dt="2022-10-22T02:29:25.129" v="34" actId="20577"/>
          <ac:spMkLst>
            <pc:docMk/>
            <pc:sldMk cId="3339036401" sldId="328"/>
            <ac:spMk id="2" creationId="{00000000-0000-0000-0000-000000000000}"/>
          </ac:spMkLst>
        </pc:spChg>
      </pc:sldChg>
      <pc:sldChg chg="del">
        <pc:chgData name="Duce, Patricia" userId="63213659-433f-4003-8b64-f125efbf754c" providerId="ADAL" clId="{9CDD4AC2-5DC3-4E13-866B-E8B54F19FDAF}" dt="2022-10-22T02:28:04.431" v="1" actId="47"/>
        <pc:sldMkLst>
          <pc:docMk/>
          <pc:sldMk cId="928948882" sldId="329"/>
        </pc:sldMkLst>
      </pc:sldChg>
      <pc:sldChg chg="del">
        <pc:chgData name="Duce, Patricia" userId="63213659-433f-4003-8b64-f125efbf754c" providerId="ADAL" clId="{9CDD4AC2-5DC3-4E13-866B-E8B54F19FDAF}" dt="2022-10-22T02:32:42.832" v="35" actId="47"/>
        <pc:sldMkLst>
          <pc:docMk/>
          <pc:sldMk cId="2078100388" sldId="330"/>
        </pc:sldMkLst>
      </pc:sldChg>
      <pc:sldChg chg="del">
        <pc:chgData name="Duce, Patricia" userId="63213659-433f-4003-8b64-f125efbf754c" providerId="ADAL" clId="{9CDD4AC2-5DC3-4E13-866B-E8B54F19FDAF}" dt="2022-10-22T02:32:44.836" v="36" actId="47"/>
        <pc:sldMkLst>
          <pc:docMk/>
          <pc:sldMk cId="3154302319" sldId="331"/>
        </pc:sldMkLst>
      </pc:sldChg>
      <pc:sldChg chg="del">
        <pc:chgData name="Duce, Patricia" userId="63213659-433f-4003-8b64-f125efbf754c" providerId="ADAL" clId="{9CDD4AC2-5DC3-4E13-866B-E8B54F19FDAF}" dt="2022-10-22T02:32:46.066" v="37" actId="47"/>
        <pc:sldMkLst>
          <pc:docMk/>
          <pc:sldMk cId="3923447368" sldId="332"/>
        </pc:sldMkLst>
      </pc:sldChg>
      <pc:sldChg chg="del">
        <pc:chgData name="Duce, Patricia" userId="63213659-433f-4003-8b64-f125efbf754c" providerId="ADAL" clId="{9CDD4AC2-5DC3-4E13-866B-E8B54F19FDAF}" dt="2022-10-22T02:32:47.746" v="38" actId="47"/>
        <pc:sldMkLst>
          <pc:docMk/>
          <pc:sldMk cId="2437811943" sldId="333"/>
        </pc:sldMkLst>
      </pc:sldChg>
      <pc:sldChg chg="del">
        <pc:chgData name="Duce, Patricia" userId="63213659-433f-4003-8b64-f125efbf754c" providerId="ADAL" clId="{9CDD4AC2-5DC3-4E13-866B-E8B54F19FDAF}" dt="2022-10-22T02:32:48.642" v="39" actId="47"/>
        <pc:sldMkLst>
          <pc:docMk/>
          <pc:sldMk cId="947341423" sldId="354"/>
        </pc:sldMkLst>
      </pc:sldChg>
      <pc:sldChg chg="delSp">
        <pc:chgData name="Duce, Patricia" userId="63213659-433f-4003-8b64-f125efbf754c" providerId="ADAL" clId="{9CDD4AC2-5DC3-4E13-866B-E8B54F19FDAF}" dt="2022-10-19T17:21:37.815" v="0"/>
        <pc:sldMkLst>
          <pc:docMk/>
          <pc:sldMk cId="162351827" sldId="395"/>
        </pc:sldMkLst>
        <pc:picChg chg="del">
          <ac:chgData name="Duce, Patricia" userId="63213659-433f-4003-8b64-f125efbf754c" providerId="ADAL" clId="{9CDD4AC2-5DC3-4E13-866B-E8B54F19FDAF}" dt="2022-10-19T17:21:37.815" v="0"/>
          <ac:picMkLst>
            <pc:docMk/>
            <pc:sldMk cId="162351827" sldId="395"/>
            <ac:picMk id="2" creationId="{131C3A31-204E-F239-FF9E-E38388DC69A9}"/>
          </ac:picMkLst>
        </pc:picChg>
      </pc:sldChg>
      <pc:sldChg chg="addSp delSp modSp new mod">
        <pc:chgData name="Duce, Patricia" userId="63213659-433f-4003-8b64-f125efbf754c" providerId="ADAL" clId="{9CDD4AC2-5DC3-4E13-866B-E8B54F19FDAF}" dt="2022-10-22T03:09:37.106" v="47" actId="14100"/>
        <pc:sldMkLst>
          <pc:docMk/>
          <pc:sldMk cId="1737683147" sldId="400"/>
        </pc:sldMkLst>
        <pc:spChg chg="del">
          <ac:chgData name="Duce, Patricia" userId="63213659-433f-4003-8b64-f125efbf754c" providerId="ADAL" clId="{9CDD4AC2-5DC3-4E13-866B-E8B54F19FDAF}" dt="2022-10-22T03:09:31.147" v="45" actId="478"/>
          <ac:spMkLst>
            <pc:docMk/>
            <pc:sldMk cId="1737683147" sldId="400"/>
            <ac:spMk id="2" creationId="{8EAEB7FA-0DAE-75D9-896F-43F1FF8A8AF3}"/>
          </ac:spMkLst>
        </pc:spChg>
        <pc:spChg chg="del">
          <ac:chgData name="Duce, Patricia" userId="63213659-433f-4003-8b64-f125efbf754c" providerId="ADAL" clId="{9CDD4AC2-5DC3-4E13-866B-E8B54F19FDAF}" dt="2022-10-22T03:09:28.367" v="44" actId="478"/>
          <ac:spMkLst>
            <pc:docMk/>
            <pc:sldMk cId="1737683147" sldId="400"/>
            <ac:spMk id="3" creationId="{C1E69C52-5D47-6387-560E-5F30CD5B0306}"/>
          </ac:spMkLst>
        </pc:spChg>
        <pc:picChg chg="add mod modCrop">
          <ac:chgData name="Duce, Patricia" userId="63213659-433f-4003-8b64-f125efbf754c" providerId="ADAL" clId="{9CDD4AC2-5DC3-4E13-866B-E8B54F19FDAF}" dt="2022-10-22T03:09:37.106" v="47" actId="14100"/>
          <ac:picMkLst>
            <pc:docMk/>
            <pc:sldMk cId="1737683147" sldId="400"/>
            <ac:picMk id="4" creationId="{A3F687B3-29A9-B4C6-4F64-85E76FFCA7AC}"/>
          </ac:picMkLst>
        </pc:picChg>
      </pc:sldChg>
      <pc:sldChg chg="addSp delSp modSp new mod">
        <pc:chgData name="Duce, Patricia" userId="63213659-433f-4003-8b64-f125efbf754c" providerId="ADAL" clId="{9CDD4AC2-5DC3-4E13-866B-E8B54F19FDAF}" dt="2022-10-22T03:12:18.735" v="54" actId="14100"/>
        <pc:sldMkLst>
          <pc:docMk/>
          <pc:sldMk cId="1616529049" sldId="401"/>
        </pc:sldMkLst>
        <pc:spChg chg="del">
          <ac:chgData name="Duce, Patricia" userId="63213659-433f-4003-8b64-f125efbf754c" providerId="ADAL" clId="{9CDD4AC2-5DC3-4E13-866B-E8B54F19FDAF}" dt="2022-10-22T03:12:12.585" v="52" actId="478"/>
          <ac:spMkLst>
            <pc:docMk/>
            <pc:sldMk cId="1616529049" sldId="401"/>
            <ac:spMk id="2" creationId="{60BDB296-29DB-6420-EEA4-D9F361CDB176}"/>
          </ac:spMkLst>
        </pc:spChg>
        <pc:spChg chg="del">
          <ac:chgData name="Duce, Patricia" userId="63213659-433f-4003-8b64-f125efbf754c" providerId="ADAL" clId="{9CDD4AC2-5DC3-4E13-866B-E8B54F19FDAF}" dt="2022-10-22T03:11:49.976" v="49"/>
          <ac:spMkLst>
            <pc:docMk/>
            <pc:sldMk cId="1616529049" sldId="401"/>
            <ac:spMk id="3" creationId="{955523F1-8C82-0E85-D551-3BC1099C4849}"/>
          </ac:spMkLst>
        </pc:spChg>
        <pc:picChg chg="add mod modCrop">
          <ac:chgData name="Duce, Patricia" userId="63213659-433f-4003-8b64-f125efbf754c" providerId="ADAL" clId="{9CDD4AC2-5DC3-4E13-866B-E8B54F19FDAF}" dt="2022-10-22T03:12:18.735" v="54" actId="14100"/>
          <ac:picMkLst>
            <pc:docMk/>
            <pc:sldMk cId="1616529049" sldId="401"/>
            <ac:picMk id="4" creationId="{BF388243-90E4-89CB-16FF-6A351B3E8FB4}"/>
          </ac:picMkLst>
        </pc:picChg>
      </pc:sldChg>
    </pc:docChg>
  </pc:docChgLst>
  <pc:docChgLst>
    <pc:chgData name="Duce, Patricia" userId="63213659-433f-4003-8b64-f125efbf754c" providerId="ADAL" clId="{C3791684-AB52-4A80-8BB5-34A2388F9987}"/>
    <pc:docChg chg="custSel delSld modSld">
      <pc:chgData name="Duce, Patricia" userId="63213659-433f-4003-8b64-f125efbf754c" providerId="ADAL" clId="{C3791684-AB52-4A80-8BB5-34A2388F9987}" dt="2021-10-22T13:11:01.543" v="163" actId="47"/>
      <pc:docMkLst>
        <pc:docMk/>
      </pc:docMkLst>
      <pc:sldChg chg="addSp delSp modSp mod">
        <pc:chgData name="Duce, Patricia" userId="63213659-433f-4003-8b64-f125efbf754c" providerId="ADAL" clId="{C3791684-AB52-4A80-8BB5-34A2388F9987}" dt="2021-10-22T12:46:34.808" v="137" actId="113"/>
        <pc:sldMkLst>
          <pc:docMk/>
          <pc:sldMk cId="2339459307" sldId="302"/>
        </pc:sldMkLst>
        <pc:spChg chg="del">
          <ac:chgData name="Duce, Patricia" userId="63213659-433f-4003-8b64-f125efbf754c" providerId="ADAL" clId="{C3791684-AB52-4A80-8BB5-34A2388F9987}" dt="2021-10-22T12:46:16.604" v="134" actId="478"/>
          <ac:spMkLst>
            <pc:docMk/>
            <pc:sldMk cId="2339459307" sldId="302"/>
            <ac:spMk id="2" creationId="{00000000-0000-0000-0000-000000000000}"/>
          </ac:spMkLst>
        </pc:spChg>
        <pc:spChg chg="mod">
          <ac:chgData name="Duce, Patricia" userId="63213659-433f-4003-8b64-f125efbf754c" providerId="ADAL" clId="{C3791684-AB52-4A80-8BB5-34A2388F9987}" dt="2021-10-22T12:46:34.808" v="137" actId="113"/>
          <ac:spMkLst>
            <pc:docMk/>
            <pc:sldMk cId="2339459307" sldId="302"/>
            <ac:spMk id="3" creationId="{00000000-0000-0000-0000-000000000000}"/>
          </ac:spMkLst>
        </pc:spChg>
        <pc:spChg chg="add del mod">
          <ac:chgData name="Duce, Patricia" userId="63213659-433f-4003-8b64-f125efbf754c" providerId="ADAL" clId="{C3791684-AB52-4A80-8BB5-34A2388F9987}" dt="2021-10-22T12:46:19.138" v="135" actId="478"/>
          <ac:spMkLst>
            <pc:docMk/>
            <pc:sldMk cId="2339459307" sldId="302"/>
            <ac:spMk id="6" creationId="{9271D58E-313D-4D34-84F6-7716287C71BE}"/>
          </ac:spMkLst>
        </pc:spChg>
      </pc:sldChg>
      <pc:sldChg chg="addSp delSp modSp mod">
        <pc:chgData name="Duce, Patricia" userId="63213659-433f-4003-8b64-f125efbf754c" providerId="ADAL" clId="{C3791684-AB52-4A80-8BB5-34A2388F9987}" dt="2021-10-22T12:46:43.255" v="139" actId="478"/>
        <pc:sldMkLst>
          <pc:docMk/>
          <pc:sldMk cId="1315105375" sldId="303"/>
        </pc:sldMkLst>
        <pc:spChg chg="del">
          <ac:chgData name="Duce, Patricia" userId="63213659-433f-4003-8b64-f125efbf754c" providerId="ADAL" clId="{C3791684-AB52-4A80-8BB5-34A2388F9987}" dt="2021-10-22T12:46:41.846" v="138" actId="478"/>
          <ac:spMkLst>
            <pc:docMk/>
            <pc:sldMk cId="1315105375" sldId="303"/>
            <ac:spMk id="2" creationId="{00000000-0000-0000-0000-000000000000}"/>
          </ac:spMkLst>
        </pc:spChg>
        <pc:spChg chg="mod">
          <ac:chgData name="Duce, Patricia" userId="63213659-433f-4003-8b64-f125efbf754c" providerId="ADAL" clId="{C3791684-AB52-4A80-8BB5-34A2388F9987}" dt="2021-10-22T12:30:24.322" v="8" actId="207"/>
          <ac:spMkLst>
            <pc:docMk/>
            <pc:sldMk cId="1315105375" sldId="303"/>
            <ac:spMk id="3" creationId="{00000000-0000-0000-0000-000000000000}"/>
          </ac:spMkLst>
        </pc:spChg>
        <pc:spChg chg="add del mod">
          <ac:chgData name="Duce, Patricia" userId="63213659-433f-4003-8b64-f125efbf754c" providerId="ADAL" clId="{C3791684-AB52-4A80-8BB5-34A2388F9987}" dt="2021-10-22T12:46:43.255" v="139" actId="478"/>
          <ac:spMkLst>
            <pc:docMk/>
            <pc:sldMk cId="1315105375" sldId="303"/>
            <ac:spMk id="6" creationId="{518794A9-5A9D-4404-A30C-774AE5AB9174}"/>
          </ac:spMkLst>
        </pc:spChg>
      </pc:sldChg>
      <pc:sldChg chg="del">
        <pc:chgData name="Duce, Patricia" userId="63213659-433f-4003-8b64-f125efbf754c" providerId="ADAL" clId="{C3791684-AB52-4A80-8BB5-34A2388F9987}" dt="2021-10-22T12:33:11.560" v="9" actId="2696"/>
        <pc:sldMkLst>
          <pc:docMk/>
          <pc:sldMk cId="729604175" sldId="305"/>
        </pc:sldMkLst>
      </pc:sldChg>
      <pc:sldChg chg="modSp mod">
        <pc:chgData name="Duce, Patricia" userId="63213659-433f-4003-8b64-f125efbf754c" providerId="ADAL" clId="{C3791684-AB52-4A80-8BB5-34A2388F9987}" dt="2021-10-22T12:48:41.832" v="155" actId="5793"/>
        <pc:sldMkLst>
          <pc:docMk/>
          <pc:sldMk cId="1568004554" sldId="306"/>
        </pc:sldMkLst>
        <pc:spChg chg="mod">
          <ac:chgData name="Duce, Patricia" userId="63213659-433f-4003-8b64-f125efbf754c" providerId="ADAL" clId="{C3791684-AB52-4A80-8BB5-34A2388F9987}" dt="2021-10-22T12:47:57.444" v="148" actId="255"/>
          <ac:spMkLst>
            <pc:docMk/>
            <pc:sldMk cId="1568004554" sldId="306"/>
            <ac:spMk id="368" creationId="{00000000-0000-0000-0000-000000000000}"/>
          </ac:spMkLst>
        </pc:spChg>
        <pc:spChg chg="mod">
          <ac:chgData name="Duce, Patricia" userId="63213659-433f-4003-8b64-f125efbf754c" providerId="ADAL" clId="{C3791684-AB52-4A80-8BB5-34A2388F9987}" dt="2021-10-22T12:48:41.832" v="155" actId="5793"/>
          <ac:spMkLst>
            <pc:docMk/>
            <pc:sldMk cId="1568004554" sldId="306"/>
            <ac:spMk id="369" creationId="{00000000-0000-0000-0000-000000000000}"/>
          </ac:spMkLst>
        </pc:spChg>
      </pc:sldChg>
      <pc:sldChg chg="del">
        <pc:chgData name="Duce, Patricia" userId="63213659-433f-4003-8b64-f125efbf754c" providerId="ADAL" clId="{C3791684-AB52-4A80-8BB5-34A2388F9987}" dt="2021-10-22T12:36:32.269" v="10" actId="47"/>
        <pc:sldMkLst>
          <pc:docMk/>
          <pc:sldMk cId="2763652791" sldId="315"/>
        </pc:sldMkLst>
      </pc:sldChg>
      <pc:sldChg chg="del">
        <pc:chgData name="Duce, Patricia" userId="63213659-433f-4003-8b64-f125efbf754c" providerId="ADAL" clId="{C3791684-AB52-4A80-8BB5-34A2388F9987}" dt="2021-10-22T12:36:58.411" v="11" actId="47"/>
        <pc:sldMkLst>
          <pc:docMk/>
          <pc:sldMk cId="4150568831" sldId="316"/>
        </pc:sldMkLst>
      </pc:sldChg>
      <pc:sldChg chg="addSp delSp modSp mod">
        <pc:chgData name="Duce, Patricia" userId="63213659-433f-4003-8b64-f125efbf754c" providerId="ADAL" clId="{C3791684-AB52-4A80-8BB5-34A2388F9987}" dt="2021-10-22T12:53:22.951" v="157" actId="478"/>
        <pc:sldMkLst>
          <pc:docMk/>
          <pc:sldMk cId="2123784695" sldId="319"/>
        </pc:sldMkLst>
        <pc:spChg chg="del">
          <ac:chgData name="Duce, Patricia" userId="63213659-433f-4003-8b64-f125efbf754c" providerId="ADAL" clId="{C3791684-AB52-4A80-8BB5-34A2388F9987}" dt="2021-10-22T12:53:20.516" v="156" actId="478"/>
          <ac:spMkLst>
            <pc:docMk/>
            <pc:sldMk cId="2123784695" sldId="319"/>
            <ac:spMk id="2" creationId="{00000000-0000-0000-0000-000000000000}"/>
          </ac:spMkLst>
        </pc:spChg>
        <pc:spChg chg="add del mod">
          <ac:chgData name="Duce, Patricia" userId="63213659-433f-4003-8b64-f125efbf754c" providerId="ADAL" clId="{C3791684-AB52-4A80-8BB5-34A2388F9987}" dt="2021-10-22T12:53:22.951" v="157" actId="478"/>
          <ac:spMkLst>
            <pc:docMk/>
            <pc:sldMk cId="2123784695" sldId="319"/>
            <ac:spMk id="6" creationId="{C80527BA-B0B1-4428-8F38-F5CA522F8D78}"/>
          </ac:spMkLst>
        </pc:spChg>
      </pc:sldChg>
      <pc:sldChg chg="addSp delSp modSp mod">
        <pc:chgData name="Duce, Patricia" userId="63213659-433f-4003-8b64-f125efbf754c" providerId="ADAL" clId="{C3791684-AB52-4A80-8BB5-34A2388F9987}" dt="2021-10-22T12:53:42.708" v="159" actId="478"/>
        <pc:sldMkLst>
          <pc:docMk/>
          <pc:sldMk cId="2348850993" sldId="320"/>
        </pc:sldMkLst>
        <pc:spChg chg="del">
          <ac:chgData name="Duce, Patricia" userId="63213659-433f-4003-8b64-f125efbf754c" providerId="ADAL" clId="{C3791684-AB52-4A80-8BB5-34A2388F9987}" dt="2021-10-22T12:53:39.435" v="158" actId="478"/>
          <ac:spMkLst>
            <pc:docMk/>
            <pc:sldMk cId="2348850993" sldId="320"/>
            <ac:spMk id="2" creationId="{00000000-0000-0000-0000-000000000000}"/>
          </ac:spMkLst>
        </pc:spChg>
        <pc:spChg chg="add del mod">
          <ac:chgData name="Duce, Patricia" userId="63213659-433f-4003-8b64-f125efbf754c" providerId="ADAL" clId="{C3791684-AB52-4A80-8BB5-34A2388F9987}" dt="2021-10-22T12:53:42.708" v="159" actId="478"/>
          <ac:spMkLst>
            <pc:docMk/>
            <pc:sldMk cId="2348850993" sldId="320"/>
            <ac:spMk id="6" creationId="{99E5F9AA-A3A4-444A-89CB-287AB562ACB9}"/>
          </ac:spMkLst>
        </pc:spChg>
      </pc:sldChg>
      <pc:sldChg chg="delSp modSp mod">
        <pc:chgData name="Duce, Patricia" userId="63213659-433f-4003-8b64-f125efbf754c" providerId="ADAL" clId="{C3791684-AB52-4A80-8BB5-34A2388F9987}" dt="2021-10-22T13:10:05.872" v="162" actId="20577"/>
        <pc:sldMkLst>
          <pc:docMk/>
          <pc:sldMk cId="2437811943" sldId="333"/>
        </pc:sldMkLst>
        <pc:spChg chg="mod">
          <ac:chgData name="Duce, Patricia" userId="63213659-433f-4003-8b64-f125efbf754c" providerId="ADAL" clId="{C3791684-AB52-4A80-8BB5-34A2388F9987}" dt="2021-10-22T13:10:05.872" v="162" actId="20577"/>
          <ac:spMkLst>
            <pc:docMk/>
            <pc:sldMk cId="2437811943" sldId="333"/>
            <ac:spMk id="5" creationId="{00000000-0000-0000-0000-000000000000}"/>
          </ac:spMkLst>
        </pc:spChg>
        <pc:picChg chg="del">
          <ac:chgData name="Duce, Patricia" userId="63213659-433f-4003-8b64-f125efbf754c" providerId="ADAL" clId="{C3791684-AB52-4A80-8BB5-34A2388F9987}" dt="2021-10-22T13:08:47.278" v="160"/>
          <ac:picMkLst>
            <pc:docMk/>
            <pc:sldMk cId="2437811943" sldId="333"/>
            <ac:picMk id="3" creationId="{8EA9A251-346C-4174-9A60-03F9D706A6D7}"/>
          </ac:picMkLst>
        </pc:picChg>
      </pc:sldChg>
      <pc:sldChg chg="del">
        <pc:chgData name="Duce, Patricia" userId="63213659-433f-4003-8b64-f125efbf754c" providerId="ADAL" clId="{C3791684-AB52-4A80-8BB5-34A2388F9987}" dt="2021-10-22T12:42:21.665" v="12" actId="47"/>
        <pc:sldMkLst>
          <pc:docMk/>
          <pc:sldMk cId="3926959577" sldId="334"/>
        </pc:sldMkLst>
      </pc:sldChg>
      <pc:sldChg chg="del">
        <pc:chgData name="Duce, Patricia" userId="63213659-433f-4003-8b64-f125efbf754c" providerId="ADAL" clId="{C3791684-AB52-4A80-8BB5-34A2388F9987}" dt="2021-10-22T12:42:22.540" v="13" actId="47"/>
        <pc:sldMkLst>
          <pc:docMk/>
          <pc:sldMk cId="3110602650" sldId="335"/>
        </pc:sldMkLst>
      </pc:sldChg>
      <pc:sldChg chg="del">
        <pc:chgData name="Duce, Patricia" userId="63213659-433f-4003-8b64-f125efbf754c" providerId="ADAL" clId="{C3791684-AB52-4A80-8BB5-34A2388F9987}" dt="2021-10-22T12:42:23.212" v="14" actId="47"/>
        <pc:sldMkLst>
          <pc:docMk/>
          <pc:sldMk cId="429305940" sldId="336"/>
        </pc:sldMkLst>
      </pc:sldChg>
      <pc:sldChg chg="del">
        <pc:chgData name="Duce, Patricia" userId="63213659-433f-4003-8b64-f125efbf754c" providerId="ADAL" clId="{C3791684-AB52-4A80-8BB5-34A2388F9987}" dt="2021-10-22T13:11:01.543" v="163" actId="47"/>
        <pc:sldMkLst>
          <pc:docMk/>
          <pc:sldMk cId="1483411712" sldId="350"/>
        </pc:sldMkLst>
      </pc:sldChg>
      <pc:sldChg chg="del">
        <pc:chgData name="Duce, Patricia" userId="63213659-433f-4003-8b64-f125efbf754c" providerId="ADAL" clId="{C3791684-AB52-4A80-8BB5-34A2388F9987}" dt="2021-10-22T13:08:54.529" v="161" actId="47"/>
        <pc:sldMkLst>
          <pc:docMk/>
          <pc:sldMk cId="2790495708" sldId="3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5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5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5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7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0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2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9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3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10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7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AC50D-6EB4-46B5-8D76-74E78BB12AB4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3D110-8F99-439B-958D-E39111F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9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All Sprints are </a:t>
            </a:r>
            <a:r>
              <a:rPr lang="en-US" dirty="0" err="1">
                <a:solidFill>
                  <a:srgbClr val="FF0000"/>
                </a:solidFill>
              </a:rPr>
              <a:t>timeboxed</a:t>
            </a:r>
            <a:r>
              <a:rPr lang="en-US" dirty="0">
                <a:solidFill>
                  <a:srgbClr val="FF0000"/>
                </a:solidFill>
              </a:rPr>
              <a:t> – </a:t>
            </a:r>
            <a:r>
              <a:rPr lang="en-US" sz="2800" dirty="0">
                <a:solidFill>
                  <a:srgbClr val="FF0000"/>
                </a:solidFill>
              </a:rPr>
              <a:t>meaning they have a fixed start and end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700" b="1" dirty="0" err="1"/>
              <a:t>Timeboxing</a:t>
            </a:r>
            <a:r>
              <a:rPr lang="en-US" sz="3700" b="1" dirty="0"/>
              <a:t> benefits</a:t>
            </a:r>
            <a:endParaRPr lang="en-US" sz="3700" dirty="0"/>
          </a:p>
          <a:p>
            <a:r>
              <a:rPr lang="en-US" sz="3700" dirty="0"/>
              <a:t>Establishes a WIP limit</a:t>
            </a:r>
            <a:br>
              <a:rPr lang="en-US" sz="3700" dirty="0"/>
            </a:br>
            <a:r>
              <a:rPr lang="en-US" sz="2600" dirty="0"/>
              <a:t>Team plans on working on only those items it believe it can start and finish </a:t>
            </a:r>
          </a:p>
          <a:p>
            <a:r>
              <a:rPr lang="en-US" sz="3700" dirty="0"/>
              <a:t>Forces prioritization</a:t>
            </a:r>
            <a:br>
              <a:rPr lang="en-US" sz="3700" dirty="0"/>
            </a:br>
            <a:r>
              <a:rPr lang="en-US" sz="2600" dirty="0"/>
              <a:t>Perform the small amount of work that matters the most</a:t>
            </a:r>
          </a:p>
          <a:p>
            <a:r>
              <a:rPr lang="en-US" sz="3700" dirty="0"/>
              <a:t>Demonstrates Progress</a:t>
            </a:r>
            <a:br>
              <a:rPr lang="en-US" sz="3700" dirty="0"/>
            </a:br>
            <a:r>
              <a:rPr lang="en-US" sz="2600" dirty="0"/>
              <a:t>Will have a complete and validated important piece of work by end of sprint</a:t>
            </a:r>
          </a:p>
          <a:p>
            <a:r>
              <a:rPr lang="en-US" sz="3700" dirty="0"/>
              <a:t>Avoids unnecessary perfectionism</a:t>
            </a:r>
            <a:br>
              <a:rPr lang="en-US" sz="3700" dirty="0"/>
            </a:br>
            <a:r>
              <a:rPr lang="en-US" sz="2600" dirty="0"/>
              <a:t>Sometimes you can spend too much time when “good enough” will suffice. </a:t>
            </a:r>
          </a:p>
          <a:p>
            <a:r>
              <a:rPr lang="en-US" sz="3700" dirty="0"/>
              <a:t>Motivates closure</a:t>
            </a:r>
            <a:br>
              <a:rPr lang="en-US" sz="3700" dirty="0"/>
            </a:br>
            <a:r>
              <a:rPr lang="en-US" sz="2600" dirty="0"/>
              <a:t>With an end date – more urgency to complete the job</a:t>
            </a:r>
          </a:p>
          <a:p>
            <a:r>
              <a:rPr lang="en-US" sz="3700" dirty="0"/>
              <a:t>Improves predictability</a:t>
            </a:r>
            <a:br>
              <a:rPr lang="en-US" sz="3700" dirty="0"/>
            </a:br>
            <a:r>
              <a:rPr lang="en-US" sz="2900" dirty="0"/>
              <a:t>Easier to predict what you can complete in a week – rather than in a year</a:t>
            </a:r>
          </a:p>
          <a:p>
            <a:pPr marL="0" indent="0">
              <a:buNone/>
            </a:pPr>
            <a:endParaRPr lang="en-US" sz="3700" dirty="0"/>
          </a:p>
          <a:p>
            <a:endParaRPr lang="en-US" sz="3700" dirty="0"/>
          </a:p>
          <a:p>
            <a:endParaRPr lang="en-US" sz="37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13224" y="6176963"/>
            <a:ext cx="3510775" cy="365125"/>
          </a:xfrm>
        </p:spPr>
        <p:txBody>
          <a:bodyPr/>
          <a:lstStyle/>
          <a:p>
            <a:r>
              <a:rPr lang="en-US" dirty="0"/>
              <a:t>Essential Scrum – Kenneth S. Rubin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41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Benefits of Short-Duration Sprints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sz="3700" dirty="0"/>
              <a:t>Ease of planning</a:t>
            </a:r>
            <a:br>
              <a:rPr lang="en-US" sz="3700" dirty="0"/>
            </a:br>
            <a:r>
              <a:rPr lang="en-US" sz="2600" dirty="0"/>
              <a:t>Easier to plan a week than 6 months</a:t>
            </a:r>
          </a:p>
          <a:p>
            <a:r>
              <a:rPr lang="en-US" sz="3700" dirty="0"/>
              <a:t>Fast feedback</a:t>
            </a:r>
            <a:br>
              <a:rPr lang="en-US" sz="3700" dirty="0"/>
            </a:br>
            <a:r>
              <a:rPr lang="en-US" sz="2600" dirty="0"/>
              <a:t>Inspect and adapt process and product after each sprint – allows us to stay on right path</a:t>
            </a:r>
          </a:p>
          <a:p>
            <a:r>
              <a:rPr lang="en-US" sz="3700" dirty="0"/>
              <a:t>Bounded error</a:t>
            </a:r>
            <a:br>
              <a:rPr lang="en-US" sz="3700" dirty="0"/>
            </a:br>
            <a:r>
              <a:rPr lang="en-US" sz="2600" dirty="0"/>
              <a:t>If you are wrong, wrong in a small way.  (only lost 2 weeks of work). </a:t>
            </a:r>
          </a:p>
          <a:p>
            <a:r>
              <a:rPr lang="en-US" sz="3700" dirty="0"/>
              <a:t>Improved return on investment</a:t>
            </a:r>
            <a:br>
              <a:rPr lang="en-US" sz="3700" dirty="0"/>
            </a:br>
            <a:r>
              <a:rPr lang="en-US" sz="2600" dirty="0"/>
              <a:t>Early, more frequent deliverables.  (Opportunity to generate revenue sooner)</a:t>
            </a:r>
          </a:p>
          <a:p>
            <a:r>
              <a:rPr lang="en-US" sz="3700" dirty="0"/>
              <a:t>Rejuvenated excitement</a:t>
            </a:r>
            <a:br>
              <a:rPr lang="en-US" sz="3700" dirty="0"/>
            </a:br>
            <a:r>
              <a:rPr lang="en-US" sz="2600" dirty="0"/>
              <a:t>Human nature for interest and excitement to decline the longer we have to wait for gratification.</a:t>
            </a:r>
          </a:p>
          <a:p>
            <a:r>
              <a:rPr lang="en-US" sz="3700" dirty="0"/>
              <a:t>Frequent checkpoints</a:t>
            </a:r>
            <a:br>
              <a:rPr lang="en-US" sz="3700" dirty="0"/>
            </a:br>
            <a:r>
              <a:rPr lang="en-US" sz="2900" dirty="0"/>
              <a:t>Checkpoint after every sprint vs. after every phase. </a:t>
            </a:r>
          </a:p>
          <a:p>
            <a:pPr marL="0" indent="0">
              <a:buNone/>
            </a:pPr>
            <a:endParaRPr lang="en-US" sz="3700" dirty="0"/>
          </a:p>
          <a:p>
            <a:endParaRPr lang="en-US" sz="3700" dirty="0"/>
          </a:p>
          <a:p>
            <a:endParaRPr lang="en-US" sz="37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13224" y="6176963"/>
            <a:ext cx="3510775" cy="365125"/>
          </a:xfrm>
        </p:spPr>
        <p:txBody>
          <a:bodyPr/>
          <a:lstStyle/>
          <a:p>
            <a:r>
              <a:rPr lang="en-US" dirty="0"/>
              <a:t>Essential Scrum – Kenneth S. Rubin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2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Consistent Duration of Sprints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700" dirty="0"/>
              <a:t>Cadence – a predictable rhythm</a:t>
            </a:r>
            <a:br>
              <a:rPr lang="en-US" sz="3700" dirty="0"/>
            </a:br>
            <a:r>
              <a:rPr lang="en-US" sz="2600" dirty="0"/>
              <a:t>Team gets familiar when things need to happen. Enables people to “get into the zone”</a:t>
            </a:r>
          </a:p>
          <a:p>
            <a:r>
              <a:rPr lang="en-US" sz="3700" dirty="0"/>
              <a:t>Reduces Coordination Efforts</a:t>
            </a:r>
            <a:br>
              <a:rPr lang="en-US" sz="3700" dirty="0"/>
            </a:br>
            <a:r>
              <a:rPr lang="en-US" sz="2600" dirty="0"/>
              <a:t>Everyone (team, stakeholders) knows exactly when sprint reviews are</a:t>
            </a:r>
          </a:p>
          <a:p>
            <a:r>
              <a:rPr lang="en-US" sz="3700" dirty="0"/>
              <a:t>Simplifies Planning</a:t>
            </a:r>
            <a:br>
              <a:rPr lang="en-US" sz="3700" dirty="0"/>
            </a:br>
            <a:r>
              <a:rPr lang="en-US" sz="2600" dirty="0"/>
              <a:t>Team gets comfortable with the amount of work that it can accomplish in a typical sprint </a:t>
            </a:r>
            <a:endParaRPr lang="en-US" sz="2900" dirty="0"/>
          </a:p>
          <a:p>
            <a:pPr marL="0" indent="0">
              <a:buNone/>
            </a:pPr>
            <a:endParaRPr lang="en-US" sz="3700" dirty="0"/>
          </a:p>
          <a:p>
            <a:endParaRPr lang="en-US" sz="3700" dirty="0"/>
          </a:p>
          <a:p>
            <a:endParaRPr lang="en-US" sz="37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13224" y="6176963"/>
            <a:ext cx="3510775" cy="365125"/>
          </a:xfrm>
        </p:spPr>
        <p:txBody>
          <a:bodyPr/>
          <a:lstStyle/>
          <a:p>
            <a:r>
              <a:rPr lang="en-US" dirty="0"/>
              <a:t>Essential Scrum – Kenneth S. Rubin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4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 Goal-Altering Changes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sz="3700" dirty="0"/>
              <a:t>Scrum rule states that once a sprint goal has been established and sprint execution has begun, no change is permitted that can materially affect the sprint goal. </a:t>
            </a:r>
            <a:endParaRPr lang="en-US" sz="2600" dirty="0"/>
          </a:p>
          <a:p>
            <a:r>
              <a:rPr lang="en-US" sz="3700" b="1" dirty="0"/>
              <a:t>Mutual Commitment made by team and product owner</a:t>
            </a:r>
            <a:br>
              <a:rPr lang="en-US" sz="3700" dirty="0"/>
            </a:br>
            <a:r>
              <a:rPr lang="en-US" sz="3000" dirty="0"/>
              <a:t>Team commits to meeting the goal by end of the sprint and product owner commits to not altering the goal during the sprint.</a:t>
            </a:r>
            <a:br>
              <a:rPr lang="en-US" sz="3000" dirty="0"/>
            </a:br>
            <a:endParaRPr lang="en-US" sz="3000" dirty="0"/>
          </a:p>
          <a:p>
            <a:endParaRPr lang="en-US" sz="3700" dirty="0"/>
          </a:p>
          <a:p>
            <a:endParaRPr lang="en-US" sz="37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13224" y="6176963"/>
            <a:ext cx="3510775" cy="365125"/>
          </a:xfrm>
        </p:spPr>
        <p:txBody>
          <a:bodyPr/>
          <a:lstStyle/>
          <a:p>
            <a:r>
              <a:rPr lang="en-US" dirty="0"/>
              <a:t>Essential Scrum – Kenneth S. Rubin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91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Definition of Done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700" dirty="0"/>
              <a:t>The result of each sprint should be a potentially shippable product  (doesn’t mean you are going to ship it). Example checklist</a:t>
            </a:r>
          </a:p>
          <a:p>
            <a:r>
              <a:rPr lang="en-US" sz="3000" dirty="0"/>
              <a:t>Code complete?</a:t>
            </a:r>
          </a:p>
          <a:p>
            <a:r>
              <a:rPr lang="en-US" sz="3000" dirty="0"/>
              <a:t>Tested?</a:t>
            </a:r>
          </a:p>
          <a:p>
            <a:r>
              <a:rPr lang="en-US" sz="3000" dirty="0"/>
              <a:t>Customer-accepted?</a:t>
            </a:r>
          </a:p>
          <a:p>
            <a:r>
              <a:rPr lang="en-US" sz="3000"/>
              <a:t>Documentation finalized?</a:t>
            </a:r>
            <a:endParaRPr lang="en-US" sz="3000" dirty="0"/>
          </a:p>
          <a:p>
            <a:r>
              <a:rPr lang="en-US" sz="3000" dirty="0"/>
              <a:t>Merged in repository?</a:t>
            </a:r>
          </a:p>
          <a:p>
            <a:endParaRPr lang="en-US" sz="3700" dirty="0"/>
          </a:p>
          <a:p>
            <a:endParaRPr lang="en-US" sz="37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513224" y="6176963"/>
            <a:ext cx="3510775" cy="365125"/>
          </a:xfrm>
        </p:spPr>
        <p:txBody>
          <a:bodyPr/>
          <a:lstStyle/>
          <a:p>
            <a:r>
              <a:rPr lang="en-US" dirty="0"/>
              <a:t>Essential Scrum – Kenneth S. Rubin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56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C59A1-CE62-79F3-37B7-ABE32B79B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volini" panose="03000502040302020204" pitchFamily="66" charset="0"/>
                <a:ea typeface="Calibri" panose="020F0502020204030204" pitchFamily="34" charset="0"/>
              </a:rPr>
              <a:t>Sprint reviews</a:t>
            </a:r>
            <a:r>
              <a:rPr lang="en-US" sz="1800" dirty="0">
                <a:effectLst/>
                <a:latin typeface="Cavolini" panose="03000502040302020204" pitchFamily="66" charset="0"/>
                <a:ea typeface="Calibri" panose="020F0502020204030204" pitchFamily="34" charset="0"/>
              </a:rPr>
              <a:t> will be on:  11/12, 11/19, 11/26, 12/5</a:t>
            </a:r>
            <a:br>
              <a:rPr lang="en-US" sz="1800" dirty="0">
                <a:effectLst/>
                <a:latin typeface="Cavolini" panose="03000502040302020204" pitchFamily="66" charset="0"/>
                <a:ea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28AC-32AA-929E-C9CF-29AC5431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11/12 – I will meet with each group.  </a:t>
            </a:r>
          </a:p>
          <a:p>
            <a:r>
              <a:rPr lang="en-US" dirty="0"/>
              <a:t>I want to see your Trello board with user stories that capture your entire project.  </a:t>
            </a:r>
          </a:p>
          <a:p>
            <a:r>
              <a:rPr lang="en-US" dirty="0"/>
              <a:t>Top stories have the highest priority.  </a:t>
            </a:r>
          </a:p>
          <a:p>
            <a:r>
              <a:rPr lang="en-US" dirty="0"/>
              <a:t>Refine the top stories. </a:t>
            </a:r>
          </a:p>
          <a:p>
            <a:r>
              <a:rPr lang="en-US" dirty="0"/>
              <a:t>Decide what you can complete in the next sprint.</a:t>
            </a:r>
          </a:p>
          <a:p>
            <a:r>
              <a:rPr lang="en-US" dirty="0"/>
              <a:t>Next sprint Review will be on 11/19. </a:t>
            </a:r>
          </a:p>
        </p:txBody>
      </p:sp>
    </p:spTree>
    <p:extLst>
      <p:ext uri="{BB962C8B-B14F-4D97-AF65-F5344CB8AC3E}">
        <p14:creationId xmlns:p14="http://schemas.microsoft.com/office/powerpoint/2010/main" val="2969097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6B04-4B58-860F-67AA-C6E2C61E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Review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2641-E761-EFF0-A44B-26EBABE00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endParaRPr lang="en-US" b="1" i="0" dirty="0">
              <a:solidFill>
                <a:srgbClr val="565656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Each group member must have the current working version of the app on local computer.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What PBI(s) were completed in the Sprint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Discuss user stories 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“As a [persona], I [want to], [so that].”</a:t>
            </a:r>
            <a:b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</a:b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Who are we building this for?</a:t>
            </a:r>
            <a:b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</a:b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What is their intent?</a:t>
            </a:r>
            <a:b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</a:b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What’s the overall benefit they’re trying to achieve?</a:t>
            </a:r>
            <a:b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</a:br>
            <a:endParaRPr lang="en-US" b="0" i="0" dirty="0">
              <a:solidFill>
                <a:srgbClr val="565656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Do you have a shippable product?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Code complete?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Tested?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Customer-accepted?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Documentation finalized? (Trello, Git commit comments)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65656"/>
                </a:solidFill>
                <a:effectLst/>
                <a:latin typeface="Roboto" panose="02000000000000000000" pitchFamily="2" charset="0"/>
              </a:rPr>
              <a:t>Merged in repository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33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599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Cavolini</vt:lpstr>
      <vt:lpstr>Roboto</vt:lpstr>
      <vt:lpstr>Office Theme</vt:lpstr>
      <vt:lpstr>All Sprints are timeboxed – meaning they have a fixed start and end date</vt:lpstr>
      <vt:lpstr>Benefits of Short-Duration Sprints</vt:lpstr>
      <vt:lpstr>Consistent Duration of Sprints</vt:lpstr>
      <vt:lpstr>No Goal-Altering Changes</vt:lpstr>
      <vt:lpstr>Definition of Done</vt:lpstr>
      <vt:lpstr>Sprint reviews will be on:  11/12, 11/19, 11/26, 12/5 </vt:lpstr>
      <vt:lpstr>Sprint Review Expectations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Packages</dc:title>
  <dc:creator>Duce, Patricia</dc:creator>
  <cp:lastModifiedBy>Duce, Patricia</cp:lastModifiedBy>
  <cp:revision>12</cp:revision>
  <dcterms:created xsi:type="dcterms:W3CDTF">2020-10-02T04:28:27Z</dcterms:created>
  <dcterms:modified xsi:type="dcterms:W3CDTF">2024-11-07T04:18:18Z</dcterms:modified>
</cp:coreProperties>
</file>