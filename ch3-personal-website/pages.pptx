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4" r:id="rId3"/>
    <p:sldId id="333" r:id="rId4"/>
    <p:sldId id="321" r:id="rId5"/>
    <p:sldId id="334" r:id="rId6"/>
    <p:sldId id="311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3" r:id="rId15"/>
    <p:sldId id="346" r:id="rId16"/>
    <p:sldId id="345" r:id="rId17"/>
    <p:sldId id="344" r:id="rId18"/>
    <p:sldId id="295" r:id="rId19"/>
    <p:sldId id="313" r:id="rId20"/>
    <p:sldId id="314" r:id="rId21"/>
    <p:sldId id="298" r:id="rId22"/>
    <p:sldId id="315" r:id="rId23"/>
    <p:sldId id="31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</p:sldIdLst>
  <p:sldSz cx="12192000" cy="6858000"/>
  <p:notesSz cx="6954838" cy="92408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39987B-D5B0-48B2-8ADE-0B1AE58B5574}" v="3" dt="2024-09-16T23:57:37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6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ce, Patricia" userId="63213659-433f-4003-8b64-f125efbf754c" providerId="ADAL" clId="{FA1F2A83-1C94-4872-A2AE-6065B6F00F4F}"/>
    <pc:docChg chg="undo custSel addSld delSld modSld">
      <pc:chgData name="Duce, Patricia" userId="63213659-433f-4003-8b64-f125efbf754c" providerId="ADAL" clId="{FA1F2A83-1C94-4872-A2AE-6065B6F00F4F}" dt="2022-09-15T15:04:30.651" v="734" actId="2696"/>
      <pc:docMkLst>
        <pc:docMk/>
      </pc:docMkLst>
      <pc:sldChg chg="modSp mod">
        <pc:chgData name="Duce, Patricia" userId="63213659-433f-4003-8b64-f125efbf754c" providerId="ADAL" clId="{FA1F2A83-1C94-4872-A2AE-6065B6F00F4F}" dt="2022-09-08T20:09:32.867" v="57" actId="1076"/>
        <pc:sldMkLst>
          <pc:docMk/>
          <pc:sldMk cId="3399979198" sldId="259"/>
        </pc:sldMkLst>
        <pc:picChg chg="mod">
          <ac:chgData name="Duce, Patricia" userId="63213659-433f-4003-8b64-f125efbf754c" providerId="ADAL" clId="{FA1F2A83-1C94-4872-A2AE-6065B6F00F4F}" dt="2022-09-08T20:09:32.867" v="57" actId="1076"/>
          <ac:picMkLst>
            <pc:docMk/>
            <pc:sldMk cId="3399979198" sldId="259"/>
            <ac:picMk id="6" creationId="{00000000-0000-0000-0000-000000000000}"/>
          </ac:picMkLst>
        </pc:picChg>
      </pc:sldChg>
      <pc:sldChg chg="addSp delSp modSp mod">
        <pc:chgData name="Duce, Patricia" userId="63213659-433f-4003-8b64-f125efbf754c" providerId="ADAL" clId="{FA1F2A83-1C94-4872-A2AE-6065B6F00F4F}" dt="2022-09-08T19:22:55.285" v="16" actId="1076"/>
        <pc:sldMkLst>
          <pc:docMk/>
          <pc:sldMk cId="1878670132" sldId="294"/>
        </pc:sldMkLst>
        <pc:spChg chg="mod">
          <ac:chgData name="Duce, Patricia" userId="63213659-433f-4003-8b64-f125efbf754c" providerId="ADAL" clId="{FA1F2A83-1C94-4872-A2AE-6065B6F00F4F}" dt="2022-09-08T19:22:55.285" v="16" actId="1076"/>
          <ac:spMkLst>
            <pc:docMk/>
            <pc:sldMk cId="1878670132" sldId="294"/>
            <ac:spMk id="2" creationId="{00000000-0000-0000-0000-000000000000}"/>
          </ac:spMkLst>
        </pc:spChg>
        <pc:spChg chg="add del mod">
          <ac:chgData name="Duce, Patricia" userId="63213659-433f-4003-8b64-f125efbf754c" providerId="ADAL" clId="{FA1F2A83-1C94-4872-A2AE-6065B6F00F4F}" dt="2022-09-08T19:21:56.689" v="4" actId="478"/>
          <ac:spMkLst>
            <pc:docMk/>
            <pc:sldMk cId="1878670132" sldId="294"/>
            <ac:spMk id="6" creationId="{95CC1572-6032-08A5-01B4-9DD7ED9AD20D}"/>
          </ac:spMkLst>
        </pc:spChg>
        <pc:picChg chg="add mod modCrop">
          <ac:chgData name="Duce, Patricia" userId="63213659-433f-4003-8b64-f125efbf754c" providerId="ADAL" clId="{FA1F2A83-1C94-4872-A2AE-6065B6F00F4F}" dt="2022-09-08T19:22:02.717" v="7" actId="1076"/>
          <ac:picMkLst>
            <pc:docMk/>
            <pc:sldMk cId="1878670132" sldId="294"/>
            <ac:picMk id="4" creationId="{882ED2C8-7E67-D897-86F3-781CEF990F1E}"/>
          </ac:picMkLst>
        </pc:picChg>
        <pc:picChg chg="del">
          <ac:chgData name="Duce, Patricia" userId="63213659-433f-4003-8b64-f125efbf754c" providerId="ADAL" clId="{FA1F2A83-1C94-4872-A2AE-6065B6F00F4F}" dt="2022-09-08T19:21:53.224" v="3" actId="478"/>
          <ac:picMkLst>
            <pc:docMk/>
            <pc:sldMk cId="1878670132" sldId="294"/>
            <ac:picMk id="7" creationId="{44B360A3-4129-4BCC-B7D3-BB0AF917CCB9}"/>
          </ac:picMkLst>
        </pc:picChg>
      </pc:sldChg>
      <pc:sldChg chg="addSp delSp modSp del mod">
        <pc:chgData name="Duce, Patricia" userId="63213659-433f-4003-8b64-f125efbf754c" providerId="ADAL" clId="{FA1F2A83-1C94-4872-A2AE-6065B6F00F4F}" dt="2022-09-15T15:04:30.651" v="734" actId="2696"/>
        <pc:sldMkLst>
          <pc:docMk/>
          <pc:sldMk cId="975656829" sldId="302"/>
        </pc:sldMkLst>
        <pc:spChg chg="add mod">
          <ac:chgData name="Duce, Patricia" userId="63213659-433f-4003-8b64-f125efbf754c" providerId="ADAL" clId="{FA1F2A83-1C94-4872-A2AE-6065B6F00F4F}" dt="2022-09-08T20:15:36.672" v="69" actId="20577"/>
          <ac:spMkLst>
            <pc:docMk/>
            <pc:sldMk cId="975656829" sldId="302"/>
            <ac:spMk id="5" creationId="{01DBF2DB-BE29-4C37-3D63-A7AC30213F2E}"/>
          </ac:spMkLst>
        </pc:spChg>
        <pc:picChg chg="del">
          <ac:chgData name="Duce, Patricia" userId="63213659-433f-4003-8b64-f125efbf754c" providerId="ADAL" clId="{FA1F2A83-1C94-4872-A2AE-6065B6F00F4F}" dt="2022-09-08T20:14:17.867" v="58" actId="478"/>
          <ac:picMkLst>
            <pc:docMk/>
            <pc:sldMk cId="975656829" sldId="302"/>
            <ac:picMk id="4" creationId="{00000000-0000-0000-0000-000000000000}"/>
          </ac:picMkLst>
        </pc:picChg>
      </pc:sldChg>
      <pc:sldChg chg="del">
        <pc:chgData name="Duce, Patricia" userId="63213659-433f-4003-8b64-f125efbf754c" providerId="ADAL" clId="{FA1F2A83-1C94-4872-A2AE-6065B6F00F4F}" dt="2022-09-15T15:04:30.651" v="734" actId="2696"/>
        <pc:sldMkLst>
          <pc:docMk/>
          <pc:sldMk cId="552721556" sldId="303"/>
        </pc:sldMkLst>
      </pc:sldChg>
      <pc:sldChg chg="del">
        <pc:chgData name="Duce, Patricia" userId="63213659-433f-4003-8b64-f125efbf754c" providerId="ADAL" clId="{FA1F2A83-1C94-4872-A2AE-6065B6F00F4F}" dt="2022-09-15T15:04:30.651" v="734" actId="2696"/>
        <pc:sldMkLst>
          <pc:docMk/>
          <pc:sldMk cId="4235238128" sldId="304"/>
        </pc:sldMkLst>
      </pc:sldChg>
      <pc:sldChg chg="modSp del mod">
        <pc:chgData name="Duce, Patricia" userId="63213659-433f-4003-8b64-f125efbf754c" providerId="ADAL" clId="{FA1F2A83-1C94-4872-A2AE-6065B6F00F4F}" dt="2022-09-15T15:04:30.651" v="734" actId="2696"/>
        <pc:sldMkLst>
          <pc:docMk/>
          <pc:sldMk cId="2931624292" sldId="305"/>
        </pc:sldMkLst>
        <pc:picChg chg="mod">
          <ac:chgData name="Duce, Patricia" userId="63213659-433f-4003-8b64-f125efbf754c" providerId="ADAL" clId="{FA1F2A83-1C94-4872-A2AE-6065B6F00F4F}" dt="2022-09-08T20:19:08.567" v="74" actId="1076"/>
          <ac:picMkLst>
            <pc:docMk/>
            <pc:sldMk cId="2931624292" sldId="305"/>
            <ac:picMk id="3" creationId="{00000000-0000-0000-0000-000000000000}"/>
          </ac:picMkLst>
        </pc:picChg>
      </pc:sldChg>
      <pc:sldChg chg="modSp del mod">
        <pc:chgData name="Duce, Patricia" userId="63213659-433f-4003-8b64-f125efbf754c" providerId="ADAL" clId="{FA1F2A83-1C94-4872-A2AE-6065B6F00F4F}" dt="2022-09-15T15:04:30.651" v="734" actId="2696"/>
        <pc:sldMkLst>
          <pc:docMk/>
          <pc:sldMk cId="1343662510" sldId="306"/>
        </pc:sldMkLst>
        <pc:picChg chg="mod modCrop">
          <ac:chgData name="Duce, Patricia" userId="63213659-433f-4003-8b64-f125efbf754c" providerId="ADAL" clId="{FA1F2A83-1C94-4872-A2AE-6065B6F00F4F}" dt="2022-09-08T20:19:02.134" v="72" actId="1076"/>
          <ac:picMkLst>
            <pc:docMk/>
            <pc:sldMk cId="1343662510" sldId="306"/>
            <ac:picMk id="3" creationId="{00000000-0000-0000-0000-000000000000}"/>
          </ac:picMkLst>
        </pc:picChg>
      </pc:sldChg>
      <pc:sldChg chg="addSp delSp modSp mod">
        <pc:chgData name="Duce, Patricia" userId="63213659-433f-4003-8b64-f125efbf754c" providerId="ADAL" clId="{FA1F2A83-1C94-4872-A2AE-6065B6F00F4F}" dt="2022-09-08T19:23:41.645" v="23" actId="14100"/>
        <pc:sldMkLst>
          <pc:docMk/>
          <pc:sldMk cId="2944333858" sldId="311"/>
        </pc:sldMkLst>
        <pc:spChg chg="del">
          <ac:chgData name="Duce, Patricia" userId="63213659-433f-4003-8b64-f125efbf754c" providerId="ADAL" clId="{FA1F2A83-1C94-4872-A2AE-6065B6F00F4F}" dt="2022-09-08T19:23:20.100" v="17" actId="478"/>
          <ac:spMkLst>
            <pc:docMk/>
            <pc:sldMk cId="2944333858" sldId="311"/>
            <ac:spMk id="3" creationId="{39C41AF0-F37F-4D75-AC65-6F7D7B3AB41C}"/>
          </ac:spMkLst>
        </pc:spChg>
        <pc:spChg chg="add del mod">
          <ac:chgData name="Duce, Patricia" userId="63213659-433f-4003-8b64-f125efbf754c" providerId="ADAL" clId="{FA1F2A83-1C94-4872-A2AE-6065B6F00F4F}" dt="2022-09-08T19:23:21.986" v="18" actId="478"/>
          <ac:spMkLst>
            <pc:docMk/>
            <pc:sldMk cId="2944333858" sldId="311"/>
            <ac:spMk id="4" creationId="{AE7AD9C4-7DD3-FB27-0116-A45165C9BBD6}"/>
          </ac:spMkLst>
        </pc:spChg>
        <pc:picChg chg="add mod modCrop">
          <ac:chgData name="Duce, Patricia" userId="63213659-433f-4003-8b64-f125efbf754c" providerId="ADAL" clId="{FA1F2A83-1C94-4872-A2AE-6065B6F00F4F}" dt="2022-09-08T19:23:41.645" v="23" actId="14100"/>
          <ac:picMkLst>
            <pc:docMk/>
            <pc:sldMk cId="2944333858" sldId="311"/>
            <ac:picMk id="6" creationId="{4A9CBCEB-5D9B-36C1-4290-C383427EFAC8}"/>
          </ac:picMkLst>
        </pc:picChg>
      </pc:sldChg>
      <pc:sldChg chg="del">
        <pc:chgData name="Duce, Patricia" userId="63213659-433f-4003-8b64-f125efbf754c" providerId="ADAL" clId="{FA1F2A83-1C94-4872-A2AE-6065B6F00F4F}" dt="2022-09-08T19:44:56.412" v="24" actId="47"/>
        <pc:sldMkLst>
          <pc:docMk/>
          <pc:sldMk cId="3276690046" sldId="312"/>
        </pc:sldMkLst>
      </pc:sldChg>
      <pc:sldChg chg="addSp delSp modSp mod">
        <pc:chgData name="Duce, Patricia" userId="63213659-433f-4003-8b64-f125efbf754c" providerId="ADAL" clId="{FA1F2A83-1C94-4872-A2AE-6065B6F00F4F}" dt="2022-09-08T19:46:16.109" v="31" actId="1076"/>
        <pc:sldMkLst>
          <pc:docMk/>
          <pc:sldMk cId="292812979" sldId="313"/>
        </pc:sldMkLst>
        <pc:spChg chg="add del mod">
          <ac:chgData name="Duce, Patricia" userId="63213659-433f-4003-8b64-f125efbf754c" providerId="ADAL" clId="{FA1F2A83-1C94-4872-A2AE-6065B6F00F4F}" dt="2022-09-08T19:45:52.480" v="26" actId="22"/>
          <ac:spMkLst>
            <pc:docMk/>
            <pc:sldMk cId="292812979" sldId="313"/>
            <ac:spMk id="3" creationId="{016DF840-1394-EFFC-037A-3530A0DBF9DF}"/>
          </ac:spMkLst>
        </pc:spChg>
        <pc:picChg chg="del">
          <ac:chgData name="Duce, Patricia" userId="63213659-433f-4003-8b64-f125efbf754c" providerId="ADAL" clId="{FA1F2A83-1C94-4872-A2AE-6065B6F00F4F}" dt="2022-09-08T19:45:50.170" v="25" actId="478"/>
          <ac:picMkLst>
            <pc:docMk/>
            <pc:sldMk cId="292812979" sldId="313"/>
            <ac:picMk id="5" creationId="{4C166542-DA17-4ABC-A881-A0210DF64D04}"/>
          </ac:picMkLst>
        </pc:picChg>
        <pc:picChg chg="add mod ord modCrop">
          <ac:chgData name="Duce, Patricia" userId="63213659-433f-4003-8b64-f125efbf754c" providerId="ADAL" clId="{FA1F2A83-1C94-4872-A2AE-6065B6F00F4F}" dt="2022-09-08T19:46:16.109" v="31" actId="1076"/>
          <ac:picMkLst>
            <pc:docMk/>
            <pc:sldMk cId="292812979" sldId="313"/>
            <ac:picMk id="6" creationId="{8700497F-1EB6-C66D-6309-1328B37E83C4}"/>
          </ac:picMkLst>
        </pc:picChg>
      </pc:sldChg>
      <pc:sldChg chg="addSp delSp modSp mod">
        <pc:chgData name="Duce, Patricia" userId="63213659-433f-4003-8b64-f125efbf754c" providerId="ADAL" clId="{FA1F2A83-1C94-4872-A2AE-6065B6F00F4F}" dt="2022-09-08T19:47:29.412" v="39" actId="1076"/>
        <pc:sldMkLst>
          <pc:docMk/>
          <pc:sldMk cId="3161633389" sldId="314"/>
        </pc:sldMkLst>
        <pc:spChg chg="add del mod">
          <ac:chgData name="Duce, Patricia" userId="63213659-433f-4003-8b64-f125efbf754c" providerId="ADAL" clId="{FA1F2A83-1C94-4872-A2AE-6065B6F00F4F}" dt="2022-09-08T19:47:00.535" v="33" actId="22"/>
          <ac:spMkLst>
            <pc:docMk/>
            <pc:sldMk cId="3161633389" sldId="314"/>
            <ac:spMk id="3" creationId="{0FF4189E-9031-E0CB-BAB0-0A3817417FEA}"/>
          </ac:spMkLst>
        </pc:spChg>
        <pc:picChg chg="del">
          <ac:chgData name="Duce, Patricia" userId="63213659-433f-4003-8b64-f125efbf754c" providerId="ADAL" clId="{FA1F2A83-1C94-4872-A2AE-6065B6F00F4F}" dt="2022-09-08T19:46:58.524" v="32" actId="478"/>
          <ac:picMkLst>
            <pc:docMk/>
            <pc:sldMk cId="3161633389" sldId="314"/>
            <ac:picMk id="5" creationId="{C3A0D412-12FC-44A6-A52C-3747A16B13DA}"/>
          </ac:picMkLst>
        </pc:picChg>
        <pc:picChg chg="add mod ord modCrop">
          <ac:chgData name="Duce, Patricia" userId="63213659-433f-4003-8b64-f125efbf754c" providerId="ADAL" clId="{FA1F2A83-1C94-4872-A2AE-6065B6F00F4F}" dt="2022-09-08T19:47:29.412" v="39" actId="1076"/>
          <ac:picMkLst>
            <pc:docMk/>
            <pc:sldMk cId="3161633389" sldId="314"/>
            <ac:picMk id="6" creationId="{0EFA4BFF-7907-E788-DE2A-47999D19FBC0}"/>
          </ac:picMkLst>
        </pc:picChg>
      </pc:sldChg>
      <pc:sldChg chg="addSp delSp modSp mod">
        <pc:chgData name="Duce, Patricia" userId="63213659-433f-4003-8b64-f125efbf754c" providerId="ADAL" clId="{FA1F2A83-1C94-4872-A2AE-6065B6F00F4F}" dt="2022-09-08T20:07:58.083" v="47" actId="1076"/>
        <pc:sldMkLst>
          <pc:docMk/>
          <pc:sldMk cId="2485110803" sldId="316"/>
        </pc:sldMkLst>
        <pc:spChg chg="add del mod">
          <ac:chgData name="Duce, Patricia" userId="63213659-433f-4003-8b64-f125efbf754c" providerId="ADAL" clId="{FA1F2A83-1C94-4872-A2AE-6065B6F00F4F}" dt="2022-09-08T20:07:40.125" v="41" actId="22"/>
          <ac:spMkLst>
            <pc:docMk/>
            <pc:sldMk cId="2485110803" sldId="316"/>
            <ac:spMk id="3" creationId="{BDB4CC52-4C5A-5D13-8D0D-73F2F87A513E}"/>
          </ac:spMkLst>
        </pc:spChg>
        <pc:picChg chg="del">
          <ac:chgData name="Duce, Patricia" userId="63213659-433f-4003-8b64-f125efbf754c" providerId="ADAL" clId="{FA1F2A83-1C94-4872-A2AE-6065B6F00F4F}" dt="2022-09-08T20:07:38.789" v="40" actId="478"/>
          <ac:picMkLst>
            <pc:docMk/>
            <pc:sldMk cId="2485110803" sldId="316"/>
            <ac:picMk id="5" creationId="{67700B0D-D275-4574-8667-C58CADBA80EF}"/>
          </ac:picMkLst>
        </pc:picChg>
        <pc:picChg chg="add mod ord modCrop">
          <ac:chgData name="Duce, Patricia" userId="63213659-433f-4003-8b64-f125efbf754c" providerId="ADAL" clId="{FA1F2A83-1C94-4872-A2AE-6065B6F00F4F}" dt="2022-09-08T20:07:58.083" v="47" actId="1076"/>
          <ac:picMkLst>
            <pc:docMk/>
            <pc:sldMk cId="2485110803" sldId="316"/>
            <ac:picMk id="6" creationId="{BE578FE3-CF5A-212E-3126-5C3538952B35}"/>
          </ac:picMkLst>
        </pc:picChg>
      </pc:sldChg>
      <pc:sldChg chg="addSp delSp modSp mod">
        <pc:chgData name="Duce, Patricia" userId="63213659-433f-4003-8b64-f125efbf754c" providerId="ADAL" clId="{FA1F2A83-1C94-4872-A2AE-6065B6F00F4F}" dt="2022-09-08T20:08:55.482" v="55" actId="1076"/>
        <pc:sldMkLst>
          <pc:docMk/>
          <pc:sldMk cId="1665096859" sldId="317"/>
        </pc:sldMkLst>
        <pc:spChg chg="add del mod">
          <ac:chgData name="Duce, Patricia" userId="63213659-433f-4003-8b64-f125efbf754c" providerId="ADAL" clId="{FA1F2A83-1C94-4872-A2AE-6065B6F00F4F}" dt="2022-09-08T20:08:34.234" v="49" actId="22"/>
          <ac:spMkLst>
            <pc:docMk/>
            <pc:sldMk cId="1665096859" sldId="317"/>
            <ac:spMk id="3" creationId="{25FE805C-491A-EAAF-CF45-A42BD2A98D1E}"/>
          </ac:spMkLst>
        </pc:spChg>
        <pc:picChg chg="del">
          <ac:chgData name="Duce, Patricia" userId="63213659-433f-4003-8b64-f125efbf754c" providerId="ADAL" clId="{FA1F2A83-1C94-4872-A2AE-6065B6F00F4F}" dt="2022-09-08T20:08:32.568" v="48" actId="478"/>
          <ac:picMkLst>
            <pc:docMk/>
            <pc:sldMk cId="1665096859" sldId="317"/>
            <ac:picMk id="5" creationId="{425D06AD-D5A0-44FC-A18E-C3CAF96EBC91}"/>
          </ac:picMkLst>
        </pc:picChg>
        <pc:picChg chg="add mod ord modCrop">
          <ac:chgData name="Duce, Patricia" userId="63213659-433f-4003-8b64-f125efbf754c" providerId="ADAL" clId="{FA1F2A83-1C94-4872-A2AE-6065B6F00F4F}" dt="2022-09-08T20:08:55.482" v="55" actId="1076"/>
          <ac:picMkLst>
            <pc:docMk/>
            <pc:sldMk cId="1665096859" sldId="317"/>
            <ac:picMk id="6" creationId="{E39ED8F0-E048-116F-F23F-2054C1DDB4AF}"/>
          </ac:picMkLst>
        </pc:picChg>
      </pc:sldChg>
      <pc:sldChg chg="del">
        <pc:chgData name="Duce, Patricia" userId="63213659-433f-4003-8b64-f125efbf754c" providerId="ADAL" clId="{FA1F2A83-1C94-4872-A2AE-6065B6F00F4F}" dt="2022-09-15T15:04:30.651" v="734" actId="2696"/>
        <pc:sldMkLst>
          <pc:docMk/>
          <pc:sldMk cId="3408854281" sldId="318"/>
        </pc:sldMkLst>
      </pc:sldChg>
      <pc:sldChg chg="addSp modSp mod">
        <pc:chgData name="Duce, Patricia" userId="63213659-433f-4003-8b64-f125efbf754c" providerId="ADAL" clId="{FA1F2A83-1C94-4872-A2AE-6065B6F00F4F}" dt="2022-09-08T20:22:36.505" v="80" actId="1076"/>
        <pc:sldMkLst>
          <pc:docMk/>
          <pc:sldMk cId="3300829446" sldId="320"/>
        </pc:sldMkLst>
        <pc:picChg chg="add mod modCrop">
          <ac:chgData name="Duce, Patricia" userId="63213659-433f-4003-8b64-f125efbf754c" providerId="ADAL" clId="{FA1F2A83-1C94-4872-A2AE-6065B6F00F4F}" dt="2022-09-08T20:22:36.505" v="80" actId="1076"/>
          <ac:picMkLst>
            <pc:docMk/>
            <pc:sldMk cId="3300829446" sldId="320"/>
            <ac:picMk id="3" creationId="{E31A5D2C-9096-880B-CA56-AD6DC629393F}"/>
          </ac:picMkLst>
        </pc:picChg>
        <pc:picChg chg="mod modCrop">
          <ac:chgData name="Duce, Patricia" userId="63213659-433f-4003-8b64-f125efbf754c" providerId="ADAL" clId="{FA1F2A83-1C94-4872-A2AE-6065B6F00F4F}" dt="2022-09-08T20:22:04.817" v="75" actId="732"/>
          <ac:picMkLst>
            <pc:docMk/>
            <pc:sldMk cId="3300829446" sldId="320"/>
            <ac:picMk id="5" creationId="{D46C15EE-1914-4ACB-B526-33FDA90DEB6F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19:22:43.556" v="15" actId="1076"/>
        <pc:sldMkLst>
          <pc:docMk/>
          <pc:sldMk cId="498269054" sldId="321"/>
        </pc:sldMkLst>
        <pc:spChg chg="del">
          <ac:chgData name="Duce, Patricia" userId="63213659-433f-4003-8b64-f125efbf754c" providerId="ADAL" clId="{FA1F2A83-1C94-4872-A2AE-6065B6F00F4F}" dt="2022-09-08T19:22:25.049" v="9" actId="478"/>
          <ac:spMkLst>
            <pc:docMk/>
            <pc:sldMk cId="498269054" sldId="321"/>
            <ac:spMk id="2" creationId="{CCAA930A-4863-FFC6-83A3-D6B8068D1339}"/>
          </ac:spMkLst>
        </pc:spChg>
        <pc:spChg chg="del">
          <ac:chgData name="Duce, Patricia" userId="63213659-433f-4003-8b64-f125efbf754c" providerId="ADAL" clId="{FA1F2A83-1C94-4872-A2AE-6065B6F00F4F}" dt="2022-09-08T19:22:26.350" v="10" actId="478"/>
          <ac:spMkLst>
            <pc:docMk/>
            <pc:sldMk cId="498269054" sldId="321"/>
            <ac:spMk id="3" creationId="{E47B5983-CF11-12A9-F076-9DBD0B9411D5}"/>
          </ac:spMkLst>
        </pc:spChg>
        <pc:picChg chg="add mod modCrop">
          <ac:chgData name="Duce, Patricia" userId="63213659-433f-4003-8b64-f125efbf754c" providerId="ADAL" clId="{FA1F2A83-1C94-4872-A2AE-6065B6F00F4F}" dt="2022-09-08T19:22:43.556" v="15" actId="1076"/>
          <ac:picMkLst>
            <pc:docMk/>
            <pc:sldMk cId="498269054" sldId="321"/>
            <ac:picMk id="5" creationId="{8DE63EF6-21E7-F65B-3844-908BBA54A23B}"/>
          </ac:picMkLst>
        </pc:picChg>
      </pc:sldChg>
      <pc:sldChg chg="delSp modSp new mod">
        <pc:chgData name="Duce, Patricia" userId="63213659-433f-4003-8b64-f125efbf754c" providerId="ADAL" clId="{FA1F2A83-1C94-4872-A2AE-6065B6F00F4F}" dt="2022-09-08T20:23:45.531" v="91" actId="20577"/>
        <pc:sldMkLst>
          <pc:docMk/>
          <pc:sldMk cId="4207273085" sldId="322"/>
        </pc:sldMkLst>
        <pc:spChg chg="del">
          <ac:chgData name="Duce, Patricia" userId="63213659-433f-4003-8b64-f125efbf754c" providerId="ADAL" clId="{FA1F2A83-1C94-4872-A2AE-6065B6F00F4F}" dt="2022-09-08T20:23:13.151" v="84" actId="478"/>
          <ac:spMkLst>
            <pc:docMk/>
            <pc:sldMk cId="4207273085" sldId="322"/>
            <ac:spMk id="2" creationId="{AB5E631C-1DEC-A8F9-039F-0F48B7C0AB90}"/>
          </ac:spMkLst>
        </pc:spChg>
        <pc:spChg chg="mod">
          <ac:chgData name="Duce, Patricia" userId="63213659-433f-4003-8b64-f125efbf754c" providerId="ADAL" clId="{FA1F2A83-1C94-4872-A2AE-6065B6F00F4F}" dt="2022-09-08T20:23:45.531" v="91" actId="20577"/>
          <ac:spMkLst>
            <pc:docMk/>
            <pc:sldMk cId="4207273085" sldId="322"/>
            <ac:spMk id="3" creationId="{3654FDE4-B8A1-1BB7-0EE7-C2C6BCD366AC}"/>
          </ac:spMkLst>
        </pc:spChg>
      </pc:sldChg>
      <pc:sldChg chg="addSp delSp modSp new mod">
        <pc:chgData name="Duce, Patricia" userId="63213659-433f-4003-8b64-f125efbf754c" providerId="ADAL" clId="{FA1F2A83-1C94-4872-A2AE-6065B6F00F4F}" dt="2022-09-08T20:24:32.889" v="98" actId="14100"/>
        <pc:sldMkLst>
          <pc:docMk/>
          <pc:sldMk cId="3625528402" sldId="323"/>
        </pc:sldMkLst>
        <pc:spChg chg="del">
          <ac:chgData name="Duce, Patricia" userId="63213659-433f-4003-8b64-f125efbf754c" providerId="ADAL" clId="{FA1F2A83-1C94-4872-A2AE-6065B6F00F4F}" dt="2022-09-08T20:24:10.794" v="93" actId="478"/>
          <ac:spMkLst>
            <pc:docMk/>
            <pc:sldMk cId="3625528402" sldId="323"/>
            <ac:spMk id="2" creationId="{FE0AC005-D9A7-B459-306C-3C085CD54E02}"/>
          </ac:spMkLst>
        </pc:spChg>
        <pc:spChg chg="del">
          <ac:chgData name="Duce, Patricia" userId="63213659-433f-4003-8b64-f125efbf754c" providerId="ADAL" clId="{FA1F2A83-1C94-4872-A2AE-6065B6F00F4F}" dt="2022-09-08T20:24:12.728" v="94" actId="22"/>
          <ac:spMkLst>
            <pc:docMk/>
            <pc:sldMk cId="3625528402" sldId="323"/>
            <ac:spMk id="3" creationId="{35D7A574-FCF0-8CF2-69AC-9CC9A95CC68B}"/>
          </ac:spMkLst>
        </pc:spChg>
        <pc:picChg chg="add mod ord modCrop">
          <ac:chgData name="Duce, Patricia" userId="63213659-433f-4003-8b64-f125efbf754c" providerId="ADAL" clId="{FA1F2A83-1C94-4872-A2AE-6065B6F00F4F}" dt="2022-09-08T20:24:32.889" v="98" actId="14100"/>
          <ac:picMkLst>
            <pc:docMk/>
            <pc:sldMk cId="3625528402" sldId="323"/>
            <ac:picMk id="5" creationId="{41ACC035-C3DA-2874-CE10-C7174AFBD77C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0:25:42.746" v="107" actId="1076"/>
        <pc:sldMkLst>
          <pc:docMk/>
          <pc:sldMk cId="320118650" sldId="324"/>
        </pc:sldMkLst>
        <pc:spChg chg="del">
          <ac:chgData name="Duce, Patricia" userId="63213659-433f-4003-8b64-f125efbf754c" providerId="ADAL" clId="{FA1F2A83-1C94-4872-A2AE-6065B6F00F4F}" dt="2022-09-08T20:25:19.662" v="100" actId="478"/>
          <ac:spMkLst>
            <pc:docMk/>
            <pc:sldMk cId="320118650" sldId="324"/>
            <ac:spMk id="2" creationId="{DB125419-4161-E9D9-F60D-B1146469576A}"/>
          </ac:spMkLst>
        </pc:spChg>
        <pc:spChg chg="del">
          <ac:chgData name="Duce, Patricia" userId="63213659-433f-4003-8b64-f125efbf754c" providerId="ADAL" clId="{FA1F2A83-1C94-4872-A2AE-6065B6F00F4F}" dt="2022-09-08T20:25:21.753" v="101" actId="22"/>
          <ac:spMkLst>
            <pc:docMk/>
            <pc:sldMk cId="320118650" sldId="324"/>
            <ac:spMk id="3" creationId="{40998E97-72B7-2BE6-B8D5-8B5C967EECE5}"/>
          </ac:spMkLst>
        </pc:spChg>
        <pc:picChg chg="add mod ord modCrop">
          <ac:chgData name="Duce, Patricia" userId="63213659-433f-4003-8b64-f125efbf754c" providerId="ADAL" clId="{FA1F2A83-1C94-4872-A2AE-6065B6F00F4F}" dt="2022-09-08T20:25:42.746" v="107" actId="1076"/>
          <ac:picMkLst>
            <pc:docMk/>
            <pc:sldMk cId="320118650" sldId="324"/>
            <ac:picMk id="5" creationId="{815D54F4-8353-89C3-EFD0-D7A222D5DCAA}"/>
          </ac:picMkLst>
        </pc:picChg>
      </pc:sldChg>
      <pc:sldChg chg="delSp modSp new mod">
        <pc:chgData name="Duce, Patricia" userId="63213659-433f-4003-8b64-f125efbf754c" providerId="ADAL" clId="{FA1F2A83-1C94-4872-A2AE-6065B6F00F4F}" dt="2022-09-08T20:27:01.219" v="119" actId="20577"/>
        <pc:sldMkLst>
          <pc:docMk/>
          <pc:sldMk cId="4189738318" sldId="325"/>
        </pc:sldMkLst>
        <pc:spChg chg="del">
          <ac:chgData name="Duce, Patricia" userId="63213659-433f-4003-8b64-f125efbf754c" providerId="ADAL" clId="{FA1F2A83-1C94-4872-A2AE-6065B6F00F4F}" dt="2022-09-08T20:26:50.310" v="114" actId="478"/>
          <ac:spMkLst>
            <pc:docMk/>
            <pc:sldMk cId="4189738318" sldId="325"/>
            <ac:spMk id="2" creationId="{E40362BB-AC31-645A-9ED1-C96EB1131FFC}"/>
          </ac:spMkLst>
        </pc:spChg>
        <pc:spChg chg="mod">
          <ac:chgData name="Duce, Patricia" userId="63213659-433f-4003-8b64-f125efbf754c" providerId="ADAL" clId="{FA1F2A83-1C94-4872-A2AE-6065B6F00F4F}" dt="2022-09-08T20:27:01.219" v="119" actId="20577"/>
          <ac:spMkLst>
            <pc:docMk/>
            <pc:sldMk cId="4189738318" sldId="325"/>
            <ac:spMk id="3" creationId="{4D4A1BF8-9674-E8E0-3226-CD5FB799BA55}"/>
          </ac:spMkLst>
        </pc:spChg>
      </pc:sldChg>
      <pc:sldChg chg="addSp delSp modSp new mod">
        <pc:chgData name="Duce, Patricia" userId="63213659-433f-4003-8b64-f125efbf754c" providerId="ADAL" clId="{FA1F2A83-1C94-4872-A2AE-6065B6F00F4F}" dt="2022-09-08T20:29:59.046" v="129" actId="22"/>
        <pc:sldMkLst>
          <pc:docMk/>
          <pc:sldMk cId="1920825665" sldId="326"/>
        </pc:sldMkLst>
        <pc:spChg chg="del">
          <ac:chgData name="Duce, Patricia" userId="63213659-433f-4003-8b64-f125efbf754c" providerId="ADAL" clId="{FA1F2A83-1C94-4872-A2AE-6065B6F00F4F}" dt="2022-09-08T20:29:33.330" v="121" actId="478"/>
          <ac:spMkLst>
            <pc:docMk/>
            <pc:sldMk cId="1920825665" sldId="326"/>
            <ac:spMk id="2" creationId="{64FA3E3E-3872-2A40-28A8-A5D6C21B3357}"/>
          </ac:spMkLst>
        </pc:spChg>
        <pc:spChg chg="del">
          <ac:chgData name="Duce, Patricia" userId="63213659-433f-4003-8b64-f125efbf754c" providerId="ADAL" clId="{FA1F2A83-1C94-4872-A2AE-6065B6F00F4F}" dt="2022-09-08T20:29:35.176" v="122" actId="22"/>
          <ac:spMkLst>
            <pc:docMk/>
            <pc:sldMk cId="1920825665" sldId="326"/>
            <ac:spMk id="3" creationId="{D74F7CD6-00AA-97B4-6EB8-7C4418183EBD}"/>
          </ac:spMkLst>
        </pc:spChg>
        <pc:picChg chg="add mod ord modCrop">
          <ac:chgData name="Duce, Patricia" userId="63213659-433f-4003-8b64-f125efbf754c" providerId="ADAL" clId="{FA1F2A83-1C94-4872-A2AE-6065B6F00F4F}" dt="2022-09-08T20:29:50.929" v="127" actId="1076"/>
          <ac:picMkLst>
            <pc:docMk/>
            <pc:sldMk cId="1920825665" sldId="326"/>
            <ac:picMk id="5" creationId="{418159F9-A9A2-C41C-3D0C-C6B731F4028F}"/>
          </ac:picMkLst>
        </pc:picChg>
        <pc:picChg chg="add del">
          <ac:chgData name="Duce, Patricia" userId="63213659-433f-4003-8b64-f125efbf754c" providerId="ADAL" clId="{FA1F2A83-1C94-4872-A2AE-6065B6F00F4F}" dt="2022-09-08T20:29:59.046" v="129" actId="22"/>
          <ac:picMkLst>
            <pc:docMk/>
            <pc:sldMk cId="1920825665" sldId="326"/>
            <ac:picMk id="7" creationId="{0A8AF833-B814-DF48-7863-095837CD383C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0:31:14.857" v="143" actId="1076"/>
        <pc:sldMkLst>
          <pc:docMk/>
          <pc:sldMk cId="716206478" sldId="327"/>
        </pc:sldMkLst>
        <pc:spChg chg="del">
          <ac:chgData name="Duce, Patricia" userId="63213659-433f-4003-8b64-f125efbf754c" providerId="ADAL" clId="{FA1F2A83-1C94-4872-A2AE-6065B6F00F4F}" dt="2022-09-08T20:30:08.534" v="131" actId="478"/>
          <ac:spMkLst>
            <pc:docMk/>
            <pc:sldMk cId="716206478" sldId="327"/>
            <ac:spMk id="2" creationId="{091AA5F0-3659-3CDC-1E11-971808AC57CD}"/>
          </ac:spMkLst>
        </pc:spChg>
        <pc:spChg chg="del">
          <ac:chgData name="Duce, Patricia" userId="63213659-433f-4003-8b64-f125efbf754c" providerId="ADAL" clId="{FA1F2A83-1C94-4872-A2AE-6065B6F00F4F}" dt="2022-09-08T20:30:10.819" v="132" actId="478"/>
          <ac:spMkLst>
            <pc:docMk/>
            <pc:sldMk cId="716206478" sldId="327"/>
            <ac:spMk id="3" creationId="{F17148E9-28B9-FD46-E1AE-F27C46D174E7}"/>
          </ac:spMkLst>
        </pc:spChg>
        <pc:picChg chg="add mod modCrop">
          <ac:chgData name="Duce, Patricia" userId="63213659-433f-4003-8b64-f125efbf754c" providerId="ADAL" clId="{FA1F2A83-1C94-4872-A2AE-6065B6F00F4F}" dt="2022-09-08T20:30:34.626" v="137" actId="14100"/>
          <ac:picMkLst>
            <pc:docMk/>
            <pc:sldMk cId="716206478" sldId="327"/>
            <ac:picMk id="5" creationId="{150B12F7-34D4-DE58-6C31-8FE24E32DC3E}"/>
          </ac:picMkLst>
        </pc:picChg>
        <pc:picChg chg="add mod modCrop">
          <ac:chgData name="Duce, Patricia" userId="63213659-433f-4003-8b64-f125efbf754c" providerId="ADAL" clId="{FA1F2A83-1C94-4872-A2AE-6065B6F00F4F}" dt="2022-09-08T20:31:14.857" v="143" actId="1076"/>
          <ac:picMkLst>
            <pc:docMk/>
            <pc:sldMk cId="716206478" sldId="327"/>
            <ac:picMk id="7" creationId="{865023EC-B1BD-5324-4A7A-AB2F4C29C065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0:32:16.978" v="151" actId="14100"/>
        <pc:sldMkLst>
          <pc:docMk/>
          <pc:sldMk cId="135349178" sldId="328"/>
        </pc:sldMkLst>
        <pc:spChg chg="del">
          <ac:chgData name="Duce, Patricia" userId="63213659-433f-4003-8b64-f125efbf754c" providerId="ADAL" clId="{FA1F2A83-1C94-4872-A2AE-6065B6F00F4F}" dt="2022-09-08T20:31:39.808" v="146" actId="478"/>
          <ac:spMkLst>
            <pc:docMk/>
            <pc:sldMk cId="135349178" sldId="328"/>
            <ac:spMk id="2" creationId="{BD246F09-48DB-F9FD-E013-AC58ABA574E1}"/>
          </ac:spMkLst>
        </pc:spChg>
        <pc:spChg chg="del">
          <ac:chgData name="Duce, Patricia" userId="63213659-433f-4003-8b64-f125efbf754c" providerId="ADAL" clId="{FA1F2A83-1C94-4872-A2AE-6065B6F00F4F}" dt="2022-09-08T20:31:36.647" v="145" actId="22"/>
          <ac:spMkLst>
            <pc:docMk/>
            <pc:sldMk cId="135349178" sldId="328"/>
            <ac:spMk id="3" creationId="{CE045BF0-DED1-CF2F-4217-A218A414531E}"/>
          </ac:spMkLst>
        </pc:spChg>
        <pc:picChg chg="add mod ord modCrop">
          <ac:chgData name="Duce, Patricia" userId="63213659-433f-4003-8b64-f125efbf754c" providerId="ADAL" clId="{FA1F2A83-1C94-4872-A2AE-6065B6F00F4F}" dt="2022-09-08T20:32:16.978" v="151" actId="14100"/>
          <ac:picMkLst>
            <pc:docMk/>
            <pc:sldMk cId="135349178" sldId="328"/>
            <ac:picMk id="5" creationId="{8DA581F9-D1E1-FF0B-977F-DA7620477C75}"/>
          </ac:picMkLst>
        </pc:picChg>
      </pc:sldChg>
      <pc:sldChg chg="delSp modSp new mod">
        <pc:chgData name="Duce, Patricia" userId="63213659-433f-4003-8b64-f125efbf754c" providerId="ADAL" clId="{FA1F2A83-1C94-4872-A2AE-6065B6F00F4F}" dt="2022-09-08T20:41:07.023" v="300" actId="20577"/>
        <pc:sldMkLst>
          <pc:docMk/>
          <pc:sldMk cId="1949844611" sldId="329"/>
        </pc:sldMkLst>
        <pc:spChg chg="del">
          <ac:chgData name="Duce, Patricia" userId="63213659-433f-4003-8b64-f125efbf754c" providerId="ADAL" clId="{FA1F2A83-1C94-4872-A2AE-6065B6F00F4F}" dt="2022-09-08T20:33:07.300" v="166" actId="478"/>
          <ac:spMkLst>
            <pc:docMk/>
            <pc:sldMk cId="1949844611" sldId="329"/>
            <ac:spMk id="2" creationId="{DF880306-5518-8FDC-8C4C-7035E98D2DBE}"/>
          </ac:spMkLst>
        </pc:spChg>
        <pc:spChg chg="mod">
          <ac:chgData name="Duce, Patricia" userId="63213659-433f-4003-8b64-f125efbf754c" providerId="ADAL" clId="{FA1F2A83-1C94-4872-A2AE-6065B6F00F4F}" dt="2022-09-08T20:41:07.023" v="300" actId="20577"/>
          <ac:spMkLst>
            <pc:docMk/>
            <pc:sldMk cId="1949844611" sldId="329"/>
            <ac:spMk id="3" creationId="{88452ECB-478D-4C07-981F-6F5201187A36}"/>
          </ac:spMkLst>
        </pc:spChg>
      </pc:sldChg>
      <pc:sldChg chg="addSp delSp modSp new mod">
        <pc:chgData name="Duce, Patricia" userId="63213659-433f-4003-8b64-f125efbf754c" providerId="ADAL" clId="{FA1F2A83-1C94-4872-A2AE-6065B6F00F4F}" dt="2022-09-08T20:39:46.810" v="198" actId="1076"/>
        <pc:sldMkLst>
          <pc:docMk/>
          <pc:sldMk cId="1718608144" sldId="330"/>
        </pc:sldMkLst>
        <pc:spChg chg="mod">
          <ac:chgData name="Duce, Patricia" userId="63213659-433f-4003-8b64-f125efbf754c" providerId="ADAL" clId="{FA1F2A83-1C94-4872-A2AE-6065B6F00F4F}" dt="2022-09-08T20:37:44.801" v="192" actId="20577"/>
          <ac:spMkLst>
            <pc:docMk/>
            <pc:sldMk cId="1718608144" sldId="330"/>
            <ac:spMk id="2" creationId="{840C8817-A883-8ED1-C5C9-77429BBAD99B}"/>
          </ac:spMkLst>
        </pc:spChg>
        <pc:spChg chg="del">
          <ac:chgData name="Duce, Patricia" userId="63213659-433f-4003-8b64-f125efbf754c" providerId="ADAL" clId="{FA1F2A83-1C94-4872-A2AE-6065B6F00F4F}" dt="2022-09-08T20:39:17.330" v="193" actId="22"/>
          <ac:spMkLst>
            <pc:docMk/>
            <pc:sldMk cId="1718608144" sldId="330"/>
            <ac:spMk id="3" creationId="{1488BF24-140E-996F-07AF-A5C5112E82AF}"/>
          </ac:spMkLst>
        </pc:spChg>
        <pc:picChg chg="add mod ord modCrop">
          <ac:chgData name="Duce, Patricia" userId="63213659-433f-4003-8b64-f125efbf754c" providerId="ADAL" clId="{FA1F2A83-1C94-4872-A2AE-6065B6F00F4F}" dt="2022-09-08T20:39:46.810" v="198" actId="1076"/>
          <ac:picMkLst>
            <pc:docMk/>
            <pc:sldMk cId="1718608144" sldId="330"/>
            <ac:picMk id="5" creationId="{4D2A6979-C3A8-9D89-AFC4-383F467F6E74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0:40:30.849" v="208" actId="1076"/>
        <pc:sldMkLst>
          <pc:docMk/>
          <pc:sldMk cId="1565105663" sldId="331"/>
        </pc:sldMkLst>
        <pc:spChg chg="del">
          <ac:chgData name="Duce, Patricia" userId="63213659-433f-4003-8b64-f125efbf754c" providerId="ADAL" clId="{FA1F2A83-1C94-4872-A2AE-6065B6F00F4F}" dt="2022-09-08T20:39:55.387" v="201" actId="478"/>
          <ac:spMkLst>
            <pc:docMk/>
            <pc:sldMk cId="1565105663" sldId="331"/>
            <ac:spMk id="2" creationId="{693FD0DF-28F9-1A25-92AE-F54101158A35}"/>
          </ac:spMkLst>
        </pc:spChg>
        <pc:spChg chg="del">
          <ac:chgData name="Duce, Patricia" userId="63213659-433f-4003-8b64-f125efbf754c" providerId="ADAL" clId="{FA1F2A83-1C94-4872-A2AE-6065B6F00F4F}" dt="2022-09-08T20:39:52.873" v="200" actId="22"/>
          <ac:spMkLst>
            <pc:docMk/>
            <pc:sldMk cId="1565105663" sldId="331"/>
            <ac:spMk id="3" creationId="{86222A88-5E8E-B573-724C-B77EBB3B3C5E}"/>
          </ac:spMkLst>
        </pc:spChg>
        <pc:picChg chg="add mod ord modCrop">
          <ac:chgData name="Duce, Patricia" userId="63213659-433f-4003-8b64-f125efbf754c" providerId="ADAL" clId="{FA1F2A83-1C94-4872-A2AE-6065B6F00F4F}" dt="2022-09-08T20:40:30.849" v="208" actId="1076"/>
          <ac:picMkLst>
            <pc:docMk/>
            <pc:sldMk cId="1565105663" sldId="331"/>
            <ac:picMk id="5" creationId="{E5F7FC00-09F5-399F-B684-65B896882501}"/>
          </ac:picMkLst>
        </pc:picChg>
      </pc:sldChg>
      <pc:sldChg chg="delSp modSp new mod">
        <pc:chgData name="Duce, Patricia" userId="63213659-433f-4003-8b64-f125efbf754c" providerId="ADAL" clId="{FA1F2A83-1C94-4872-A2AE-6065B6F00F4F}" dt="2022-09-08T20:41:48.681" v="328" actId="5793"/>
        <pc:sldMkLst>
          <pc:docMk/>
          <pc:sldMk cId="1102216962" sldId="332"/>
        </pc:sldMkLst>
        <pc:spChg chg="del">
          <ac:chgData name="Duce, Patricia" userId="63213659-433f-4003-8b64-f125efbf754c" providerId="ADAL" clId="{FA1F2A83-1C94-4872-A2AE-6065B6F00F4F}" dt="2022-09-08T20:41:40.258" v="302" actId="478"/>
          <ac:spMkLst>
            <pc:docMk/>
            <pc:sldMk cId="1102216962" sldId="332"/>
            <ac:spMk id="2" creationId="{F2D32871-9D2C-FFCD-7722-21052194D394}"/>
          </ac:spMkLst>
        </pc:spChg>
        <pc:spChg chg="mod">
          <ac:chgData name="Duce, Patricia" userId="63213659-433f-4003-8b64-f125efbf754c" providerId="ADAL" clId="{FA1F2A83-1C94-4872-A2AE-6065B6F00F4F}" dt="2022-09-08T20:41:48.681" v="328" actId="5793"/>
          <ac:spMkLst>
            <pc:docMk/>
            <pc:sldMk cId="1102216962" sldId="332"/>
            <ac:spMk id="3" creationId="{944FE5AE-199E-3CCA-F55A-D83BE09D6F4F}"/>
          </ac:spMkLst>
        </pc:spChg>
      </pc:sldChg>
      <pc:sldChg chg="modSp new mod">
        <pc:chgData name="Duce, Patricia" userId="63213659-433f-4003-8b64-f125efbf754c" providerId="ADAL" clId="{FA1F2A83-1C94-4872-A2AE-6065B6F00F4F}" dt="2022-09-08T20:44:38.364" v="362" actId="113"/>
        <pc:sldMkLst>
          <pc:docMk/>
          <pc:sldMk cId="2223186281" sldId="334"/>
        </pc:sldMkLst>
        <pc:spChg chg="mod">
          <ac:chgData name="Duce, Patricia" userId="63213659-433f-4003-8b64-f125efbf754c" providerId="ADAL" clId="{FA1F2A83-1C94-4872-A2AE-6065B6F00F4F}" dt="2022-09-08T20:43:08.351" v="350" actId="20577"/>
          <ac:spMkLst>
            <pc:docMk/>
            <pc:sldMk cId="2223186281" sldId="334"/>
            <ac:spMk id="2" creationId="{19301B7B-31AF-BE82-9FE6-C98DD9203CFF}"/>
          </ac:spMkLst>
        </pc:spChg>
        <pc:spChg chg="mod">
          <ac:chgData name="Duce, Patricia" userId="63213659-433f-4003-8b64-f125efbf754c" providerId="ADAL" clId="{FA1F2A83-1C94-4872-A2AE-6065B6F00F4F}" dt="2022-09-08T20:44:38.364" v="362" actId="113"/>
          <ac:spMkLst>
            <pc:docMk/>
            <pc:sldMk cId="2223186281" sldId="334"/>
            <ac:spMk id="3" creationId="{8B9595A5-5BBE-AEAF-6019-97B2402A9E27}"/>
          </ac:spMkLst>
        </pc:spChg>
      </pc:sldChg>
      <pc:sldChg chg="modSp add mod">
        <pc:chgData name="Duce, Patricia" userId="63213659-433f-4003-8b64-f125efbf754c" providerId="ADAL" clId="{FA1F2A83-1C94-4872-A2AE-6065B6F00F4F}" dt="2022-09-08T20:45:41.050" v="397" actId="113"/>
        <pc:sldMkLst>
          <pc:docMk/>
          <pc:sldMk cId="4131884236" sldId="335"/>
        </pc:sldMkLst>
        <pc:spChg chg="mod">
          <ac:chgData name="Duce, Patricia" userId="63213659-433f-4003-8b64-f125efbf754c" providerId="ADAL" clId="{FA1F2A83-1C94-4872-A2AE-6065B6F00F4F}" dt="2022-09-08T20:45:41.050" v="397" actId="113"/>
          <ac:spMkLst>
            <pc:docMk/>
            <pc:sldMk cId="4131884236" sldId="335"/>
            <ac:spMk id="3" creationId="{8B9595A5-5BBE-AEAF-6019-97B2402A9E27}"/>
          </ac:spMkLst>
        </pc:spChg>
      </pc:sldChg>
      <pc:sldChg chg="modSp new mod">
        <pc:chgData name="Duce, Patricia" userId="63213659-433f-4003-8b64-f125efbf754c" providerId="ADAL" clId="{FA1F2A83-1C94-4872-A2AE-6065B6F00F4F}" dt="2022-09-08T20:53:18.449" v="441" actId="20577"/>
        <pc:sldMkLst>
          <pc:docMk/>
          <pc:sldMk cId="3356555501" sldId="336"/>
        </pc:sldMkLst>
        <pc:spChg chg="mod">
          <ac:chgData name="Duce, Patricia" userId="63213659-433f-4003-8b64-f125efbf754c" providerId="ADAL" clId="{FA1F2A83-1C94-4872-A2AE-6065B6F00F4F}" dt="2022-09-08T20:52:07.830" v="404" actId="20577"/>
          <ac:spMkLst>
            <pc:docMk/>
            <pc:sldMk cId="3356555501" sldId="336"/>
            <ac:spMk id="2" creationId="{07325B67-D344-CA20-8F5B-0D39FBC909E9}"/>
          </ac:spMkLst>
        </pc:spChg>
        <pc:spChg chg="mod">
          <ac:chgData name="Duce, Patricia" userId="63213659-433f-4003-8b64-f125efbf754c" providerId="ADAL" clId="{FA1F2A83-1C94-4872-A2AE-6065B6F00F4F}" dt="2022-09-08T20:53:18.449" v="441" actId="20577"/>
          <ac:spMkLst>
            <pc:docMk/>
            <pc:sldMk cId="3356555501" sldId="336"/>
            <ac:spMk id="3" creationId="{78C9B8AF-D75F-4D0A-3B14-81F7033F1AEC}"/>
          </ac:spMkLst>
        </pc:spChg>
      </pc:sldChg>
      <pc:sldChg chg="delSp modSp new mod">
        <pc:chgData name="Duce, Patricia" userId="63213659-433f-4003-8b64-f125efbf754c" providerId="ADAL" clId="{FA1F2A83-1C94-4872-A2AE-6065B6F00F4F}" dt="2022-09-08T21:02:03.939" v="450" actId="20577"/>
        <pc:sldMkLst>
          <pc:docMk/>
          <pc:sldMk cId="3662021246" sldId="337"/>
        </pc:sldMkLst>
        <pc:spChg chg="del">
          <ac:chgData name="Duce, Patricia" userId="63213659-433f-4003-8b64-f125efbf754c" providerId="ADAL" clId="{FA1F2A83-1C94-4872-A2AE-6065B6F00F4F}" dt="2022-09-08T21:01:41.568" v="447" actId="478"/>
          <ac:spMkLst>
            <pc:docMk/>
            <pc:sldMk cId="3662021246" sldId="337"/>
            <ac:spMk id="2" creationId="{87921126-7562-E853-BD50-83B84791C319}"/>
          </ac:spMkLst>
        </pc:spChg>
        <pc:spChg chg="mod">
          <ac:chgData name="Duce, Patricia" userId="63213659-433f-4003-8b64-f125efbf754c" providerId="ADAL" clId="{FA1F2A83-1C94-4872-A2AE-6065B6F00F4F}" dt="2022-09-08T21:02:03.939" v="450" actId="20577"/>
          <ac:spMkLst>
            <pc:docMk/>
            <pc:sldMk cId="3662021246" sldId="337"/>
            <ac:spMk id="3" creationId="{488220CD-9771-2BFC-4520-70B709B44185}"/>
          </ac:spMkLst>
        </pc:spChg>
      </pc:sldChg>
      <pc:sldChg chg="delSp modSp new mod">
        <pc:chgData name="Duce, Patricia" userId="63213659-433f-4003-8b64-f125efbf754c" providerId="ADAL" clId="{FA1F2A83-1C94-4872-A2AE-6065B6F00F4F}" dt="2022-09-08T21:04:10.841" v="542" actId="20577"/>
        <pc:sldMkLst>
          <pc:docMk/>
          <pc:sldMk cId="710879154" sldId="338"/>
        </pc:sldMkLst>
        <pc:spChg chg="del">
          <ac:chgData name="Duce, Patricia" userId="63213659-433f-4003-8b64-f125efbf754c" providerId="ADAL" clId="{FA1F2A83-1C94-4872-A2AE-6065B6F00F4F}" dt="2022-09-08T21:04:02.971" v="539" actId="478"/>
          <ac:spMkLst>
            <pc:docMk/>
            <pc:sldMk cId="710879154" sldId="338"/>
            <ac:spMk id="2" creationId="{1E827096-1D1B-C793-F503-57D59B91BDBC}"/>
          </ac:spMkLst>
        </pc:spChg>
        <pc:spChg chg="mod">
          <ac:chgData name="Duce, Patricia" userId="63213659-433f-4003-8b64-f125efbf754c" providerId="ADAL" clId="{FA1F2A83-1C94-4872-A2AE-6065B6F00F4F}" dt="2022-09-08T21:04:10.841" v="542" actId="20577"/>
          <ac:spMkLst>
            <pc:docMk/>
            <pc:sldMk cId="710879154" sldId="338"/>
            <ac:spMk id="3" creationId="{A2A31A30-3A20-89F3-6EA6-768F7559611F}"/>
          </ac:spMkLst>
        </pc:spChg>
      </pc:sldChg>
      <pc:sldChg chg="addSp delSp modSp new mod">
        <pc:chgData name="Duce, Patricia" userId="63213659-433f-4003-8b64-f125efbf754c" providerId="ADAL" clId="{FA1F2A83-1C94-4872-A2AE-6065B6F00F4F}" dt="2022-09-08T21:10:28.465" v="550" actId="1076"/>
        <pc:sldMkLst>
          <pc:docMk/>
          <pc:sldMk cId="4024386163" sldId="339"/>
        </pc:sldMkLst>
        <pc:spChg chg="del">
          <ac:chgData name="Duce, Patricia" userId="63213659-433f-4003-8b64-f125efbf754c" providerId="ADAL" clId="{FA1F2A83-1C94-4872-A2AE-6065B6F00F4F}" dt="2022-09-08T21:10:08.009" v="545" actId="478"/>
          <ac:spMkLst>
            <pc:docMk/>
            <pc:sldMk cId="4024386163" sldId="339"/>
            <ac:spMk id="2" creationId="{674EF87E-9110-C3B5-4579-67304FD1F1ED}"/>
          </ac:spMkLst>
        </pc:spChg>
        <pc:spChg chg="del">
          <ac:chgData name="Duce, Patricia" userId="63213659-433f-4003-8b64-f125efbf754c" providerId="ADAL" clId="{FA1F2A83-1C94-4872-A2AE-6065B6F00F4F}" dt="2022-09-08T21:10:05.780" v="544" actId="22"/>
          <ac:spMkLst>
            <pc:docMk/>
            <pc:sldMk cId="4024386163" sldId="339"/>
            <ac:spMk id="3" creationId="{5684E265-394E-E39D-81AF-7B3702B198CB}"/>
          </ac:spMkLst>
        </pc:spChg>
        <pc:picChg chg="add mod ord modCrop">
          <ac:chgData name="Duce, Patricia" userId="63213659-433f-4003-8b64-f125efbf754c" providerId="ADAL" clId="{FA1F2A83-1C94-4872-A2AE-6065B6F00F4F}" dt="2022-09-08T21:10:28.465" v="550" actId="1076"/>
          <ac:picMkLst>
            <pc:docMk/>
            <pc:sldMk cId="4024386163" sldId="339"/>
            <ac:picMk id="5" creationId="{49ABCBFA-2646-7BCA-FEC2-82129AB3BA6D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1:11:48.800" v="583" actId="1076"/>
        <pc:sldMkLst>
          <pc:docMk/>
          <pc:sldMk cId="998038086" sldId="340"/>
        </pc:sldMkLst>
        <pc:spChg chg="mod">
          <ac:chgData name="Duce, Patricia" userId="63213659-433f-4003-8b64-f125efbf754c" providerId="ADAL" clId="{FA1F2A83-1C94-4872-A2AE-6065B6F00F4F}" dt="2022-09-08T21:11:03.864" v="575" actId="20577"/>
          <ac:spMkLst>
            <pc:docMk/>
            <pc:sldMk cId="998038086" sldId="340"/>
            <ac:spMk id="2" creationId="{98D1DB43-DE24-5C26-C039-A3C04DEB9FB3}"/>
          </ac:spMkLst>
        </pc:spChg>
        <pc:spChg chg="del">
          <ac:chgData name="Duce, Patricia" userId="63213659-433f-4003-8b64-f125efbf754c" providerId="ADAL" clId="{FA1F2A83-1C94-4872-A2AE-6065B6F00F4F}" dt="2022-09-08T21:11:07.279" v="576" actId="22"/>
          <ac:spMkLst>
            <pc:docMk/>
            <pc:sldMk cId="998038086" sldId="340"/>
            <ac:spMk id="3" creationId="{2731EB59-DEDF-F2AB-FD55-23C17335F423}"/>
          </ac:spMkLst>
        </pc:spChg>
        <pc:picChg chg="add mod ord modCrop">
          <ac:chgData name="Duce, Patricia" userId="63213659-433f-4003-8b64-f125efbf754c" providerId="ADAL" clId="{FA1F2A83-1C94-4872-A2AE-6065B6F00F4F}" dt="2022-09-08T21:11:48.800" v="583" actId="1076"/>
          <ac:picMkLst>
            <pc:docMk/>
            <pc:sldMk cId="998038086" sldId="340"/>
            <ac:picMk id="5" creationId="{B72EBCAA-6566-72D6-1307-B3C1D82F94E0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1:12:45.758" v="590" actId="1076"/>
        <pc:sldMkLst>
          <pc:docMk/>
          <pc:sldMk cId="1639857852" sldId="341"/>
        </pc:sldMkLst>
        <pc:spChg chg="del">
          <ac:chgData name="Duce, Patricia" userId="63213659-433f-4003-8b64-f125efbf754c" providerId="ADAL" clId="{FA1F2A83-1C94-4872-A2AE-6065B6F00F4F}" dt="2022-09-08T21:12:26.651" v="586" actId="478"/>
          <ac:spMkLst>
            <pc:docMk/>
            <pc:sldMk cId="1639857852" sldId="341"/>
            <ac:spMk id="2" creationId="{7779E809-048B-5366-B0BE-0CAE2C7EA3AB}"/>
          </ac:spMkLst>
        </pc:spChg>
        <pc:spChg chg="del">
          <ac:chgData name="Duce, Patricia" userId="63213659-433f-4003-8b64-f125efbf754c" providerId="ADAL" clId="{FA1F2A83-1C94-4872-A2AE-6065B6F00F4F}" dt="2022-09-08T21:12:23.553" v="585" actId="22"/>
          <ac:spMkLst>
            <pc:docMk/>
            <pc:sldMk cId="1639857852" sldId="341"/>
            <ac:spMk id="3" creationId="{AE38F369-F070-972A-72BC-18D6CC3A7844}"/>
          </ac:spMkLst>
        </pc:spChg>
        <pc:picChg chg="add mod ord modCrop">
          <ac:chgData name="Duce, Patricia" userId="63213659-433f-4003-8b64-f125efbf754c" providerId="ADAL" clId="{FA1F2A83-1C94-4872-A2AE-6065B6F00F4F}" dt="2022-09-08T21:12:45.758" v="590" actId="1076"/>
          <ac:picMkLst>
            <pc:docMk/>
            <pc:sldMk cId="1639857852" sldId="341"/>
            <ac:picMk id="5" creationId="{29AB74E6-4A5C-8DFD-2B87-970A72460055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1:15:10.517" v="602" actId="1076"/>
        <pc:sldMkLst>
          <pc:docMk/>
          <pc:sldMk cId="511034807" sldId="342"/>
        </pc:sldMkLst>
        <pc:spChg chg="del">
          <ac:chgData name="Duce, Patricia" userId="63213659-433f-4003-8b64-f125efbf754c" providerId="ADAL" clId="{FA1F2A83-1C94-4872-A2AE-6065B6F00F4F}" dt="2022-09-08T21:13:48.969" v="593" actId="478"/>
          <ac:spMkLst>
            <pc:docMk/>
            <pc:sldMk cId="511034807" sldId="342"/>
            <ac:spMk id="2" creationId="{2FF2259D-D4EF-2A50-6B67-0E920D6715B8}"/>
          </ac:spMkLst>
        </pc:spChg>
        <pc:spChg chg="del">
          <ac:chgData name="Duce, Patricia" userId="63213659-433f-4003-8b64-f125efbf754c" providerId="ADAL" clId="{FA1F2A83-1C94-4872-A2AE-6065B6F00F4F}" dt="2022-09-08T21:13:46.923" v="592" actId="22"/>
          <ac:spMkLst>
            <pc:docMk/>
            <pc:sldMk cId="511034807" sldId="342"/>
            <ac:spMk id="3" creationId="{AF1983EB-62B6-DEB4-091C-FE72AC132029}"/>
          </ac:spMkLst>
        </pc:spChg>
        <pc:spChg chg="add mod">
          <ac:chgData name="Duce, Patricia" userId="63213659-433f-4003-8b64-f125efbf754c" providerId="ADAL" clId="{FA1F2A83-1C94-4872-A2AE-6065B6F00F4F}" dt="2022-09-08T21:15:10.517" v="602" actId="1076"/>
          <ac:spMkLst>
            <pc:docMk/>
            <pc:sldMk cId="511034807" sldId="342"/>
            <ac:spMk id="7" creationId="{B64B129C-35EA-27E9-EEEE-010D4CE0FA78}"/>
          </ac:spMkLst>
        </pc:spChg>
        <pc:picChg chg="add mod ord modCrop">
          <ac:chgData name="Duce, Patricia" userId="63213659-433f-4003-8b64-f125efbf754c" providerId="ADAL" clId="{FA1F2A83-1C94-4872-A2AE-6065B6F00F4F}" dt="2022-09-08T21:15:07.981" v="601" actId="1076"/>
          <ac:picMkLst>
            <pc:docMk/>
            <pc:sldMk cId="511034807" sldId="342"/>
            <ac:picMk id="5" creationId="{6D6C50B6-59F3-5204-1BEA-54E9FA2109C1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1:16:25.517" v="611" actId="1076"/>
        <pc:sldMkLst>
          <pc:docMk/>
          <pc:sldMk cId="1856476860" sldId="343"/>
        </pc:sldMkLst>
        <pc:spChg chg="del">
          <ac:chgData name="Duce, Patricia" userId="63213659-433f-4003-8b64-f125efbf754c" providerId="ADAL" clId="{FA1F2A83-1C94-4872-A2AE-6065B6F00F4F}" dt="2022-09-08T21:15:59.584" v="605" actId="478"/>
          <ac:spMkLst>
            <pc:docMk/>
            <pc:sldMk cId="1856476860" sldId="343"/>
            <ac:spMk id="2" creationId="{1A62B286-46CB-FBFE-A58B-BFE181BAAEDC}"/>
          </ac:spMkLst>
        </pc:spChg>
        <pc:spChg chg="del">
          <ac:chgData name="Duce, Patricia" userId="63213659-433f-4003-8b64-f125efbf754c" providerId="ADAL" clId="{FA1F2A83-1C94-4872-A2AE-6065B6F00F4F}" dt="2022-09-08T21:15:57.138" v="604" actId="22"/>
          <ac:spMkLst>
            <pc:docMk/>
            <pc:sldMk cId="1856476860" sldId="343"/>
            <ac:spMk id="3" creationId="{1EB0B498-C8A6-1E0B-AED9-7AD2C4D59D27}"/>
          </ac:spMkLst>
        </pc:spChg>
        <pc:picChg chg="add mod ord modCrop">
          <ac:chgData name="Duce, Patricia" userId="63213659-433f-4003-8b64-f125efbf754c" providerId="ADAL" clId="{FA1F2A83-1C94-4872-A2AE-6065B6F00F4F}" dt="2022-09-08T21:16:25.517" v="611" actId="1076"/>
          <ac:picMkLst>
            <pc:docMk/>
            <pc:sldMk cId="1856476860" sldId="343"/>
            <ac:picMk id="5" creationId="{673AC1AB-2E4E-3954-1C57-D22DE7082978}"/>
          </ac:picMkLst>
        </pc:picChg>
      </pc:sldChg>
      <pc:sldChg chg="delSp modSp new mod">
        <pc:chgData name="Duce, Patricia" userId="63213659-433f-4003-8b64-f125efbf754c" providerId="ADAL" clId="{FA1F2A83-1C94-4872-A2AE-6065B6F00F4F}" dt="2022-09-08T21:17:47.640" v="625" actId="113"/>
        <pc:sldMkLst>
          <pc:docMk/>
          <pc:sldMk cId="360212899" sldId="344"/>
        </pc:sldMkLst>
        <pc:spChg chg="del">
          <ac:chgData name="Duce, Patricia" userId="63213659-433f-4003-8b64-f125efbf754c" providerId="ADAL" clId="{FA1F2A83-1C94-4872-A2AE-6065B6F00F4F}" dt="2022-09-08T21:17:06.745" v="615" actId="478"/>
          <ac:spMkLst>
            <pc:docMk/>
            <pc:sldMk cId="360212899" sldId="344"/>
            <ac:spMk id="2" creationId="{E34F5EC0-57DB-DCA8-49E8-337FC672C178}"/>
          </ac:spMkLst>
        </pc:spChg>
        <pc:spChg chg="mod">
          <ac:chgData name="Duce, Patricia" userId="63213659-433f-4003-8b64-f125efbf754c" providerId="ADAL" clId="{FA1F2A83-1C94-4872-A2AE-6065B6F00F4F}" dt="2022-09-08T21:17:47.640" v="625" actId="113"/>
          <ac:spMkLst>
            <pc:docMk/>
            <pc:sldMk cId="360212899" sldId="344"/>
            <ac:spMk id="3" creationId="{DC079231-D68A-3635-4121-BDB41A2FCEBE}"/>
          </ac:spMkLst>
        </pc:spChg>
      </pc:sldChg>
      <pc:sldChg chg="addSp delSp modSp new mod">
        <pc:chgData name="Duce, Patricia" userId="63213659-433f-4003-8b64-f125efbf754c" providerId="ADAL" clId="{FA1F2A83-1C94-4872-A2AE-6065B6F00F4F}" dt="2022-09-08T21:18:43.691" v="635" actId="1076"/>
        <pc:sldMkLst>
          <pc:docMk/>
          <pc:sldMk cId="1282026465" sldId="345"/>
        </pc:sldMkLst>
        <pc:spChg chg="del">
          <ac:chgData name="Duce, Patricia" userId="63213659-433f-4003-8b64-f125efbf754c" providerId="ADAL" clId="{FA1F2A83-1C94-4872-A2AE-6065B6F00F4F}" dt="2022-09-08T21:18:07.967" v="627" actId="478"/>
          <ac:spMkLst>
            <pc:docMk/>
            <pc:sldMk cId="1282026465" sldId="345"/>
            <ac:spMk id="2" creationId="{236FA951-CEF1-A29E-7F38-6B0F14DCDF04}"/>
          </ac:spMkLst>
        </pc:spChg>
        <pc:spChg chg="del">
          <ac:chgData name="Duce, Patricia" userId="63213659-433f-4003-8b64-f125efbf754c" providerId="ADAL" clId="{FA1F2A83-1C94-4872-A2AE-6065B6F00F4F}" dt="2022-09-08T21:18:02.111" v="626" actId="22"/>
          <ac:spMkLst>
            <pc:docMk/>
            <pc:sldMk cId="1282026465" sldId="345"/>
            <ac:spMk id="3" creationId="{2156D453-43B3-A203-79F7-29E1C5EB0069}"/>
          </ac:spMkLst>
        </pc:spChg>
        <pc:picChg chg="add mod ord modCrop">
          <ac:chgData name="Duce, Patricia" userId="63213659-433f-4003-8b64-f125efbf754c" providerId="ADAL" clId="{FA1F2A83-1C94-4872-A2AE-6065B6F00F4F}" dt="2022-09-08T21:18:43.691" v="635" actId="1076"/>
          <ac:picMkLst>
            <pc:docMk/>
            <pc:sldMk cId="1282026465" sldId="345"/>
            <ac:picMk id="5" creationId="{F5DB3E2F-41EF-4D66-3341-99C40879D4F1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1:20:36.331" v="643" actId="14100"/>
        <pc:sldMkLst>
          <pc:docMk/>
          <pc:sldMk cId="2658922994" sldId="346"/>
        </pc:sldMkLst>
        <pc:spChg chg="del">
          <ac:chgData name="Duce, Patricia" userId="63213659-433f-4003-8b64-f125efbf754c" providerId="ADAL" clId="{FA1F2A83-1C94-4872-A2AE-6065B6F00F4F}" dt="2022-09-08T21:19:59.561" v="637" actId="478"/>
          <ac:spMkLst>
            <pc:docMk/>
            <pc:sldMk cId="2658922994" sldId="346"/>
            <ac:spMk id="2" creationId="{8110993F-0E7C-C148-1C0A-0A4AEBF5C3B7}"/>
          </ac:spMkLst>
        </pc:spChg>
        <pc:spChg chg="del mod">
          <ac:chgData name="Duce, Patricia" userId="63213659-433f-4003-8b64-f125efbf754c" providerId="ADAL" clId="{FA1F2A83-1C94-4872-A2AE-6065B6F00F4F}" dt="2022-09-08T21:20:03.731" v="639" actId="22"/>
          <ac:spMkLst>
            <pc:docMk/>
            <pc:sldMk cId="2658922994" sldId="346"/>
            <ac:spMk id="3" creationId="{B9E03A2A-E55F-10F3-FFB3-D457C5B1C164}"/>
          </ac:spMkLst>
        </pc:spChg>
        <pc:picChg chg="add mod ord modCrop">
          <ac:chgData name="Duce, Patricia" userId="63213659-433f-4003-8b64-f125efbf754c" providerId="ADAL" clId="{FA1F2A83-1C94-4872-A2AE-6065B6F00F4F}" dt="2022-09-08T21:20:36.331" v="643" actId="14100"/>
          <ac:picMkLst>
            <pc:docMk/>
            <pc:sldMk cId="2658922994" sldId="346"/>
            <ac:picMk id="5" creationId="{96E6F0D5-A072-4688-BD7C-5D19FFA1D6BC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1:21:32.267" v="652" actId="1076"/>
        <pc:sldMkLst>
          <pc:docMk/>
          <pc:sldMk cId="1406255990" sldId="347"/>
        </pc:sldMkLst>
        <pc:spChg chg="del">
          <ac:chgData name="Duce, Patricia" userId="63213659-433f-4003-8b64-f125efbf754c" providerId="ADAL" clId="{FA1F2A83-1C94-4872-A2AE-6065B6F00F4F}" dt="2022-09-08T21:21:09.656" v="646" actId="478"/>
          <ac:spMkLst>
            <pc:docMk/>
            <pc:sldMk cId="1406255990" sldId="347"/>
            <ac:spMk id="2" creationId="{4482FCFC-A19E-459A-694D-9C7E1F57FDCC}"/>
          </ac:spMkLst>
        </pc:spChg>
        <pc:spChg chg="del">
          <ac:chgData name="Duce, Patricia" userId="63213659-433f-4003-8b64-f125efbf754c" providerId="ADAL" clId="{FA1F2A83-1C94-4872-A2AE-6065B6F00F4F}" dt="2022-09-08T21:21:07.582" v="645" actId="22"/>
          <ac:spMkLst>
            <pc:docMk/>
            <pc:sldMk cId="1406255990" sldId="347"/>
            <ac:spMk id="3" creationId="{58BDAD85-0B71-4156-BDEF-1FBBAC272B5B}"/>
          </ac:spMkLst>
        </pc:spChg>
        <pc:picChg chg="add mod ord modCrop">
          <ac:chgData name="Duce, Patricia" userId="63213659-433f-4003-8b64-f125efbf754c" providerId="ADAL" clId="{FA1F2A83-1C94-4872-A2AE-6065B6F00F4F}" dt="2022-09-08T21:21:32.267" v="652" actId="1076"/>
          <ac:picMkLst>
            <pc:docMk/>
            <pc:sldMk cId="1406255990" sldId="347"/>
            <ac:picMk id="5" creationId="{53CF5EBC-A84E-96FA-68A1-8F13569D1EAF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1:22:38.075" v="660" actId="1076"/>
        <pc:sldMkLst>
          <pc:docMk/>
          <pc:sldMk cId="2358817308" sldId="348"/>
        </pc:sldMkLst>
        <pc:spChg chg="del">
          <ac:chgData name="Duce, Patricia" userId="63213659-433f-4003-8b64-f125efbf754c" providerId="ADAL" clId="{FA1F2A83-1C94-4872-A2AE-6065B6F00F4F}" dt="2022-09-08T21:22:17.391" v="655" actId="478"/>
          <ac:spMkLst>
            <pc:docMk/>
            <pc:sldMk cId="2358817308" sldId="348"/>
            <ac:spMk id="2" creationId="{A3CEF207-0312-7453-1AE3-D4E386896537}"/>
          </ac:spMkLst>
        </pc:spChg>
        <pc:spChg chg="del">
          <ac:chgData name="Duce, Patricia" userId="63213659-433f-4003-8b64-f125efbf754c" providerId="ADAL" clId="{FA1F2A83-1C94-4872-A2AE-6065B6F00F4F}" dt="2022-09-08T21:22:12.887" v="654" actId="22"/>
          <ac:spMkLst>
            <pc:docMk/>
            <pc:sldMk cId="2358817308" sldId="348"/>
            <ac:spMk id="3" creationId="{1C1F82DF-7BA2-CB02-335B-DAA07E9A249A}"/>
          </ac:spMkLst>
        </pc:spChg>
        <pc:picChg chg="add mod ord modCrop">
          <ac:chgData name="Duce, Patricia" userId="63213659-433f-4003-8b64-f125efbf754c" providerId="ADAL" clId="{FA1F2A83-1C94-4872-A2AE-6065B6F00F4F}" dt="2022-09-08T21:22:38.075" v="660" actId="1076"/>
          <ac:picMkLst>
            <pc:docMk/>
            <pc:sldMk cId="2358817308" sldId="348"/>
            <ac:picMk id="5" creationId="{A2639A98-9139-AEFC-10AE-D1852CF6C11F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1:23:33.251" v="669" actId="1076"/>
        <pc:sldMkLst>
          <pc:docMk/>
          <pc:sldMk cId="3263594487" sldId="349"/>
        </pc:sldMkLst>
        <pc:spChg chg="del">
          <ac:chgData name="Duce, Patricia" userId="63213659-433f-4003-8b64-f125efbf754c" providerId="ADAL" clId="{FA1F2A83-1C94-4872-A2AE-6065B6F00F4F}" dt="2022-09-08T21:23:06.795" v="662" actId="478"/>
          <ac:spMkLst>
            <pc:docMk/>
            <pc:sldMk cId="3263594487" sldId="349"/>
            <ac:spMk id="2" creationId="{0FC63E92-A04A-FE00-3B7B-96C72DCB58D7}"/>
          </ac:spMkLst>
        </pc:spChg>
        <pc:spChg chg="del">
          <ac:chgData name="Duce, Patricia" userId="63213659-433f-4003-8b64-f125efbf754c" providerId="ADAL" clId="{FA1F2A83-1C94-4872-A2AE-6065B6F00F4F}" dt="2022-09-08T21:23:08.668" v="663" actId="22"/>
          <ac:spMkLst>
            <pc:docMk/>
            <pc:sldMk cId="3263594487" sldId="349"/>
            <ac:spMk id="3" creationId="{8B896708-0A97-4BC7-C2F9-D17645B12C14}"/>
          </ac:spMkLst>
        </pc:spChg>
        <pc:picChg chg="add mod ord modCrop">
          <ac:chgData name="Duce, Patricia" userId="63213659-433f-4003-8b64-f125efbf754c" providerId="ADAL" clId="{FA1F2A83-1C94-4872-A2AE-6065B6F00F4F}" dt="2022-09-08T21:23:33.251" v="669" actId="1076"/>
          <ac:picMkLst>
            <pc:docMk/>
            <pc:sldMk cId="3263594487" sldId="349"/>
            <ac:picMk id="5" creationId="{BB725674-F470-0E11-6A46-A604F28BB3CA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1:24:51.444" v="679" actId="1076"/>
        <pc:sldMkLst>
          <pc:docMk/>
          <pc:sldMk cId="3051730554" sldId="350"/>
        </pc:sldMkLst>
        <pc:spChg chg="del">
          <ac:chgData name="Duce, Patricia" userId="63213659-433f-4003-8b64-f125efbf754c" providerId="ADAL" clId="{FA1F2A83-1C94-4872-A2AE-6065B6F00F4F}" dt="2022-09-08T21:24:25.255" v="671" actId="478"/>
          <ac:spMkLst>
            <pc:docMk/>
            <pc:sldMk cId="3051730554" sldId="350"/>
            <ac:spMk id="2" creationId="{2B23D45F-8254-32ED-C49E-ED7A7E4FCEBA}"/>
          </ac:spMkLst>
        </pc:spChg>
        <pc:spChg chg="del">
          <ac:chgData name="Duce, Patricia" userId="63213659-433f-4003-8b64-f125efbf754c" providerId="ADAL" clId="{FA1F2A83-1C94-4872-A2AE-6065B6F00F4F}" dt="2022-09-08T21:24:26.942" v="672" actId="22"/>
          <ac:spMkLst>
            <pc:docMk/>
            <pc:sldMk cId="3051730554" sldId="350"/>
            <ac:spMk id="3" creationId="{928913F3-B8B3-2F5E-4FC5-B9C395746E6A}"/>
          </ac:spMkLst>
        </pc:spChg>
        <pc:picChg chg="add mod ord modCrop">
          <ac:chgData name="Duce, Patricia" userId="63213659-433f-4003-8b64-f125efbf754c" providerId="ADAL" clId="{FA1F2A83-1C94-4872-A2AE-6065B6F00F4F}" dt="2022-09-08T21:24:51.444" v="679" actId="1076"/>
          <ac:picMkLst>
            <pc:docMk/>
            <pc:sldMk cId="3051730554" sldId="350"/>
            <ac:picMk id="5" creationId="{85BCCC21-6513-CA59-0EE3-E4F199855EEC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1:26:07.558" v="693" actId="1076"/>
        <pc:sldMkLst>
          <pc:docMk/>
          <pc:sldMk cId="2793060976" sldId="351"/>
        </pc:sldMkLst>
        <pc:spChg chg="del">
          <ac:chgData name="Duce, Patricia" userId="63213659-433f-4003-8b64-f125efbf754c" providerId="ADAL" clId="{FA1F2A83-1C94-4872-A2AE-6065B6F00F4F}" dt="2022-09-08T21:25:24.933" v="683" actId="478"/>
          <ac:spMkLst>
            <pc:docMk/>
            <pc:sldMk cId="2793060976" sldId="351"/>
            <ac:spMk id="2" creationId="{9BE4FD08-2294-DC8E-229A-770698D56582}"/>
          </ac:spMkLst>
        </pc:spChg>
        <pc:spChg chg="mod">
          <ac:chgData name="Duce, Patricia" userId="63213659-433f-4003-8b64-f125efbf754c" providerId="ADAL" clId="{FA1F2A83-1C94-4872-A2AE-6065B6F00F4F}" dt="2022-09-08T21:25:25.385" v="684" actId="1076"/>
          <ac:spMkLst>
            <pc:docMk/>
            <pc:sldMk cId="2793060976" sldId="351"/>
            <ac:spMk id="3" creationId="{DC1F2429-9ACD-0B7C-53C5-E7F8C128F1CA}"/>
          </ac:spMkLst>
        </pc:spChg>
        <pc:spChg chg="add del">
          <ac:chgData name="Duce, Patricia" userId="63213659-433f-4003-8b64-f125efbf754c" providerId="ADAL" clId="{FA1F2A83-1C94-4872-A2AE-6065B6F00F4F}" dt="2022-09-08T21:25:34.022" v="686" actId="478"/>
          <ac:spMkLst>
            <pc:docMk/>
            <pc:sldMk cId="2793060976" sldId="351"/>
            <ac:spMk id="5" creationId="{87BE79D0-2CA2-2B51-5DD5-400F859C7F42}"/>
          </ac:spMkLst>
        </pc:spChg>
        <pc:picChg chg="add mod modCrop">
          <ac:chgData name="Duce, Patricia" userId="63213659-433f-4003-8b64-f125efbf754c" providerId="ADAL" clId="{FA1F2A83-1C94-4872-A2AE-6065B6F00F4F}" dt="2022-09-08T21:26:07.558" v="693" actId="1076"/>
          <ac:picMkLst>
            <pc:docMk/>
            <pc:sldMk cId="2793060976" sldId="351"/>
            <ac:picMk id="7" creationId="{D8CB56A2-3D70-C278-3968-7F15A425309C}"/>
          </ac:picMkLst>
        </pc:picChg>
      </pc:sldChg>
      <pc:sldChg chg="delSp modSp new mod">
        <pc:chgData name="Duce, Patricia" userId="63213659-433f-4003-8b64-f125efbf754c" providerId="ADAL" clId="{FA1F2A83-1C94-4872-A2AE-6065B6F00F4F}" dt="2022-09-08T21:26:52.830" v="701" actId="113"/>
        <pc:sldMkLst>
          <pc:docMk/>
          <pc:sldMk cId="1340818457" sldId="352"/>
        </pc:sldMkLst>
        <pc:spChg chg="del">
          <ac:chgData name="Duce, Patricia" userId="63213659-433f-4003-8b64-f125efbf754c" providerId="ADAL" clId="{FA1F2A83-1C94-4872-A2AE-6065B6F00F4F}" dt="2022-09-08T21:26:47.812" v="697" actId="478"/>
          <ac:spMkLst>
            <pc:docMk/>
            <pc:sldMk cId="1340818457" sldId="352"/>
            <ac:spMk id="2" creationId="{B532C078-8542-9064-A09A-9C0DC5AB001E}"/>
          </ac:spMkLst>
        </pc:spChg>
        <pc:spChg chg="mod">
          <ac:chgData name="Duce, Patricia" userId="63213659-433f-4003-8b64-f125efbf754c" providerId="ADAL" clId="{FA1F2A83-1C94-4872-A2AE-6065B6F00F4F}" dt="2022-09-08T21:26:52.830" v="701" actId="113"/>
          <ac:spMkLst>
            <pc:docMk/>
            <pc:sldMk cId="1340818457" sldId="352"/>
            <ac:spMk id="3" creationId="{677B6F7C-668F-026D-6BEB-0C65783181A0}"/>
          </ac:spMkLst>
        </pc:spChg>
      </pc:sldChg>
      <pc:sldChg chg="addSp delSp modSp new mod">
        <pc:chgData name="Duce, Patricia" userId="63213659-433f-4003-8b64-f125efbf754c" providerId="ADAL" clId="{FA1F2A83-1C94-4872-A2AE-6065B6F00F4F}" dt="2022-09-08T21:28:04.520" v="713" actId="1076"/>
        <pc:sldMkLst>
          <pc:docMk/>
          <pc:sldMk cId="4002226853" sldId="353"/>
        </pc:sldMkLst>
        <pc:spChg chg="del">
          <ac:chgData name="Duce, Patricia" userId="63213659-433f-4003-8b64-f125efbf754c" providerId="ADAL" clId="{FA1F2A83-1C94-4872-A2AE-6065B6F00F4F}" dt="2022-09-08T21:27:24.269" v="704" actId="478"/>
          <ac:spMkLst>
            <pc:docMk/>
            <pc:sldMk cId="4002226853" sldId="353"/>
            <ac:spMk id="2" creationId="{2EC15736-7A48-948C-1D1B-E4ADB6A7E19C}"/>
          </ac:spMkLst>
        </pc:spChg>
        <pc:spChg chg="del">
          <ac:chgData name="Duce, Patricia" userId="63213659-433f-4003-8b64-f125efbf754c" providerId="ADAL" clId="{FA1F2A83-1C94-4872-A2AE-6065B6F00F4F}" dt="2022-09-08T21:27:20.466" v="703" actId="22"/>
          <ac:spMkLst>
            <pc:docMk/>
            <pc:sldMk cId="4002226853" sldId="353"/>
            <ac:spMk id="3" creationId="{AA3A934F-5C6E-AEEE-46D4-B0E6798CA5C2}"/>
          </ac:spMkLst>
        </pc:spChg>
        <pc:picChg chg="add mod ord modCrop">
          <ac:chgData name="Duce, Patricia" userId="63213659-433f-4003-8b64-f125efbf754c" providerId="ADAL" clId="{FA1F2A83-1C94-4872-A2AE-6065B6F00F4F}" dt="2022-09-08T21:28:04.520" v="713" actId="1076"/>
          <ac:picMkLst>
            <pc:docMk/>
            <pc:sldMk cId="4002226853" sldId="353"/>
            <ac:picMk id="5" creationId="{6B18293A-49AA-7BC9-B2F2-8FD22C5FA417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1:29:20.336" v="722" actId="1076"/>
        <pc:sldMkLst>
          <pc:docMk/>
          <pc:sldMk cId="73099340" sldId="354"/>
        </pc:sldMkLst>
        <pc:spChg chg="del">
          <ac:chgData name="Duce, Patricia" userId="63213659-433f-4003-8b64-f125efbf754c" providerId="ADAL" clId="{FA1F2A83-1C94-4872-A2AE-6065B6F00F4F}" dt="2022-09-08T21:28:47.029" v="716" actId="478"/>
          <ac:spMkLst>
            <pc:docMk/>
            <pc:sldMk cId="73099340" sldId="354"/>
            <ac:spMk id="2" creationId="{2C9851D2-BF0D-9BDE-5F74-0723440BBC7A}"/>
          </ac:spMkLst>
        </pc:spChg>
        <pc:spChg chg="del">
          <ac:chgData name="Duce, Patricia" userId="63213659-433f-4003-8b64-f125efbf754c" providerId="ADAL" clId="{FA1F2A83-1C94-4872-A2AE-6065B6F00F4F}" dt="2022-09-08T21:28:42.543" v="715" actId="22"/>
          <ac:spMkLst>
            <pc:docMk/>
            <pc:sldMk cId="73099340" sldId="354"/>
            <ac:spMk id="3" creationId="{345C451E-3B08-2042-2213-4FF4879F5679}"/>
          </ac:spMkLst>
        </pc:spChg>
        <pc:picChg chg="add mod ord modCrop">
          <ac:chgData name="Duce, Patricia" userId="63213659-433f-4003-8b64-f125efbf754c" providerId="ADAL" clId="{FA1F2A83-1C94-4872-A2AE-6065B6F00F4F}" dt="2022-09-08T21:29:20.336" v="722" actId="1076"/>
          <ac:picMkLst>
            <pc:docMk/>
            <pc:sldMk cId="73099340" sldId="354"/>
            <ac:picMk id="5" creationId="{384080B8-96C0-7D56-AAFF-962265FE43BB}"/>
          </ac:picMkLst>
        </pc:picChg>
      </pc:sldChg>
      <pc:sldChg chg="addSp delSp modSp new mod">
        <pc:chgData name="Duce, Patricia" userId="63213659-433f-4003-8b64-f125efbf754c" providerId="ADAL" clId="{FA1F2A83-1C94-4872-A2AE-6065B6F00F4F}" dt="2022-09-08T21:30:37.817" v="733" actId="1076"/>
        <pc:sldMkLst>
          <pc:docMk/>
          <pc:sldMk cId="3492905302" sldId="355"/>
        </pc:sldMkLst>
        <pc:spChg chg="del">
          <ac:chgData name="Duce, Patricia" userId="63213659-433f-4003-8b64-f125efbf754c" providerId="ADAL" clId="{FA1F2A83-1C94-4872-A2AE-6065B6F00F4F}" dt="2022-09-08T21:30:04.130" v="725" actId="478"/>
          <ac:spMkLst>
            <pc:docMk/>
            <pc:sldMk cId="3492905302" sldId="355"/>
            <ac:spMk id="2" creationId="{474DE32D-D20A-6037-40E5-4A23FC8A3B68}"/>
          </ac:spMkLst>
        </pc:spChg>
        <pc:spChg chg="del">
          <ac:chgData name="Duce, Patricia" userId="63213659-433f-4003-8b64-f125efbf754c" providerId="ADAL" clId="{FA1F2A83-1C94-4872-A2AE-6065B6F00F4F}" dt="2022-09-08T21:30:02.468" v="724" actId="22"/>
          <ac:spMkLst>
            <pc:docMk/>
            <pc:sldMk cId="3492905302" sldId="355"/>
            <ac:spMk id="3" creationId="{74A32C2C-CA36-8B4A-DB0C-8241D2031025}"/>
          </ac:spMkLst>
        </pc:spChg>
        <pc:picChg chg="add mod ord modCrop">
          <ac:chgData name="Duce, Patricia" userId="63213659-433f-4003-8b64-f125efbf754c" providerId="ADAL" clId="{FA1F2A83-1C94-4872-A2AE-6065B6F00F4F}" dt="2022-09-08T21:30:37.817" v="733" actId="1076"/>
          <ac:picMkLst>
            <pc:docMk/>
            <pc:sldMk cId="3492905302" sldId="355"/>
            <ac:picMk id="5" creationId="{622D5ECB-782C-0E70-B1D8-E355D33D4309}"/>
          </ac:picMkLst>
        </pc:picChg>
      </pc:sldChg>
    </pc:docChg>
  </pc:docChgLst>
  <pc:docChgLst>
    <pc:chgData name="Duce, Patricia" userId="63213659-433f-4003-8b64-f125efbf754c" providerId="ADAL" clId="{D700AF1C-537D-40B3-A509-E7B41E012E64}"/>
    <pc:docChg chg="undo custSel addSld delSld modSld sldOrd">
      <pc:chgData name="Duce, Patricia" userId="63213659-433f-4003-8b64-f125efbf754c" providerId="ADAL" clId="{D700AF1C-537D-40B3-A509-E7B41E012E64}" dt="2022-09-13T03:11:15.950" v="177" actId="2696"/>
      <pc:docMkLst>
        <pc:docMk/>
      </pc:docMkLst>
      <pc:sldChg chg="modSp mod">
        <pc:chgData name="Duce, Patricia" userId="63213659-433f-4003-8b64-f125efbf754c" providerId="ADAL" clId="{D700AF1C-537D-40B3-A509-E7B41E012E64}" dt="2021-09-15T12:11:05.533" v="106" actId="20577"/>
        <pc:sldMkLst>
          <pc:docMk/>
          <pc:sldMk cId="3498493776" sldId="256"/>
        </pc:sldMkLst>
        <pc:spChg chg="mod">
          <ac:chgData name="Duce, Patricia" userId="63213659-433f-4003-8b64-f125efbf754c" providerId="ADAL" clId="{D700AF1C-537D-40B3-A509-E7B41E012E64}" dt="2021-09-15T12:11:05.533" v="106" actId="20577"/>
          <ac:spMkLst>
            <pc:docMk/>
            <pc:sldMk cId="3498493776" sldId="256"/>
            <ac:spMk id="3" creationId="{0A406270-7D9E-43AB-855A-6F2CCDB17B42}"/>
          </ac:spMkLst>
        </pc:spChg>
      </pc:sldChg>
      <pc:sldChg chg="del">
        <pc:chgData name="Duce, Patricia" userId="63213659-433f-4003-8b64-f125efbf754c" providerId="ADAL" clId="{D700AF1C-537D-40B3-A509-E7B41E012E64}" dt="2021-09-15T12:24:32.545" v="127" actId="47"/>
        <pc:sldMkLst>
          <pc:docMk/>
          <pc:sldMk cId="1103882113" sldId="257"/>
        </pc:sldMkLst>
      </pc:sldChg>
      <pc:sldChg chg="del">
        <pc:chgData name="Duce, Patricia" userId="63213659-433f-4003-8b64-f125efbf754c" providerId="ADAL" clId="{D700AF1C-537D-40B3-A509-E7B41E012E64}" dt="2021-09-15T12:18:02.629" v="121" actId="47"/>
        <pc:sldMkLst>
          <pc:docMk/>
          <pc:sldMk cId="885414702" sldId="258"/>
        </pc:sldMkLst>
      </pc:sldChg>
      <pc:sldChg chg="del">
        <pc:chgData name="Duce, Patricia" userId="63213659-433f-4003-8b64-f125efbf754c" providerId="ADAL" clId="{D700AF1C-537D-40B3-A509-E7B41E012E64}" dt="2021-09-15T12:17:40.199" v="120" actId="2696"/>
        <pc:sldMkLst>
          <pc:docMk/>
          <pc:sldMk cId="2849338412" sldId="258"/>
        </pc:sldMkLst>
      </pc:sldChg>
      <pc:sldChg chg="addSp delSp modSp mod">
        <pc:chgData name="Duce, Patricia" userId="63213659-433f-4003-8b64-f125efbf754c" providerId="ADAL" clId="{D700AF1C-537D-40B3-A509-E7B41E012E64}" dt="2021-09-15T04:31:10.933" v="11" actId="1076"/>
        <pc:sldMkLst>
          <pc:docMk/>
          <pc:sldMk cId="1878670132" sldId="294"/>
        </pc:sldMkLst>
        <pc:spChg chg="add del mod">
          <ac:chgData name="Duce, Patricia" userId="63213659-433f-4003-8b64-f125efbf754c" providerId="ADAL" clId="{D700AF1C-537D-40B3-A509-E7B41E012E64}" dt="2021-09-15T04:30:54.106" v="7" actId="22"/>
          <ac:spMkLst>
            <pc:docMk/>
            <pc:sldMk cId="1878670132" sldId="294"/>
            <ac:spMk id="4" creationId="{C4921E05-14C0-425B-922D-08F5083B4BB7}"/>
          </ac:spMkLst>
        </pc:spChg>
        <pc:picChg chg="del">
          <ac:chgData name="Duce, Patricia" userId="63213659-433f-4003-8b64-f125efbf754c" providerId="ADAL" clId="{D700AF1C-537D-40B3-A509-E7B41E012E64}" dt="2021-09-15T04:30:51.959" v="6" actId="478"/>
          <ac:picMkLst>
            <pc:docMk/>
            <pc:sldMk cId="1878670132" sldId="294"/>
            <ac:picMk id="5" creationId="{CDEF452B-EB71-459E-83FE-6F921C24A53D}"/>
          </ac:picMkLst>
        </pc:picChg>
        <pc:picChg chg="add mod ord modCrop">
          <ac:chgData name="Duce, Patricia" userId="63213659-433f-4003-8b64-f125efbf754c" providerId="ADAL" clId="{D700AF1C-537D-40B3-A509-E7B41E012E64}" dt="2021-09-15T04:31:10.933" v="11" actId="1076"/>
          <ac:picMkLst>
            <pc:docMk/>
            <pc:sldMk cId="1878670132" sldId="294"/>
            <ac:picMk id="7" creationId="{44B360A3-4129-4BCC-B7D3-BB0AF917CCB9}"/>
          </ac:picMkLst>
        </pc:picChg>
      </pc:sldChg>
      <pc:sldChg chg="ord">
        <pc:chgData name="Duce, Patricia" userId="63213659-433f-4003-8b64-f125efbf754c" providerId="ADAL" clId="{D700AF1C-537D-40B3-A509-E7B41E012E64}" dt="2021-09-15T12:14:02.141" v="119"/>
        <pc:sldMkLst>
          <pc:docMk/>
          <pc:sldMk cId="1705050399" sldId="295"/>
        </pc:sldMkLst>
      </pc:sldChg>
      <pc:sldChg chg="del">
        <pc:chgData name="Duce, Patricia" userId="63213659-433f-4003-8b64-f125efbf754c" providerId="ADAL" clId="{D700AF1C-537D-40B3-A509-E7B41E012E64}" dt="2021-09-15T12:24:30.358" v="126" actId="47"/>
        <pc:sldMkLst>
          <pc:docMk/>
          <pc:sldMk cId="3243536709" sldId="296"/>
        </pc:sldMkLst>
      </pc:sldChg>
      <pc:sldChg chg="del">
        <pc:chgData name="Duce, Patricia" userId="63213659-433f-4003-8b64-f125efbf754c" providerId="ADAL" clId="{D700AF1C-537D-40B3-A509-E7B41E012E64}" dt="2021-09-15T12:24:24.701" v="125" actId="47"/>
        <pc:sldMkLst>
          <pc:docMk/>
          <pc:sldMk cId="1406436131" sldId="297"/>
        </pc:sldMkLst>
      </pc:sldChg>
      <pc:sldChg chg="ord">
        <pc:chgData name="Duce, Patricia" userId="63213659-433f-4003-8b64-f125efbf754c" providerId="ADAL" clId="{D700AF1C-537D-40B3-A509-E7B41E012E64}" dt="2021-09-15T12:23:36.480" v="124"/>
        <pc:sldMkLst>
          <pc:docMk/>
          <pc:sldMk cId="2544614144" sldId="298"/>
        </pc:sldMkLst>
      </pc:sldChg>
      <pc:sldChg chg="del">
        <pc:chgData name="Duce, Patricia" userId="63213659-433f-4003-8b64-f125efbf754c" providerId="ADAL" clId="{D700AF1C-537D-40B3-A509-E7B41E012E64}" dt="2021-09-15T12:18:15.879" v="122" actId="2696"/>
        <pc:sldMkLst>
          <pc:docMk/>
          <pc:sldMk cId="3769775597" sldId="298"/>
        </pc:sldMkLst>
      </pc:sldChg>
      <pc:sldChg chg="del ord">
        <pc:chgData name="Duce, Patricia" userId="63213659-433f-4003-8b64-f125efbf754c" providerId="ADAL" clId="{D700AF1C-537D-40B3-A509-E7B41E012E64}" dt="2021-09-15T12:26:29.468" v="131" actId="47"/>
        <pc:sldMkLst>
          <pc:docMk/>
          <pc:sldMk cId="761314086" sldId="299"/>
        </pc:sldMkLst>
      </pc:sldChg>
      <pc:sldChg chg="del">
        <pc:chgData name="Duce, Patricia" userId="63213659-433f-4003-8b64-f125efbf754c" providerId="ADAL" clId="{D700AF1C-537D-40B3-A509-E7B41E012E64}" dt="2021-09-15T12:27:03.049" v="132" actId="47"/>
        <pc:sldMkLst>
          <pc:docMk/>
          <pc:sldMk cId="3785642628" sldId="300"/>
        </pc:sldMkLst>
      </pc:sldChg>
      <pc:sldChg chg="addSp delSp modSp mod">
        <pc:chgData name="Duce, Patricia" userId="63213659-433f-4003-8b64-f125efbf754c" providerId="ADAL" clId="{D700AF1C-537D-40B3-A509-E7B41E012E64}" dt="2021-09-15T12:32:59.057" v="143" actId="14100"/>
        <pc:sldMkLst>
          <pc:docMk/>
          <pc:sldMk cId="4235238128" sldId="304"/>
        </pc:sldMkLst>
        <pc:spChg chg="add del mod">
          <ac:chgData name="Duce, Patricia" userId="63213659-433f-4003-8b64-f125efbf754c" providerId="ADAL" clId="{D700AF1C-537D-40B3-A509-E7B41E012E64}" dt="2021-09-15T12:31:58.610" v="134" actId="22"/>
          <ac:spMkLst>
            <pc:docMk/>
            <pc:sldMk cId="4235238128" sldId="304"/>
            <ac:spMk id="3" creationId="{77E494C6-5313-4329-A1A6-46851F7BF813}"/>
          </ac:spMkLst>
        </pc:spChg>
        <pc:picChg chg="del">
          <ac:chgData name="Duce, Patricia" userId="63213659-433f-4003-8b64-f125efbf754c" providerId="ADAL" clId="{D700AF1C-537D-40B3-A509-E7B41E012E64}" dt="2021-09-15T12:31:56.756" v="133" actId="478"/>
          <ac:picMkLst>
            <pc:docMk/>
            <pc:sldMk cId="4235238128" sldId="304"/>
            <ac:picMk id="4" creationId="{00000000-0000-0000-0000-000000000000}"/>
          </ac:picMkLst>
        </pc:picChg>
        <pc:picChg chg="add mod ord modCrop">
          <ac:chgData name="Duce, Patricia" userId="63213659-433f-4003-8b64-f125efbf754c" providerId="ADAL" clId="{D700AF1C-537D-40B3-A509-E7B41E012E64}" dt="2021-09-15T12:32:59.057" v="143" actId="14100"/>
          <ac:picMkLst>
            <pc:docMk/>
            <pc:sldMk cId="4235238128" sldId="304"/>
            <ac:picMk id="6" creationId="{AA15BC16-1DFF-47A1-83ED-27CBCB5637D8}"/>
          </ac:picMkLst>
        </pc:picChg>
      </pc:sldChg>
      <pc:sldChg chg="del">
        <pc:chgData name="Duce, Patricia" userId="63213659-433f-4003-8b64-f125efbf754c" providerId="ADAL" clId="{D700AF1C-537D-40B3-A509-E7B41E012E64}" dt="2021-09-15T04:31:21.965" v="12" actId="47"/>
        <pc:sldMkLst>
          <pc:docMk/>
          <pc:sldMk cId="771729870" sldId="307"/>
        </pc:sldMkLst>
      </pc:sldChg>
      <pc:sldChg chg="del">
        <pc:chgData name="Duce, Patricia" userId="63213659-433f-4003-8b64-f125efbf754c" providerId="ADAL" clId="{D700AF1C-537D-40B3-A509-E7B41E012E64}" dt="2021-09-15T04:31:41.265" v="13" actId="47"/>
        <pc:sldMkLst>
          <pc:docMk/>
          <pc:sldMk cId="2220889547" sldId="308"/>
        </pc:sldMkLst>
      </pc:sldChg>
      <pc:sldChg chg="del">
        <pc:chgData name="Duce, Patricia" userId="63213659-433f-4003-8b64-f125efbf754c" providerId="ADAL" clId="{D700AF1C-537D-40B3-A509-E7B41E012E64}" dt="2021-09-15T04:31:43.922" v="14" actId="47"/>
        <pc:sldMkLst>
          <pc:docMk/>
          <pc:sldMk cId="2619965230" sldId="309"/>
        </pc:sldMkLst>
      </pc:sldChg>
      <pc:sldChg chg="del">
        <pc:chgData name="Duce, Patricia" userId="63213659-433f-4003-8b64-f125efbf754c" providerId="ADAL" clId="{D700AF1C-537D-40B3-A509-E7B41E012E64}" dt="2021-09-15T04:31:46.284" v="15" actId="47"/>
        <pc:sldMkLst>
          <pc:docMk/>
          <pc:sldMk cId="2207948931" sldId="310"/>
        </pc:sldMkLst>
      </pc:sldChg>
      <pc:sldChg chg="modSp mod ord">
        <pc:chgData name="Duce, Patricia" userId="63213659-433f-4003-8b64-f125efbf754c" providerId="ADAL" clId="{D700AF1C-537D-40B3-A509-E7B41E012E64}" dt="2021-09-15T12:13:19.760" v="115" actId="20577"/>
        <pc:sldMkLst>
          <pc:docMk/>
          <pc:sldMk cId="2944333858" sldId="311"/>
        </pc:sldMkLst>
        <pc:spChg chg="mod">
          <ac:chgData name="Duce, Patricia" userId="63213659-433f-4003-8b64-f125efbf754c" providerId="ADAL" clId="{D700AF1C-537D-40B3-A509-E7B41E012E64}" dt="2021-09-15T12:13:19.760" v="115" actId="20577"/>
          <ac:spMkLst>
            <pc:docMk/>
            <pc:sldMk cId="2944333858" sldId="311"/>
            <ac:spMk id="3" creationId="{39C41AF0-F37F-4D75-AC65-6F7D7B3AB41C}"/>
          </ac:spMkLst>
        </pc:spChg>
      </pc:sldChg>
      <pc:sldChg chg="addSp delSp modSp new mod">
        <pc:chgData name="Duce, Patricia" userId="63213659-433f-4003-8b64-f125efbf754c" providerId="ADAL" clId="{D700AF1C-537D-40B3-A509-E7B41E012E64}" dt="2021-09-15T04:36:48.653" v="25" actId="22"/>
        <pc:sldMkLst>
          <pc:docMk/>
          <pc:sldMk cId="3276690046" sldId="312"/>
        </pc:sldMkLst>
        <pc:spChg chg="del">
          <ac:chgData name="Duce, Patricia" userId="63213659-433f-4003-8b64-f125efbf754c" providerId="ADAL" clId="{D700AF1C-537D-40B3-A509-E7B41E012E64}" dt="2021-09-15T04:32:38.510" v="20" actId="478"/>
          <ac:spMkLst>
            <pc:docMk/>
            <pc:sldMk cId="3276690046" sldId="312"/>
            <ac:spMk id="2" creationId="{EEBC45BC-A81F-4ECC-89F2-9996BD065D8E}"/>
          </ac:spMkLst>
        </pc:spChg>
        <pc:spChg chg="del">
          <ac:chgData name="Duce, Patricia" userId="63213659-433f-4003-8b64-f125efbf754c" providerId="ADAL" clId="{D700AF1C-537D-40B3-A509-E7B41E012E64}" dt="2021-09-15T04:32:23.413" v="17" actId="22"/>
          <ac:spMkLst>
            <pc:docMk/>
            <pc:sldMk cId="3276690046" sldId="312"/>
            <ac:spMk id="3" creationId="{33DE7F7D-D8AA-4642-AD8C-905C81B8D948}"/>
          </ac:spMkLst>
        </pc:spChg>
        <pc:picChg chg="add mod ord modCrop">
          <ac:chgData name="Duce, Patricia" userId="63213659-433f-4003-8b64-f125efbf754c" providerId="ADAL" clId="{D700AF1C-537D-40B3-A509-E7B41E012E64}" dt="2021-09-15T04:32:44.526" v="23" actId="14100"/>
          <ac:picMkLst>
            <pc:docMk/>
            <pc:sldMk cId="3276690046" sldId="312"/>
            <ac:picMk id="5" creationId="{3078E2AA-A747-42D1-85CC-77DA11244049}"/>
          </ac:picMkLst>
        </pc:picChg>
        <pc:picChg chg="add del">
          <ac:chgData name="Duce, Patricia" userId="63213659-433f-4003-8b64-f125efbf754c" providerId="ADAL" clId="{D700AF1C-537D-40B3-A509-E7B41E012E64}" dt="2021-09-15T04:36:48.653" v="25" actId="22"/>
          <ac:picMkLst>
            <pc:docMk/>
            <pc:sldMk cId="3276690046" sldId="312"/>
            <ac:picMk id="7" creationId="{EF0D5093-83DF-41D0-B2C1-B2C8EA463E28}"/>
          </ac:picMkLst>
        </pc:picChg>
      </pc:sldChg>
      <pc:sldChg chg="addSp delSp modSp new mod">
        <pc:chgData name="Duce, Patricia" userId="63213659-433f-4003-8b64-f125efbf754c" providerId="ADAL" clId="{D700AF1C-537D-40B3-A509-E7B41E012E64}" dt="2021-09-15T04:37:18.594" v="33" actId="14100"/>
        <pc:sldMkLst>
          <pc:docMk/>
          <pc:sldMk cId="292812979" sldId="313"/>
        </pc:sldMkLst>
        <pc:spChg chg="del">
          <ac:chgData name="Duce, Patricia" userId="63213659-433f-4003-8b64-f125efbf754c" providerId="ADAL" clId="{D700AF1C-537D-40B3-A509-E7B41E012E64}" dt="2021-09-15T04:37:00.860" v="28" actId="478"/>
          <ac:spMkLst>
            <pc:docMk/>
            <pc:sldMk cId="292812979" sldId="313"/>
            <ac:spMk id="2" creationId="{908D127E-A598-4C17-B4E4-3700F28542A6}"/>
          </ac:spMkLst>
        </pc:spChg>
        <pc:spChg chg="del">
          <ac:chgData name="Duce, Patricia" userId="63213659-433f-4003-8b64-f125efbf754c" providerId="ADAL" clId="{D700AF1C-537D-40B3-A509-E7B41E012E64}" dt="2021-09-15T04:36:57.549" v="27" actId="22"/>
          <ac:spMkLst>
            <pc:docMk/>
            <pc:sldMk cId="292812979" sldId="313"/>
            <ac:spMk id="3" creationId="{78BA38F7-A129-48E9-9021-C3F7E001720C}"/>
          </ac:spMkLst>
        </pc:spChg>
        <pc:picChg chg="add mod ord modCrop">
          <ac:chgData name="Duce, Patricia" userId="63213659-433f-4003-8b64-f125efbf754c" providerId="ADAL" clId="{D700AF1C-537D-40B3-A509-E7B41E012E64}" dt="2021-09-15T04:37:18.594" v="33" actId="14100"/>
          <ac:picMkLst>
            <pc:docMk/>
            <pc:sldMk cId="292812979" sldId="313"/>
            <ac:picMk id="5" creationId="{4C166542-DA17-4ABC-A881-A0210DF64D04}"/>
          </ac:picMkLst>
        </pc:picChg>
      </pc:sldChg>
      <pc:sldChg chg="addSp delSp modSp new mod">
        <pc:chgData name="Duce, Patricia" userId="63213659-433f-4003-8b64-f125efbf754c" providerId="ADAL" clId="{D700AF1C-537D-40B3-A509-E7B41E012E64}" dt="2021-09-15T04:38:31.683" v="43" actId="1076"/>
        <pc:sldMkLst>
          <pc:docMk/>
          <pc:sldMk cId="3161633389" sldId="314"/>
        </pc:sldMkLst>
        <pc:spChg chg="del">
          <ac:chgData name="Duce, Patricia" userId="63213659-433f-4003-8b64-f125efbf754c" providerId="ADAL" clId="{D700AF1C-537D-40B3-A509-E7B41E012E64}" dt="2021-09-15T04:38:25.853" v="40" actId="478"/>
          <ac:spMkLst>
            <pc:docMk/>
            <pc:sldMk cId="3161633389" sldId="314"/>
            <ac:spMk id="2" creationId="{998DD1B4-A63C-488D-9D05-F5E4FBFCFB3A}"/>
          </ac:spMkLst>
        </pc:spChg>
        <pc:spChg chg="del">
          <ac:chgData name="Duce, Patricia" userId="63213659-433f-4003-8b64-f125efbf754c" providerId="ADAL" clId="{D700AF1C-537D-40B3-A509-E7B41E012E64}" dt="2021-09-15T04:37:57.923" v="35" actId="22"/>
          <ac:spMkLst>
            <pc:docMk/>
            <pc:sldMk cId="3161633389" sldId="314"/>
            <ac:spMk id="3" creationId="{BC577F7F-18CD-4394-9F9C-C7800CBC0619}"/>
          </ac:spMkLst>
        </pc:spChg>
        <pc:picChg chg="add mod ord modCrop">
          <ac:chgData name="Duce, Patricia" userId="63213659-433f-4003-8b64-f125efbf754c" providerId="ADAL" clId="{D700AF1C-537D-40B3-A509-E7B41E012E64}" dt="2021-09-15T04:38:31.683" v="43" actId="1076"/>
          <ac:picMkLst>
            <pc:docMk/>
            <pc:sldMk cId="3161633389" sldId="314"/>
            <ac:picMk id="5" creationId="{C3A0D412-12FC-44A6-A52C-3747A16B13DA}"/>
          </ac:picMkLst>
        </pc:picChg>
      </pc:sldChg>
      <pc:sldChg chg="addSp delSp modSp new mod ord">
        <pc:chgData name="Duce, Patricia" userId="63213659-433f-4003-8b64-f125efbf754c" providerId="ADAL" clId="{D700AF1C-537D-40B3-A509-E7B41E012E64}" dt="2021-09-15T04:42:15.434" v="53"/>
        <pc:sldMkLst>
          <pc:docMk/>
          <pc:sldMk cId="958420525" sldId="315"/>
        </pc:sldMkLst>
        <pc:spChg chg="del">
          <ac:chgData name="Duce, Patricia" userId="63213659-433f-4003-8b64-f125efbf754c" providerId="ADAL" clId="{D700AF1C-537D-40B3-A509-E7B41E012E64}" dt="2021-09-15T04:40:28.313" v="46" actId="478"/>
          <ac:spMkLst>
            <pc:docMk/>
            <pc:sldMk cId="958420525" sldId="315"/>
            <ac:spMk id="2" creationId="{9B677B7E-E33F-47E9-9D05-4455037B61C5}"/>
          </ac:spMkLst>
        </pc:spChg>
        <pc:spChg chg="del">
          <ac:chgData name="Duce, Patricia" userId="63213659-433f-4003-8b64-f125efbf754c" providerId="ADAL" clId="{D700AF1C-537D-40B3-A509-E7B41E012E64}" dt="2021-09-15T04:40:25.397" v="45" actId="22"/>
          <ac:spMkLst>
            <pc:docMk/>
            <pc:sldMk cId="958420525" sldId="315"/>
            <ac:spMk id="3" creationId="{074B9CDE-0B6C-4B48-9C73-DB2F178FB0FC}"/>
          </ac:spMkLst>
        </pc:spChg>
        <pc:picChg chg="add mod ord modCrop">
          <ac:chgData name="Duce, Patricia" userId="63213659-433f-4003-8b64-f125efbf754c" providerId="ADAL" clId="{D700AF1C-537D-40B3-A509-E7B41E012E64}" dt="2021-09-15T04:40:48.409" v="51" actId="14100"/>
          <ac:picMkLst>
            <pc:docMk/>
            <pc:sldMk cId="958420525" sldId="315"/>
            <ac:picMk id="5" creationId="{500FC807-BEFF-45BF-8502-28E421DE4A8B}"/>
          </ac:picMkLst>
        </pc:picChg>
      </pc:sldChg>
      <pc:sldChg chg="addSp delSp modSp new mod">
        <pc:chgData name="Duce, Patricia" userId="63213659-433f-4003-8b64-f125efbf754c" providerId="ADAL" clId="{D700AF1C-537D-40B3-A509-E7B41E012E64}" dt="2021-09-15T04:43:39.912" v="65" actId="1076"/>
        <pc:sldMkLst>
          <pc:docMk/>
          <pc:sldMk cId="2485110803" sldId="316"/>
        </pc:sldMkLst>
        <pc:spChg chg="del">
          <ac:chgData name="Duce, Patricia" userId="63213659-433f-4003-8b64-f125efbf754c" providerId="ADAL" clId="{D700AF1C-537D-40B3-A509-E7B41E012E64}" dt="2021-09-15T04:43:26.453" v="60" actId="478"/>
          <ac:spMkLst>
            <pc:docMk/>
            <pc:sldMk cId="2485110803" sldId="316"/>
            <ac:spMk id="2" creationId="{43B4A59C-ED44-4206-86E7-76DDC56C2367}"/>
          </ac:spMkLst>
        </pc:spChg>
        <pc:spChg chg="del">
          <ac:chgData name="Duce, Patricia" userId="63213659-433f-4003-8b64-f125efbf754c" providerId="ADAL" clId="{D700AF1C-537D-40B3-A509-E7B41E012E64}" dt="2021-09-15T04:42:52.134" v="55" actId="22"/>
          <ac:spMkLst>
            <pc:docMk/>
            <pc:sldMk cId="2485110803" sldId="316"/>
            <ac:spMk id="3" creationId="{ACE972DD-D8B0-49BF-9232-7E7413639AFD}"/>
          </ac:spMkLst>
        </pc:spChg>
        <pc:picChg chg="add mod ord modCrop">
          <ac:chgData name="Duce, Patricia" userId="63213659-433f-4003-8b64-f125efbf754c" providerId="ADAL" clId="{D700AF1C-537D-40B3-A509-E7B41E012E64}" dt="2021-09-15T04:43:39.912" v="65" actId="1076"/>
          <ac:picMkLst>
            <pc:docMk/>
            <pc:sldMk cId="2485110803" sldId="316"/>
            <ac:picMk id="5" creationId="{67700B0D-D275-4574-8667-C58CADBA80EF}"/>
          </ac:picMkLst>
        </pc:picChg>
      </pc:sldChg>
      <pc:sldChg chg="addSp delSp modSp new mod">
        <pc:chgData name="Duce, Patricia" userId="63213659-433f-4003-8b64-f125efbf754c" providerId="ADAL" clId="{D700AF1C-537D-40B3-A509-E7B41E012E64}" dt="2021-09-15T04:44:15.198" v="74" actId="1076"/>
        <pc:sldMkLst>
          <pc:docMk/>
          <pc:sldMk cId="1665096859" sldId="317"/>
        </pc:sldMkLst>
        <pc:spChg chg="del">
          <ac:chgData name="Duce, Patricia" userId="63213659-433f-4003-8b64-f125efbf754c" providerId="ADAL" clId="{D700AF1C-537D-40B3-A509-E7B41E012E64}" dt="2021-09-15T04:43:53.051" v="68" actId="478"/>
          <ac:spMkLst>
            <pc:docMk/>
            <pc:sldMk cId="1665096859" sldId="317"/>
            <ac:spMk id="2" creationId="{9848DC45-1AB8-4C04-A74A-29139B008E5F}"/>
          </ac:spMkLst>
        </pc:spChg>
        <pc:spChg chg="del">
          <ac:chgData name="Duce, Patricia" userId="63213659-433f-4003-8b64-f125efbf754c" providerId="ADAL" clId="{D700AF1C-537D-40B3-A509-E7B41E012E64}" dt="2021-09-15T04:43:50.646" v="67" actId="22"/>
          <ac:spMkLst>
            <pc:docMk/>
            <pc:sldMk cId="1665096859" sldId="317"/>
            <ac:spMk id="3" creationId="{69DE963F-B9F2-40DD-82F0-7E81151F9C6D}"/>
          </ac:spMkLst>
        </pc:spChg>
        <pc:picChg chg="add mod ord modCrop">
          <ac:chgData name="Duce, Patricia" userId="63213659-433f-4003-8b64-f125efbf754c" providerId="ADAL" clId="{D700AF1C-537D-40B3-A509-E7B41E012E64}" dt="2021-09-15T04:44:15.198" v="74" actId="1076"/>
          <ac:picMkLst>
            <pc:docMk/>
            <pc:sldMk cId="1665096859" sldId="317"/>
            <ac:picMk id="5" creationId="{425D06AD-D5A0-44FC-A18E-C3CAF96EBC91}"/>
          </ac:picMkLst>
        </pc:picChg>
      </pc:sldChg>
      <pc:sldChg chg="addSp delSp modSp new del mod">
        <pc:chgData name="Duce, Patricia" userId="63213659-433f-4003-8b64-f125efbf754c" providerId="ADAL" clId="{D700AF1C-537D-40B3-A509-E7B41E012E64}" dt="2021-09-15T12:24:36.843" v="128" actId="47"/>
        <pc:sldMkLst>
          <pc:docMk/>
          <pc:sldMk cId="109880044" sldId="318"/>
        </pc:sldMkLst>
        <pc:spChg chg="del">
          <ac:chgData name="Duce, Patricia" userId="63213659-433f-4003-8b64-f125efbf754c" providerId="ADAL" clId="{D700AF1C-537D-40B3-A509-E7B41E012E64}" dt="2021-09-15T04:45:12.856" v="83" actId="478"/>
          <ac:spMkLst>
            <pc:docMk/>
            <pc:sldMk cId="109880044" sldId="318"/>
            <ac:spMk id="2" creationId="{CA9CB791-595C-444B-8438-53112F30247C}"/>
          </ac:spMkLst>
        </pc:spChg>
        <pc:spChg chg="del">
          <ac:chgData name="Duce, Patricia" userId="63213659-433f-4003-8b64-f125efbf754c" providerId="ADAL" clId="{D700AF1C-537D-40B3-A509-E7B41E012E64}" dt="2021-09-15T04:44:46.639" v="76" actId="22"/>
          <ac:spMkLst>
            <pc:docMk/>
            <pc:sldMk cId="109880044" sldId="318"/>
            <ac:spMk id="3" creationId="{9A4BAA49-0AF7-40A2-A533-3964EBB40BDC}"/>
          </ac:spMkLst>
        </pc:spChg>
        <pc:picChg chg="add mod ord modCrop">
          <ac:chgData name="Duce, Patricia" userId="63213659-433f-4003-8b64-f125efbf754c" providerId="ADAL" clId="{D700AF1C-537D-40B3-A509-E7B41E012E64}" dt="2021-09-15T04:45:10.537" v="82" actId="1076"/>
          <ac:picMkLst>
            <pc:docMk/>
            <pc:sldMk cId="109880044" sldId="318"/>
            <ac:picMk id="5" creationId="{861B6899-0723-4611-BD8B-071FEAF1DFE6}"/>
          </ac:picMkLst>
        </pc:picChg>
      </pc:sldChg>
      <pc:sldChg chg="addSp delSp modSp new mod">
        <pc:chgData name="Duce, Patricia" userId="63213659-433f-4003-8b64-f125efbf754c" providerId="ADAL" clId="{D700AF1C-537D-40B3-A509-E7B41E012E64}" dt="2021-09-15T12:35:13.890" v="151" actId="14100"/>
        <pc:sldMkLst>
          <pc:docMk/>
          <pc:sldMk cId="3408854281" sldId="318"/>
        </pc:sldMkLst>
        <pc:spChg chg="del">
          <ac:chgData name="Duce, Patricia" userId="63213659-433f-4003-8b64-f125efbf754c" providerId="ADAL" clId="{D700AF1C-537D-40B3-A509-E7B41E012E64}" dt="2021-09-15T12:35:09.076" v="148" actId="478"/>
          <ac:spMkLst>
            <pc:docMk/>
            <pc:sldMk cId="3408854281" sldId="318"/>
            <ac:spMk id="2" creationId="{88CD3C19-4535-420F-AD3E-2DEAE85E5D8D}"/>
          </ac:spMkLst>
        </pc:spChg>
        <pc:spChg chg="del">
          <ac:chgData name="Duce, Patricia" userId="63213659-433f-4003-8b64-f125efbf754c" providerId="ADAL" clId="{D700AF1C-537D-40B3-A509-E7B41E012E64}" dt="2021-09-15T12:34:48.604" v="145" actId="22"/>
          <ac:spMkLst>
            <pc:docMk/>
            <pc:sldMk cId="3408854281" sldId="318"/>
            <ac:spMk id="3" creationId="{B0034F1E-AA77-4D54-9BB0-A30324900F8B}"/>
          </ac:spMkLst>
        </pc:spChg>
        <pc:picChg chg="add mod ord modCrop">
          <ac:chgData name="Duce, Patricia" userId="63213659-433f-4003-8b64-f125efbf754c" providerId="ADAL" clId="{D700AF1C-537D-40B3-A509-E7B41E012E64}" dt="2021-09-15T12:35:13.890" v="151" actId="14100"/>
          <ac:picMkLst>
            <pc:docMk/>
            <pc:sldMk cId="3408854281" sldId="318"/>
            <ac:picMk id="5" creationId="{0C313FCC-C795-45EF-BB2E-D2B26E2A9634}"/>
          </ac:picMkLst>
        </pc:picChg>
      </pc:sldChg>
      <pc:sldChg chg="addSp delSp modSp new del mod">
        <pc:chgData name="Duce, Patricia" userId="63213659-433f-4003-8b64-f125efbf754c" providerId="ADAL" clId="{D700AF1C-537D-40B3-A509-E7B41E012E64}" dt="2022-09-13T03:11:15.950" v="177" actId="2696"/>
        <pc:sldMkLst>
          <pc:docMk/>
          <pc:sldMk cId="1779987668" sldId="319"/>
        </pc:sldMkLst>
        <pc:spChg chg="del">
          <ac:chgData name="Duce, Patricia" userId="63213659-433f-4003-8b64-f125efbf754c" providerId="ADAL" clId="{D700AF1C-537D-40B3-A509-E7B41E012E64}" dt="2021-09-15T13:12:43.664" v="153" actId="478"/>
          <ac:spMkLst>
            <pc:docMk/>
            <pc:sldMk cId="1779987668" sldId="319"/>
            <ac:spMk id="2" creationId="{291C1C3D-3F93-4E9B-BA50-AE924C20B2BA}"/>
          </ac:spMkLst>
        </pc:spChg>
        <pc:spChg chg="del">
          <ac:chgData name="Duce, Patricia" userId="63213659-433f-4003-8b64-f125efbf754c" providerId="ADAL" clId="{D700AF1C-537D-40B3-A509-E7B41E012E64}" dt="2021-09-15T13:12:46.170" v="154" actId="22"/>
          <ac:spMkLst>
            <pc:docMk/>
            <pc:sldMk cId="1779987668" sldId="319"/>
            <ac:spMk id="3" creationId="{76D7D100-BE5B-4E0A-8238-BA481523DA9A}"/>
          </ac:spMkLst>
        </pc:spChg>
        <pc:spChg chg="add del mod">
          <ac:chgData name="Duce, Patricia" userId="63213659-433f-4003-8b64-f125efbf754c" providerId="ADAL" clId="{D700AF1C-537D-40B3-A509-E7B41E012E64}" dt="2021-09-15T13:13:31.287" v="162" actId="22"/>
          <ac:spMkLst>
            <pc:docMk/>
            <pc:sldMk cId="1779987668" sldId="319"/>
            <ac:spMk id="7" creationId="{17997C35-BA9A-4315-90E9-310D587A7B6C}"/>
          </ac:spMkLst>
        </pc:spChg>
        <pc:picChg chg="add del mod ord modCrop">
          <ac:chgData name="Duce, Patricia" userId="63213659-433f-4003-8b64-f125efbf754c" providerId="ADAL" clId="{D700AF1C-537D-40B3-A509-E7B41E012E64}" dt="2021-09-15T13:13:23.025" v="161" actId="478"/>
          <ac:picMkLst>
            <pc:docMk/>
            <pc:sldMk cId="1779987668" sldId="319"/>
            <ac:picMk id="5" creationId="{41AB62A7-7993-4F03-854A-7BA7A2A1483B}"/>
          </ac:picMkLst>
        </pc:picChg>
        <pc:picChg chg="add mod ord modCrop">
          <ac:chgData name="Duce, Patricia" userId="63213659-433f-4003-8b64-f125efbf754c" providerId="ADAL" clId="{D700AF1C-537D-40B3-A509-E7B41E012E64}" dt="2021-09-15T13:13:45.643" v="167" actId="14100"/>
          <ac:picMkLst>
            <pc:docMk/>
            <pc:sldMk cId="1779987668" sldId="319"/>
            <ac:picMk id="9" creationId="{6472AA82-CB7A-489F-852D-4D18BA72DF75}"/>
          </ac:picMkLst>
        </pc:picChg>
      </pc:sldChg>
      <pc:sldChg chg="addSp delSp modSp new del mod">
        <pc:chgData name="Duce, Patricia" userId="63213659-433f-4003-8b64-f125efbf754c" providerId="ADAL" clId="{D700AF1C-537D-40B3-A509-E7B41E012E64}" dt="2022-09-13T03:11:15.950" v="177" actId="2696"/>
        <pc:sldMkLst>
          <pc:docMk/>
          <pc:sldMk cId="3300829446" sldId="320"/>
        </pc:sldMkLst>
        <pc:spChg chg="del">
          <ac:chgData name="Duce, Patricia" userId="63213659-433f-4003-8b64-f125efbf754c" providerId="ADAL" clId="{D700AF1C-537D-40B3-A509-E7B41E012E64}" dt="2021-09-15T13:15:03.646" v="169" actId="478"/>
          <ac:spMkLst>
            <pc:docMk/>
            <pc:sldMk cId="3300829446" sldId="320"/>
            <ac:spMk id="2" creationId="{22EE7FFA-556C-4809-B9C2-ACE3861786C4}"/>
          </ac:spMkLst>
        </pc:spChg>
        <pc:spChg chg="del">
          <ac:chgData name="Duce, Patricia" userId="63213659-433f-4003-8b64-f125efbf754c" providerId="ADAL" clId="{D700AF1C-537D-40B3-A509-E7B41E012E64}" dt="2021-09-15T13:15:06.097" v="170" actId="22"/>
          <ac:spMkLst>
            <pc:docMk/>
            <pc:sldMk cId="3300829446" sldId="320"/>
            <ac:spMk id="3" creationId="{D448C577-F382-47E8-9D06-2CF02667F6D9}"/>
          </ac:spMkLst>
        </pc:spChg>
        <pc:picChg chg="add mod ord modCrop">
          <ac:chgData name="Duce, Patricia" userId="63213659-433f-4003-8b64-f125efbf754c" providerId="ADAL" clId="{D700AF1C-537D-40B3-A509-E7B41E012E64}" dt="2021-09-15T13:15:28.065" v="176" actId="1076"/>
          <ac:picMkLst>
            <pc:docMk/>
            <pc:sldMk cId="3300829446" sldId="320"/>
            <ac:picMk id="5" creationId="{D46C15EE-1914-4ACB-B526-33FDA90DEB6F}"/>
          </ac:picMkLst>
        </pc:picChg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4207273085" sldId="322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3625528402" sldId="323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320118650" sldId="324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4189738318" sldId="325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1920825665" sldId="326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716206478" sldId="327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135349178" sldId="328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1949844611" sldId="329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1943715038" sldId="333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2223186281" sldId="334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4131884236" sldId="335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3356555501" sldId="336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3662021246" sldId="337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710879154" sldId="338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4024386163" sldId="339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998038086" sldId="340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1639857852" sldId="341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511034807" sldId="342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1856476860" sldId="343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360212899" sldId="344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1282026465" sldId="345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2658922994" sldId="346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1406255990" sldId="347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2358817308" sldId="348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3263594487" sldId="349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3051730554" sldId="350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2793060976" sldId="351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1340818457" sldId="352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4002226853" sldId="353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73099340" sldId="354"/>
        </pc:sldMkLst>
      </pc:sldChg>
      <pc:sldChg chg="del">
        <pc:chgData name="Duce, Patricia" userId="63213659-433f-4003-8b64-f125efbf754c" providerId="ADAL" clId="{D700AF1C-537D-40B3-A509-E7B41E012E64}" dt="2022-09-13T03:11:15.950" v="177" actId="2696"/>
        <pc:sldMkLst>
          <pc:docMk/>
          <pc:sldMk cId="3492905302" sldId="355"/>
        </pc:sldMkLst>
      </pc:sldChg>
    </pc:docChg>
  </pc:docChgLst>
  <pc:docChgLst>
    <pc:chgData name="Duce, Patricia" userId="S::trish.duce@umt.edu::63213659-433f-4003-8b64-f125efbf754c" providerId="AD" clId="Web-{761677F2-81EB-C23B-91DC-A14C5E0DC622}"/>
    <pc:docChg chg="addSld modSld sldOrd">
      <pc:chgData name="Duce, Patricia" userId="S::trish.duce@umt.edu::63213659-433f-4003-8b64-f125efbf754c" providerId="AD" clId="Web-{761677F2-81EB-C23B-91DC-A14C5E0DC622}" dt="2020-08-28T16:32:44.707" v="211"/>
      <pc:docMkLst>
        <pc:docMk/>
      </pc:docMkLst>
      <pc:sldChg chg="addSp delSp modSp ord">
        <pc:chgData name="Duce, Patricia" userId="S::trish.duce@umt.edu::63213659-433f-4003-8b64-f125efbf754c" providerId="AD" clId="Web-{761677F2-81EB-C23B-91DC-A14C5E0DC622}" dt="2020-08-28T16:32:27.348" v="210" actId="1076"/>
        <pc:sldMkLst>
          <pc:docMk/>
          <pc:sldMk cId="1297707185" sldId="278"/>
        </pc:sldMkLst>
        <pc:spChg chg="mod">
          <ac:chgData name="Duce, Patricia" userId="S::trish.duce@umt.edu::63213659-433f-4003-8b64-f125efbf754c" providerId="AD" clId="Web-{761677F2-81EB-C23B-91DC-A14C5E0DC622}" dt="2020-08-28T16:21:14.285" v="145" actId="20577"/>
          <ac:spMkLst>
            <pc:docMk/>
            <pc:sldMk cId="1297707185" sldId="278"/>
            <ac:spMk id="2" creationId="{00000000-0000-0000-0000-000000000000}"/>
          </ac:spMkLst>
        </pc:spChg>
        <pc:spChg chg="add del mod">
          <ac:chgData name="Duce, Patricia" userId="S::trish.duce@umt.edu::63213659-433f-4003-8b64-f125efbf754c" providerId="AD" clId="Web-{761677F2-81EB-C23B-91DC-A14C5E0DC622}" dt="2020-08-28T16:30:13.598" v="150"/>
          <ac:spMkLst>
            <pc:docMk/>
            <pc:sldMk cId="1297707185" sldId="278"/>
            <ac:spMk id="3" creationId="{3AAB3725-C111-49D1-B3C6-ACAEFE37CF78}"/>
          </ac:spMkLst>
        </pc:spChg>
        <pc:picChg chg="add mod">
          <ac:chgData name="Duce, Patricia" userId="S::trish.duce@umt.edu::63213659-433f-4003-8b64-f125efbf754c" providerId="AD" clId="Web-{761677F2-81EB-C23B-91DC-A14C5E0DC622}" dt="2020-08-28T16:32:27.348" v="210" actId="1076"/>
          <ac:picMkLst>
            <pc:docMk/>
            <pc:sldMk cId="1297707185" sldId="278"/>
            <ac:picMk id="4" creationId="{4A4F455C-F8AC-45DE-BEE0-E1B74747BD4E}"/>
          </ac:picMkLst>
        </pc:picChg>
      </pc:sldChg>
      <pc:sldChg chg="modSp new ord">
        <pc:chgData name="Duce, Patricia" userId="S::trish.duce@umt.edu::63213659-433f-4003-8b64-f125efbf754c" providerId="AD" clId="Web-{761677F2-81EB-C23B-91DC-A14C5E0DC622}" dt="2020-08-28T16:13:49.487" v="61" actId="20577"/>
        <pc:sldMkLst>
          <pc:docMk/>
          <pc:sldMk cId="119001880" sldId="279"/>
        </pc:sldMkLst>
        <pc:spChg chg="mod">
          <ac:chgData name="Duce, Patricia" userId="S::trish.duce@umt.edu::63213659-433f-4003-8b64-f125efbf754c" providerId="AD" clId="Web-{761677F2-81EB-C23B-91DC-A14C5E0DC622}" dt="2020-08-28T16:12:18.081" v="45" actId="20577"/>
          <ac:spMkLst>
            <pc:docMk/>
            <pc:sldMk cId="119001880" sldId="279"/>
            <ac:spMk id="2" creationId="{F007ABD9-3103-4FC9-B5D6-0563A2C42677}"/>
          </ac:spMkLst>
        </pc:spChg>
        <pc:spChg chg="mod">
          <ac:chgData name="Duce, Patricia" userId="S::trish.duce@umt.edu::63213659-433f-4003-8b64-f125efbf754c" providerId="AD" clId="Web-{761677F2-81EB-C23B-91DC-A14C5E0DC622}" dt="2020-08-28T16:13:49.487" v="61" actId="20577"/>
          <ac:spMkLst>
            <pc:docMk/>
            <pc:sldMk cId="119001880" sldId="279"/>
            <ac:spMk id="3" creationId="{8E9CE901-3A00-4A91-9258-EE5031B6CDF5}"/>
          </ac:spMkLst>
        </pc:spChg>
      </pc:sldChg>
      <pc:sldChg chg="modSp new">
        <pc:chgData name="Duce, Patricia" userId="S::trish.duce@umt.edu::63213659-433f-4003-8b64-f125efbf754c" providerId="AD" clId="Web-{761677F2-81EB-C23B-91DC-A14C5E0DC622}" dt="2020-08-28T16:14:10.956" v="72" actId="20577"/>
        <pc:sldMkLst>
          <pc:docMk/>
          <pc:sldMk cId="3589473710" sldId="280"/>
        </pc:sldMkLst>
        <pc:spChg chg="mod">
          <ac:chgData name="Duce, Patricia" userId="S::trish.duce@umt.edu::63213659-433f-4003-8b64-f125efbf754c" providerId="AD" clId="Web-{761677F2-81EB-C23B-91DC-A14C5E0DC622}" dt="2020-08-28T16:14:10.956" v="72" actId="20577"/>
          <ac:spMkLst>
            <pc:docMk/>
            <pc:sldMk cId="3589473710" sldId="280"/>
            <ac:spMk id="2" creationId="{65FF1379-375A-4A77-93FF-7E15297D81C8}"/>
          </ac:spMkLst>
        </pc:spChg>
        <pc:spChg chg="mod">
          <ac:chgData name="Duce, Patricia" userId="S::trish.duce@umt.edu::63213659-433f-4003-8b64-f125efbf754c" providerId="AD" clId="Web-{761677F2-81EB-C23B-91DC-A14C5E0DC622}" dt="2020-08-28T16:14:08.597" v="70" actId="20577"/>
          <ac:spMkLst>
            <pc:docMk/>
            <pc:sldMk cId="3589473710" sldId="280"/>
            <ac:spMk id="3" creationId="{045D64CF-3A63-4E84-9223-4FFB8DA0ADB3}"/>
          </ac:spMkLst>
        </pc:spChg>
      </pc:sldChg>
      <pc:sldChg chg="modSp add replId">
        <pc:chgData name="Duce, Patricia" userId="S::trish.duce@umt.edu::63213659-433f-4003-8b64-f125efbf754c" providerId="AD" clId="Web-{761677F2-81EB-C23B-91DC-A14C5E0DC622}" dt="2020-08-28T16:14:28.550" v="91" actId="20577"/>
        <pc:sldMkLst>
          <pc:docMk/>
          <pc:sldMk cId="2914088773" sldId="281"/>
        </pc:sldMkLst>
        <pc:spChg chg="mod">
          <ac:chgData name="Duce, Patricia" userId="S::trish.duce@umt.edu::63213659-433f-4003-8b64-f125efbf754c" providerId="AD" clId="Web-{761677F2-81EB-C23B-91DC-A14C5E0DC622}" dt="2020-08-28T16:14:28.550" v="91" actId="20577"/>
          <ac:spMkLst>
            <pc:docMk/>
            <pc:sldMk cId="2914088773" sldId="281"/>
            <ac:spMk id="2" creationId="{65FF1379-375A-4A77-93FF-7E15297D81C8}"/>
          </ac:spMkLst>
        </pc:spChg>
        <pc:spChg chg="mod">
          <ac:chgData name="Duce, Patricia" userId="S::trish.duce@umt.edu::63213659-433f-4003-8b64-f125efbf754c" providerId="AD" clId="Web-{761677F2-81EB-C23B-91DC-A14C5E0DC622}" dt="2020-08-28T16:14:23.941" v="78" actId="20577"/>
          <ac:spMkLst>
            <pc:docMk/>
            <pc:sldMk cId="2914088773" sldId="281"/>
            <ac:spMk id="3" creationId="{045D64CF-3A63-4E84-9223-4FFB8DA0ADB3}"/>
          </ac:spMkLst>
        </pc:spChg>
      </pc:sldChg>
      <pc:sldChg chg="modSp add replId">
        <pc:chgData name="Duce, Patricia" userId="S::trish.duce@umt.edu::63213659-433f-4003-8b64-f125efbf754c" providerId="AD" clId="Web-{761677F2-81EB-C23B-91DC-A14C5E0DC622}" dt="2020-08-28T16:16:38.331" v="141" actId="20577"/>
        <pc:sldMkLst>
          <pc:docMk/>
          <pc:sldMk cId="1289004932" sldId="282"/>
        </pc:sldMkLst>
        <pc:spChg chg="mod">
          <ac:chgData name="Duce, Patricia" userId="S::trish.duce@umt.edu::63213659-433f-4003-8b64-f125efbf754c" providerId="AD" clId="Web-{761677F2-81EB-C23B-91DC-A14C5E0DC622}" dt="2020-08-28T16:16:13.612" v="134" actId="20577"/>
          <ac:spMkLst>
            <pc:docMk/>
            <pc:sldMk cId="1289004932" sldId="282"/>
            <ac:spMk id="2" creationId="{65FF1379-375A-4A77-93FF-7E15297D81C8}"/>
          </ac:spMkLst>
        </pc:spChg>
        <pc:spChg chg="mod">
          <ac:chgData name="Duce, Patricia" userId="S::trish.duce@umt.edu::63213659-433f-4003-8b64-f125efbf754c" providerId="AD" clId="Web-{761677F2-81EB-C23B-91DC-A14C5E0DC622}" dt="2020-08-28T16:16:38.331" v="141" actId="20577"/>
          <ac:spMkLst>
            <pc:docMk/>
            <pc:sldMk cId="1289004932" sldId="282"/>
            <ac:spMk id="3" creationId="{045D64CF-3A63-4E84-9223-4FFB8DA0ADB3}"/>
          </ac:spMkLst>
        </pc:spChg>
      </pc:sldChg>
      <pc:sldChg chg="modSp add ord replId">
        <pc:chgData name="Duce, Patricia" userId="S::trish.duce@umt.edu::63213659-433f-4003-8b64-f125efbf754c" providerId="AD" clId="Web-{761677F2-81EB-C23B-91DC-A14C5E0DC622}" dt="2020-08-28T16:32:44.707" v="211"/>
        <pc:sldMkLst>
          <pc:docMk/>
          <pc:sldMk cId="1182605771" sldId="283"/>
        </pc:sldMkLst>
        <pc:spChg chg="mod">
          <ac:chgData name="Duce, Patricia" userId="S::trish.duce@umt.edu::63213659-433f-4003-8b64-f125efbf754c" providerId="AD" clId="Web-{761677F2-81EB-C23B-91DC-A14C5E0DC622}" dt="2020-08-28T16:31:37.363" v="203" actId="20577"/>
          <ac:spMkLst>
            <pc:docMk/>
            <pc:sldMk cId="1182605771" sldId="283"/>
            <ac:spMk id="3" creationId="{113331DA-0188-4B05-B139-51194327DB38}"/>
          </ac:spMkLst>
        </pc:spChg>
      </pc:sldChg>
      <pc:sldChg chg="add replId">
        <pc:chgData name="Duce, Patricia" userId="S::trish.duce@umt.edu::63213659-433f-4003-8b64-f125efbf754c" providerId="AD" clId="Web-{761677F2-81EB-C23B-91DC-A14C5E0DC622}" dt="2020-08-28T16:31:43.098" v="206"/>
        <pc:sldMkLst>
          <pc:docMk/>
          <pc:sldMk cId="2312002485" sldId="284"/>
        </pc:sldMkLst>
      </pc:sldChg>
    </pc:docChg>
  </pc:docChgLst>
  <pc:docChgLst>
    <pc:chgData name="Duce, Patricia" userId="63213659-433f-4003-8b64-f125efbf754c" providerId="ADAL" clId="{B0D1134F-2A17-44D1-810A-1E39B3DAC114}"/>
    <pc:docChg chg="custSel addSld delSld modSld">
      <pc:chgData name="Duce, Patricia" userId="63213659-433f-4003-8b64-f125efbf754c" providerId="ADAL" clId="{B0D1134F-2A17-44D1-810A-1E39B3DAC114}" dt="2020-08-28T18:24:20.083" v="55" actId="2696"/>
      <pc:docMkLst>
        <pc:docMk/>
      </pc:docMkLst>
      <pc:sldChg chg="modSp mod">
        <pc:chgData name="Duce, Patricia" userId="63213659-433f-4003-8b64-f125efbf754c" providerId="ADAL" clId="{B0D1134F-2A17-44D1-810A-1E39B3DAC114}" dt="2020-08-28T18:24:01.351" v="54" actId="20577"/>
        <pc:sldMkLst>
          <pc:docMk/>
          <pc:sldMk cId="3141227499" sldId="267"/>
        </pc:sldMkLst>
        <pc:spChg chg="mod">
          <ac:chgData name="Duce, Patricia" userId="63213659-433f-4003-8b64-f125efbf754c" providerId="ADAL" clId="{B0D1134F-2A17-44D1-810A-1E39B3DAC114}" dt="2020-08-28T18:24:01.351" v="54" actId="20577"/>
          <ac:spMkLst>
            <pc:docMk/>
            <pc:sldMk cId="3141227499" sldId="267"/>
            <ac:spMk id="3" creationId="{73652211-DCE9-4FFD-8D42-7FB4C72A964F}"/>
          </ac:spMkLst>
        </pc:spChg>
      </pc:sldChg>
      <pc:sldChg chg="modSp mod">
        <pc:chgData name="Duce, Patricia" userId="63213659-433f-4003-8b64-f125efbf754c" providerId="ADAL" clId="{B0D1134F-2A17-44D1-810A-1E39B3DAC114}" dt="2020-08-28T18:23:37.213" v="53" actId="20577"/>
        <pc:sldMkLst>
          <pc:docMk/>
          <pc:sldMk cId="1458393243" sldId="275"/>
        </pc:sldMkLst>
        <pc:spChg chg="mod">
          <ac:chgData name="Duce, Patricia" userId="63213659-433f-4003-8b64-f125efbf754c" providerId="ADAL" clId="{B0D1134F-2A17-44D1-810A-1E39B3DAC114}" dt="2020-08-28T18:23:37.213" v="53" actId="20577"/>
          <ac:spMkLst>
            <pc:docMk/>
            <pc:sldMk cId="1458393243" sldId="275"/>
            <ac:spMk id="3" creationId="{113331DA-0188-4B05-B139-51194327DB38}"/>
          </ac:spMkLst>
        </pc:spChg>
      </pc:sldChg>
      <pc:sldChg chg="modSp mod">
        <pc:chgData name="Duce, Patricia" userId="63213659-433f-4003-8b64-f125efbf754c" providerId="ADAL" clId="{B0D1134F-2A17-44D1-810A-1E39B3DAC114}" dt="2020-08-28T16:38:12.915" v="5" actId="1076"/>
        <pc:sldMkLst>
          <pc:docMk/>
          <pc:sldMk cId="1297707185" sldId="278"/>
        </pc:sldMkLst>
        <pc:picChg chg="mod modCrop">
          <ac:chgData name="Duce, Patricia" userId="63213659-433f-4003-8b64-f125efbf754c" providerId="ADAL" clId="{B0D1134F-2A17-44D1-810A-1E39B3DAC114}" dt="2020-08-28T16:38:12.915" v="5" actId="1076"/>
          <ac:picMkLst>
            <pc:docMk/>
            <pc:sldMk cId="1297707185" sldId="278"/>
            <ac:picMk id="4" creationId="{4A4F455C-F8AC-45DE-BEE0-E1B74747BD4E}"/>
          </ac:picMkLst>
        </pc:picChg>
      </pc:sldChg>
      <pc:sldChg chg="del">
        <pc:chgData name="Duce, Patricia" userId="63213659-433f-4003-8b64-f125efbf754c" providerId="ADAL" clId="{B0D1134F-2A17-44D1-810A-1E39B3DAC114}" dt="2020-08-28T18:24:20.083" v="55" actId="2696"/>
        <pc:sldMkLst>
          <pc:docMk/>
          <pc:sldMk cId="119001880" sldId="279"/>
        </pc:sldMkLst>
      </pc:sldChg>
      <pc:sldChg chg="del">
        <pc:chgData name="Duce, Patricia" userId="63213659-433f-4003-8b64-f125efbf754c" providerId="ADAL" clId="{B0D1134F-2A17-44D1-810A-1E39B3DAC114}" dt="2020-08-28T18:24:20.083" v="55" actId="2696"/>
        <pc:sldMkLst>
          <pc:docMk/>
          <pc:sldMk cId="3589473710" sldId="280"/>
        </pc:sldMkLst>
      </pc:sldChg>
      <pc:sldChg chg="del">
        <pc:chgData name="Duce, Patricia" userId="63213659-433f-4003-8b64-f125efbf754c" providerId="ADAL" clId="{B0D1134F-2A17-44D1-810A-1E39B3DAC114}" dt="2020-08-28T18:24:20.083" v="55" actId="2696"/>
        <pc:sldMkLst>
          <pc:docMk/>
          <pc:sldMk cId="2914088773" sldId="281"/>
        </pc:sldMkLst>
      </pc:sldChg>
      <pc:sldChg chg="del">
        <pc:chgData name="Duce, Patricia" userId="63213659-433f-4003-8b64-f125efbf754c" providerId="ADAL" clId="{B0D1134F-2A17-44D1-810A-1E39B3DAC114}" dt="2020-08-28T18:24:20.083" v="55" actId="2696"/>
        <pc:sldMkLst>
          <pc:docMk/>
          <pc:sldMk cId="1289004932" sldId="282"/>
        </pc:sldMkLst>
      </pc:sldChg>
      <pc:sldChg chg="modSp mod">
        <pc:chgData name="Duce, Patricia" userId="63213659-433f-4003-8b64-f125efbf754c" providerId="ADAL" clId="{B0D1134F-2A17-44D1-810A-1E39B3DAC114}" dt="2020-08-28T18:22:36.286" v="49" actId="20577"/>
        <pc:sldMkLst>
          <pc:docMk/>
          <pc:sldMk cId="1182605771" sldId="283"/>
        </pc:sldMkLst>
        <pc:spChg chg="mod">
          <ac:chgData name="Duce, Patricia" userId="63213659-433f-4003-8b64-f125efbf754c" providerId="ADAL" clId="{B0D1134F-2A17-44D1-810A-1E39B3DAC114}" dt="2020-08-28T18:22:36.286" v="49" actId="20577"/>
          <ac:spMkLst>
            <pc:docMk/>
            <pc:sldMk cId="1182605771" sldId="283"/>
            <ac:spMk id="3" creationId="{113331DA-0188-4B05-B139-51194327DB38}"/>
          </ac:spMkLst>
        </pc:spChg>
      </pc:sldChg>
      <pc:sldChg chg="modSp mod">
        <pc:chgData name="Duce, Patricia" userId="63213659-433f-4003-8b64-f125efbf754c" providerId="ADAL" clId="{B0D1134F-2A17-44D1-810A-1E39B3DAC114}" dt="2020-08-28T16:42:17.110" v="38" actId="113"/>
        <pc:sldMkLst>
          <pc:docMk/>
          <pc:sldMk cId="2312002485" sldId="284"/>
        </pc:sldMkLst>
        <pc:spChg chg="mod">
          <ac:chgData name="Duce, Patricia" userId="63213659-433f-4003-8b64-f125efbf754c" providerId="ADAL" clId="{B0D1134F-2A17-44D1-810A-1E39B3DAC114}" dt="2020-08-28T16:42:17.110" v="38" actId="113"/>
          <ac:spMkLst>
            <pc:docMk/>
            <pc:sldMk cId="2312002485" sldId="284"/>
            <ac:spMk id="3" creationId="{113331DA-0188-4B05-B139-51194327DB38}"/>
          </ac:spMkLst>
        </pc:spChg>
      </pc:sldChg>
      <pc:sldChg chg="addSp delSp modSp add mod">
        <pc:chgData name="Duce, Patricia" userId="63213659-433f-4003-8b64-f125efbf754c" providerId="ADAL" clId="{B0D1134F-2A17-44D1-810A-1E39B3DAC114}" dt="2020-08-28T16:43:40.336" v="48" actId="1076"/>
        <pc:sldMkLst>
          <pc:docMk/>
          <pc:sldMk cId="2844964351" sldId="285"/>
        </pc:sldMkLst>
        <pc:spChg chg="del">
          <ac:chgData name="Duce, Patricia" userId="63213659-433f-4003-8b64-f125efbf754c" providerId="ADAL" clId="{B0D1134F-2A17-44D1-810A-1E39B3DAC114}" dt="2020-08-28T16:43:03.800" v="40" actId="478"/>
          <ac:spMkLst>
            <pc:docMk/>
            <pc:sldMk cId="2844964351" sldId="285"/>
            <ac:spMk id="3" creationId="{113331DA-0188-4B05-B139-51194327DB38}"/>
          </ac:spMkLst>
        </pc:spChg>
        <pc:spChg chg="add del mod">
          <ac:chgData name="Duce, Patricia" userId="63213659-433f-4003-8b64-f125efbf754c" providerId="ADAL" clId="{B0D1134F-2A17-44D1-810A-1E39B3DAC114}" dt="2020-08-28T16:43:07.064" v="41" actId="478"/>
          <ac:spMkLst>
            <pc:docMk/>
            <pc:sldMk cId="2844964351" sldId="285"/>
            <ac:spMk id="4" creationId="{C37DA634-6A32-451A-8FB9-6174202D1F74}"/>
          </ac:spMkLst>
        </pc:spChg>
        <pc:picChg chg="add mod modCrop">
          <ac:chgData name="Duce, Patricia" userId="63213659-433f-4003-8b64-f125efbf754c" providerId="ADAL" clId="{B0D1134F-2A17-44D1-810A-1E39B3DAC114}" dt="2020-08-28T16:43:40.336" v="48" actId="1076"/>
          <ac:picMkLst>
            <pc:docMk/>
            <pc:sldMk cId="2844964351" sldId="285"/>
            <ac:picMk id="5" creationId="{1847A2E9-93A7-4CD5-8511-B4E5C5B9AFE3}"/>
          </ac:picMkLst>
        </pc:picChg>
      </pc:sldChg>
    </pc:docChg>
  </pc:docChgLst>
  <pc:docChgLst>
    <pc:chgData name="Duce, Patricia" userId="63213659-433f-4003-8b64-f125efbf754c" providerId="ADAL" clId="{E439987B-D5B0-48B2-8ADE-0B1AE58B5574}"/>
    <pc:docChg chg="custSel addSld delSld modSld sldOrd">
      <pc:chgData name="Duce, Patricia" userId="63213659-433f-4003-8b64-f125efbf754c" providerId="ADAL" clId="{E439987B-D5B0-48B2-8ADE-0B1AE58B5574}" dt="2024-09-17T00:05:24.389" v="365" actId="1076"/>
      <pc:docMkLst>
        <pc:docMk/>
      </pc:docMkLst>
      <pc:sldChg chg="del">
        <pc:chgData name="Duce, Patricia" userId="63213659-433f-4003-8b64-f125efbf754c" providerId="ADAL" clId="{E439987B-D5B0-48B2-8ADE-0B1AE58B5574}" dt="2024-09-16T18:42:52.207" v="218" actId="2696"/>
        <pc:sldMkLst>
          <pc:docMk/>
          <pc:sldMk cId="3399979198" sldId="259"/>
        </pc:sldMkLst>
      </pc:sldChg>
      <pc:sldChg chg="del">
        <pc:chgData name="Duce, Patricia" userId="63213659-433f-4003-8b64-f125efbf754c" providerId="ADAL" clId="{E439987B-D5B0-48B2-8ADE-0B1AE58B5574}" dt="2024-09-16T18:42:52.207" v="218" actId="2696"/>
        <pc:sldMkLst>
          <pc:docMk/>
          <pc:sldMk cId="10597439" sldId="260"/>
        </pc:sldMkLst>
      </pc:sldChg>
      <pc:sldChg chg="del">
        <pc:chgData name="Duce, Patricia" userId="63213659-433f-4003-8b64-f125efbf754c" providerId="ADAL" clId="{E439987B-D5B0-48B2-8ADE-0B1AE58B5574}" dt="2024-09-16T18:42:52.207" v="218" actId="2696"/>
        <pc:sldMkLst>
          <pc:docMk/>
          <pc:sldMk cId="538986112" sldId="261"/>
        </pc:sldMkLst>
      </pc:sldChg>
      <pc:sldChg chg="del">
        <pc:chgData name="Duce, Patricia" userId="63213659-433f-4003-8b64-f125efbf754c" providerId="ADAL" clId="{E439987B-D5B0-48B2-8ADE-0B1AE58B5574}" dt="2024-09-16T18:42:52.207" v="218" actId="2696"/>
        <pc:sldMkLst>
          <pc:docMk/>
          <pc:sldMk cId="2247800055" sldId="262"/>
        </pc:sldMkLst>
      </pc:sldChg>
      <pc:sldChg chg="del">
        <pc:chgData name="Duce, Patricia" userId="63213659-433f-4003-8b64-f125efbf754c" providerId="ADAL" clId="{E439987B-D5B0-48B2-8ADE-0B1AE58B5574}" dt="2024-09-16T18:42:52.207" v="218" actId="2696"/>
        <pc:sldMkLst>
          <pc:docMk/>
          <pc:sldMk cId="404153498" sldId="264"/>
        </pc:sldMkLst>
      </pc:sldChg>
      <pc:sldChg chg="addSp delSp modSp mod">
        <pc:chgData name="Duce, Patricia" userId="63213659-433f-4003-8b64-f125efbf754c" providerId="ADAL" clId="{E439987B-D5B0-48B2-8ADE-0B1AE58B5574}" dt="2024-09-16T17:35:09.355" v="5" actId="14100"/>
        <pc:sldMkLst>
          <pc:docMk/>
          <pc:sldMk cId="1878670132" sldId="294"/>
        </pc:sldMkLst>
        <pc:picChg chg="del">
          <ac:chgData name="Duce, Patricia" userId="63213659-433f-4003-8b64-f125efbf754c" providerId="ADAL" clId="{E439987B-D5B0-48B2-8ADE-0B1AE58B5574}" dt="2024-09-16T17:34:51.808" v="0" actId="478"/>
          <ac:picMkLst>
            <pc:docMk/>
            <pc:sldMk cId="1878670132" sldId="294"/>
            <ac:picMk id="4" creationId="{43B5975C-B23D-1BFA-033F-10DA283E1D48}"/>
          </ac:picMkLst>
        </pc:picChg>
        <pc:picChg chg="add mod modCrop">
          <ac:chgData name="Duce, Patricia" userId="63213659-433f-4003-8b64-f125efbf754c" providerId="ADAL" clId="{E439987B-D5B0-48B2-8ADE-0B1AE58B5574}" dt="2024-09-16T17:35:09.355" v="5" actId="14100"/>
          <ac:picMkLst>
            <pc:docMk/>
            <pc:sldMk cId="1878670132" sldId="294"/>
            <ac:picMk id="5" creationId="{4C06AE56-A227-9F31-8544-D7759223E90A}"/>
          </ac:picMkLst>
        </pc:picChg>
      </pc:sldChg>
      <pc:sldChg chg="addSp delSp modSp mod">
        <pc:chgData name="Duce, Patricia" userId="63213659-433f-4003-8b64-f125efbf754c" providerId="ADAL" clId="{E439987B-D5B0-48B2-8ADE-0B1AE58B5574}" dt="2024-09-16T18:31:54.335" v="180" actId="1076"/>
        <pc:sldMkLst>
          <pc:docMk/>
          <pc:sldMk cId="1705050399" sldId="295"/>
        </pc:sldMkLst>
        <pc:spChg chg="del">
          <ac:chgData name="Duce, Patricia" userId="63213659-433f-4003-8b64-f125efbf754c" providerId="ADAL" clId="{E439987B-D5B0-48B2-8ADE-0B1AE58B5574}" dt="2024-09-16T18:31:16.120" v="172" actId="478"/>
          <ac:spMkLst>
            <pc:docMk/>
            <pc:sldMk cId="1705050399" sldId="295"/>
            <ac:spMk id="2" creationId="{00000000-0000-0000-0000-000000000000}"/>
          </ac:spMkLst>
        </pc:spChg>
        <pc:spChg chg="del">
          <ac:chgData name="Duce, Patricia" userId="63213659-433f-4003-8b64-f125efbf754c" providerId="ADAL" clId="{E439987B-D5B0-48B2-8ADE-0B1AE58B5574}" dt="2024-09-16T18:31:13.563" v="171" actId="478"/>
          <ac:spMkLst>
            <pc:docMk/>
            <pc:sldMk cId="1705050399" sldId="295"/>
            <ac:spMk id="3" creationId="{00000000-0000-0000-0000-000000000000}"/>
          </ac:spMkLst>
        </pc:spChg>
        <pc:spChg chg="add del mod">
          <ac:chgData name="Duce, Patricia" userId="63213659-433f-4003-8b64-f125efbf754c" providerId="ADAL" clId="{E439987B-D5B0-48B2-8ADE-0B1AE58B5574}" dt="2024-09-16T18:31:28.201" v="174" actId="22"/>
          <ac:spMkLst>
            <pc:docMk/>
            <pc:sldMk cId="1705050399" sldId="295"/>
            <ac:spMk id="5" creationId="{DFE49186-1FA7-6AD3-C510-3A6978A18167}"/>
          </ac:spMkLst>
        </pc:spChg>
        <pc:spChg chg="add del mod">
          <ac:chgData name="Duce, Patricia" userId="63213659-433f-4003-8b64-f125efbf754c" providerId="ADAL" clId="{E439987B-D5B0-48B2-8ADE-0B1AE58B5574}" dt="2024-09-16T18:31:18.909" v="173" actId="478"/>
          <ac:spMkLst>
            <pc:docMk/>
            <pc:sldMk cId="1705050399" sldId="295"/>
            <ac:spMk id="7" creationId="{7D8DF305-BC89-8369-7F09-89DA68733ED1}"/>
          </ac:spMkLst>
        </pc:spChg>
        <pc:picChg chg="add mod ord modCrop">
          <ac:chgData name="Duce, Patricia" userId="63213659-433f-4003-8b64-f125efbf754c" providerId="ADAL" clId="{E439987B-D5B0-48B2-8ADE-0B1AE58B5574}" dt="2024-09-16T18:31:54.335" v="180" actId="1076"/>
          <ac:picMkLst>
            <pc:docMk/>
            <pc:sldMk cId="1705050399" sldId="295"/>
            <ac:picMk id="9" creationId="{ACD2541C-A25D-BB19-4A28-215F37D28708}"/>
          </ac:picMkLst>
        </pc:picChg>
      </pc:sldChg>
      <pc:sldChg chg="addSp delSp modSp mod">
        <pc:chgData name="Duce, Patricia" userId="63213659-433f-4003-8b64-f125efbf754c" providerId="ADAL" clId="{E439987B-D5B0-48B2-8ADE-0B1AE58B5574}" dt="2024-09-16T18:37:39.576" v="203" actId="14100"/>
        <pc:sldMkLst>
          <pc:docMk/>
          <pc:sldMk cId="2544614144" sldId="298"/>
        </pc:sldMkLst>
        <pc:spChg chg="del">
          <ac:chgData name="Duce, Patricia" userId="63213659-433f-4003-8b64-f125efbf754c" providerId="ADAL" clId="{E439987B-D5B0-48B2-8ADE-0B1AE58B5574}" dt="2024-09-16T18:36:31.424" v="195" actId="478"/>
          <ac:spMkLst>
            <pc:docMk/>
            <pc:sldMk cId="2544614144" sldId="298"/>
            <ac:spMk id="2" creationId="{00000000-0000-0000-0000-000000000000}"/>
          </ac:spMkLst>
        </pc:spChg>
        <pc:spChg chg="del">
          <ac:chgData name="Duce, Patricia" userId="63213659-433f-4003-8b64-f125efbf754c" providerId="ADAL" clId="{E439987B-D5B0-48B2-8ADE-0B1AE58B5574}" dt="2024-09-16T18:36:33.958" v="196" actId="478"/>
          <ac:spMkLst>
            <pc:docMk/>
            <pc:sldMk cId="2544614144" sldId="298"/>
            <ac:spMk id="3" creationId="{00000000-0000-0000-0000-000000000000}"/>
          </ac:spMkLst>
        </pc:spChg>
        <pc:spChg chg="add del mod">
          <ac:chgData name="Duce, Patricia" userId="63213659-433f-4003-8b64-f125efbf754c" providerId="ADAL" clId="{E439987B-D5B0-48B2-8ADE-0B1AE58B5574}" dt="2024-09-16T18:36:35.224" v="197" actId="478"/>
          <ac:spMkLst>
            <pc:docMk/>
            <pc:sldMk cId="2544614144" sldId="298"/>
            <ac:spMk id="5" creationId="{D26AA091-5B8C-AF9B-96B3-D62B89E2C3E8}"/>
          </ac:spMkLst>
        </pc:spChg>
        <pc:spChg chg="add del mod">
          <ac:chgData name="Duce, Patricia" userId="63213659-433f-4003-8b64-f125efbf754c" providerId="ADAL" clId="{E439987B-D5B0-48B2-8ADE-0B1AE58B5574}" dt="2024-09-16T18:37:24.539" v="198" actId="22"/>
          <ac:spMkLst>
            <pc:docMk/>
            <pc:sldMk cId="2544614144" sldId="298"/>
            <ac:spMk id="7" creationId="{057F5D63-4E94-06BA-512D-8BDB7661E997}"/>
          </ac:spMkLst>
        </pc:spChg>
        <pc:picChg chg="add mod ord modCrop">
          <ac:chgData name="Duce, Patricia" userId="63213659-433f-4003-8b64-f125efbf754c" providerId="ADAL" clId="{E439987B-D5B0-48B2-8ADE-0B1AE58B5574}" dt="2024-09-16T18:37:39.576" v="203" actId="14100"/>
          <ac:picMkLst>
            <pc:docMk/>
            <pc:sldMk cId="2544614144" sldId="298"/>
            <ac:picMk id="9" creationId="{1D395BED-CB3C-760A-2F31-22C185EF3550}"/>
          </ac:picMkLst>
        </pc:picChg>
      </pc:sldChg>
      <pc:sldChg chg="del">
        <pc:chgData name="Duce, Patricia" userId="63213659-433f-4003-8b64-f125efbf754c" providerId="ADAL" clId="{E439987B-D5B0-48B2-8ADE-0B1AE58B5574}" dt="2024-09-16T18:42:52.207" v="218" actId="2696"/>
        <pc:sldMkLst>
          <pc:docMk/>
          <pc:sldMk cId="397975588" sldId="301"/>
        </pc:sldMkLst>
      </pc:sldChg>
      <pc:sldChg chg="addSp delSp modSp mod">
        <pc:chgData name="Duce, Patricia" userId="63213659-433f-4003-8b64-f125efbf754c" providerId="ADAL" clId="{E439987B-D5B0-48B2-8ADE-0B1AE58B5574}" dt="2024-09-16T17:42:35.507" v="29" actId="1076"/>
        <pc:sldMkLst>
          <pc:docMk/>
          <pc:sldMk cId="2944333858" sldId="311"/>
        </pc:sldMkLst>
        <pc:picChg chg="add mod">
          <ac:chgData name="Duce, Patricia" userId="63213659-433f-4003-8b64-f125efbf754c" providerId="ADAL" clId="{E439987B-D5B0-48B2-8ADE-0B1AE58B5574}" dt="2024-09-16T17:42:35.507" v="29" actId="1076"/>
          <ac:picMkLst>
            <pc:docMk/>
            <pc:sldMk cId="2944333858" sldId="311"/>
            <ac:picMk id="3" creationId="{7C33EA11-332C-5C20-EF2B-05EB677D6193}"/>
          </ac:picMkLst>
        </pc:picChg>
        <pc:picChg chg="del">
          <ac:chgData name="Duce, Patricia" userId="63213659-433f-4003-8b64-f125efbf754c" providerId="ADAL" clId="{E439987B-D5B0-48B2-8ADE-0B1AE58B5574}" dt="2024-09-16T17:37:16.929" v="26" actId="478"/>
          <ac:picMkLst>
            <pc:docMk/>
            <pc:sldMk cId="2944333858" sldId="311"/>
            <ac:picMk id="6" creationId="{4A9CBCEB-5D9B-36C1-4290-C383427EFAC8}"/>
          </ac:picMkLst>
        </pc:picChg>
      </pc:sldChg>
      <pc:sldChg chg="addSp delSp modSp mod">
        <pc:chgData name="Duce, Patricia" userId="63213659-433f-4003-8b64-f125efbf754c" providerId="ADAL" clId="{E439987B-D5B0-48B2-8ADE-0B1AE58B5574}" dt="2024-09-16T18:34:25.016" v="187" actId="1076"/>
        <pc:sldMkLst>
          <pc:docMk/>
          <pc:sldMk cId="292812979" sldId="313"/>
        </pc:sldMkLst>
        <pc:spChg chg="add del mod">
          <ac:chgData name="Duce, Patricia" userId="63213659-433f-4003-8b64-f125efbf754c" providerId="ADAL" clId="{E439987B-D5B0-48B2-8ADE-0B1AE58B5574}" dt="2024-09-16T18:34:08.408" v="182" actId="22"/>
          <ac:spMkLst>
            <pc:docMk/>
            <pc:sldMk cId="292812979" sldId="313"/>
            <ac:spMk id="3" creationId="{DBD344C2-45D9-1E55-4C57-1DF448035028}"/>
          </ac:spMkLst>
        </pc:spChg>
        <pc:picChg chg="add mod ord modCrop">
          <ac:chgData name="Duce, Patricia" userId="63213659-433f-4003-8b64-f125efbf754c" providerId="ADAL" clId="{E439987B-D5B0-48B2-8ADE-0B1AE58B5574}" dt="2024-09-16T18:34:25.016" v="187" actId="1076"/>
          <ac:picMkLst>
            <pc:docMk/>
            <pc:sldMk cId="292812979" sldId="313"/>
            <ac:picMk id="5" creationId="{C2D92A44-5702-CD41-18D4-D8F107D1ABE2}"/>
          </ac:picMkLst>
        </pc:picChg>
        <pc:picChg chg="del">
          <ac:chgData name="Duce, Patricia" userId="63213659-433f-4003-8b64-f125efbf754c" providerId="ADAL" clId="{E439987B-D5B0-48B2-8ADE-0B1AE58B5574}" dt="2024-09-16T18:34:06.356" v="181" actId="478"/>
          <ac:picMkLst>
            <pc:docMk/>
            <pc:sldMk cId="292812979" sldId="313"/>
            <ac:picMk id="6" creationId="{8700497F-1EB6-C66D-6309-1328B37E83C4}"/>
          </ac:picMkLst>
        </pc:picChg>
      </pc:sldChg>
      <pc:sldChg chg="addSp delSp modSp mod">
        <pc:chgData name="Duce, Patricia" userId="63213659-433f-4003-8b64-f125efbf754c" providerId="ADAL" clId="{E439987B-D5B0-48B2-8ADE-0B1AE58B5574}" dt="2024-09-16T18:35:13.288" v="194" actId="1076"/>
        <pc:sldMkLst>
          <pc:docMk/>
          <pc:sldMk cId="3161633389" sldId="314"/>
        </pc:sldMkLst>
        <pc:spChg chg="add del mod">
          <ac:chgData name="Duce, Patricia" userId="63213659-433f-4003-8b64-f125efbf754c" providerId="ADAL" clId="{E439987B-D5B0-48B2-8ADE-0B1AE58B5574}" dt="2024-09-16T18:35:08.394" v="192" actId="478"/>
          <ac:spMkLst>
            <pc:docMk/>
            <pc:sldMk cId="3161633389" sldId="314"/>
            <ac:spMk id="3" creationId="{5718E67F-75C7-CE74-B06D-1264DB7E7AA3}"/>
          </ac:spMkLst>
        </pc:spChg>
        <pc:picChg chg="add mod modCrop">
          <ac:chgData name="Duce, Patricia" userId="63213659-433f-4003-8b64-f125efbf754c" providerId="ADAL" clId="{E439987B-D5B0-48B2-8ADE-0B1AE58B5574}" dt="2024-09-16T18:35:13.288" v="194" actId="1076"/>
          <ac:picMkLst>
            <pc:docMk/>
            <pc:sldMk cId="3161633389" sldId="314"/>
            <ac:picMk id="5" creationId="{78F7600B-0C75-E215-B27F-EF7F8ED62F71}"/>
          </ac:picMkLst>
        </pc:picChg>
        <pc:picChg chg="del">
          <ac:chgData name="Duce, Patricia" userId="63213659-433f-4003-8b64-f125efbf754c" providerId="ADAL" clId="{E439987B-D5B0-48B2-8ADE-0B1AE58B5574}" dt="2024-09-16T18:34:53.653" v="188" actId="478"/>
          <ac:picMkLst>
            <pc:docMk/>
            <pc:sldMk cId="3161633389" sldId="314"/>
            <ac:picMk id="6" creationId="{0EFA4BFF-7907-E788-DE2A-47999D19FBC0}"/>
          </ac:picMkLst>
        </pc:picChg>
      </pc:sldChg>
      <pc:sldChg chg="addSp delSp modSp mod">
        <pc:chgData name="Duce, Patricia" userId="63213659-433f-4003-8b64-f125efbf754c" providerId="ADAL" clId="{E439987B-D5B0-48B2-8ADE-0B1AE58B5574}" dt="2024-09-16T18:40:06.975" v="210" actId="1076"/>
        <pc:sldMkLst>
          <pc:docMk/>
          <pc:sldMk cId="958420525" sldId="315"/>
        </pc:sldMkLst>
        <pc:spChg chg="add del mod">
          <ac:chgData name="Duce, Patricia" userId="63213659-433f-4003-8b64-f125efbf754c" providerId="ADAL" clId="{E439987B-D5B0-48B2-8ADE-0B1AE58B5574}" dt="2024-09-16T18:39:51.534" v="205" actId="22"/>
          <ac:spMkLst>
            <pc:docMk/>
            <pc:sldMk cId="958420525" sldId="315"/>
            <ac:spMk id="3" creationId="{9181F9B5-5B7E-2BB3-0129-F93384C4AF33}"/>
          </ac:spMkLst>
        </pc:spChg>
        <pc:picChg chg="del">
          <ac:chgData name="Duce, Patricia" userId="63213659-433f-4003-8b64-f125efbf754c" providerId="ADAL" clId="{E439987B-D5B0-48B2-8ADE-0B1AE58B5574}" dt="2024-09-16T18:39:49.509" v="204" actId="478"/>
          <ac:picMkLst>
            <pc:docMk/>
            <pc:sldMk cId="958420525" sldId="315"/>
            <ac:picMk id="5" creationId="{500FC807-BEFF-45BF-8502-28E421DE4A8B}"/>
          </ac:picMkLst>
        </pc:picChg>
        <pc:picChg chg="add mod ord modCrop">
          <ac:chgData name="Duce, Patricia" userId="63213659-433f-4003-8b64-f125efbf754c" providerId="ADAL" clId="{E439987B-D5B0-48B2-8ADE-0B1AE58B5574}" dt="2024-09-16T18:40:06.975" v="210" actId="1076"/>
          <ac:picMkLst>
            <pc:docMk/>
            <pc:sldMk cId="958420525" sldId="315"/>
            <ac:picMk id="6" creationId="{4C62C81F-6314-E72C-E772-9BF2332804A1}"/>
          </ac:picMkLst>
        </pc:picChg>
      </pc:sldChg>
      <pc:sldChg chg="addSp delSp modSp mod">
        <pc:chgData name="Duce, Patricia" userId="63213659-433f-4003-8b64-f125efbf754c" providerId="ADAL" clId="{E439987B-D5B0-48B2-8ADE-0B1AE58B5574}" dt="2024-09-16T18:40:51.344" v="217" actId="14100"/>
        <pc:sldMkLst>
          <pc:docMk/>
          <pc:sldMk cId="2485110803" sldId="316"/>
        </pc:sldMkLst>
        <pc:spChg chg="add del mod">
          <ac:chgData name="Duce, Patricia" userId="63213659-433f-4003-8b64-f125efbf754c" providerId="ADAL" clId="{E439987B-D5B0-48B2-8ADE-0B1AE58B5574}" dt="2024-09-16T18:40:34.580" v="212" actId="22"/>
          <ac:spMkLst>
            <pc:docMk/>
            <pc:sldMk cId="2485110803" sldId="316"/>
            <ac:spMk id="3" creationId="{84C9AC3A-211D-793B-857F-219304A85685}"/>
          </ac:spMkLst>
        </pc:spChg>
        <pc:picChg chg="add mod ord modCrop">
          <ac:chgData name="Duce, Patricia" userId="63213659-433f-4003-8b64-f125efbf754c" providerId="ADAL" clId="{E439987B-D5B0-48B2-8ADE-0B1AE58B5574}" dt="2024-09-16T18:40:51.344" v="217" actId="14100"/>
          <ac:picMkLst>
            <pc:docMk/>
            <pc:sldMk cId="2485110803" sldId="316"/>
            <ac:picMk id="5" creationId="{1DA82351-23AC-5633-5CAF-525E647B6C09}"/>
          </ac:picMkLst>
        </pc:picChg>
        <pc:picChg chg="del">
          <ac:chgData name="Duce, Patricia" userId="63213659-433f-4003-8b64-f125efbf754c" providerId="ADAL" clId="{E439987B-D5B0-48B2-8ADE-0B1AE58B5574}" dt="2024-09-16T18:40:32.733" v="211" actId="478"/>
          <ac:picMkLst>
            <pc:docMk/>
            <pc:sldMk cId="2485110803" sldId="316"/>
            <ac:picMk id="6" creationId="{BE578FE3-CF5A-212E-3126-5C3538952B35}"/>
          </ac:picMkLst>
        </pc:picChg>
      </pc:sldChg>
      <pc:sldChg chg="del">
        <pc:chgData name="Duce, Patricia" userId="63213659-433f-4003-8b64-f125efbf754c" providerId="ADAL" clId="{E439987B-D5B0-48B2-8ADE-0B1AE58B5574}" dt="2024-09-16T18:42:52.207" v="218" actId="2696"/>
        <pc:sldMkLst>
          <pc:docMk/>
          <pc:sldMk cId="1665096859" sldId="317"/>
        </pc:sldMkLst>
      </pc:sldChg>
      <pc:sldChg chg="addSp delSp modSp mod">
        <pc:chgData name="Duce, Patricia" userId="63213659-433f-4003-8b64-f125efbf754c" providerId="ADAL" clId="{E439987B-D5B0-48B2-8ADE-0B1AE58B5574}" dt="2024-09-16T17:36:25.099" v="18" actId="14100"/>
        <pc:sldMkLst>
          <pc:docMk/>
          <pc:sldMk cId="498269054" sldId="321"/>
        </pc:sldMkLst>
        <pc:picChg chg="add mod modCrop">
          <ac:chgData name="Duce, Patricia" userId="63213659-433f-4003-8b64-f125efbf754c" providerId="ADAL" clId="{E439987B-D5B0-48B2-8ADE-0B1AE58B5574}" dt="2024-09-16T17:36:25.099" v="18" actId="14100"/>
          <ac:picMkLst>
            <pc:docMk/>
            <pc:sldMk cId="498269054" sldId="321"/>
            <ac:picMk id="3" creationId="{75FA0495-6BA2-E39A-17CF-B886A5612436}"/>
          </ac:picMkLst>
        </pc:picChg>
        <pc:picChg chg="del">
          <ac:chgData name="Duce, Patricia" userId="63213659-433f-4003-8b64-f125efbf754c" providerId="ADAL" clId="{E439987B-D5B0-48B2-8ADE-0B1AE58B5574}" dt="2024-09-16T17:35:58.620" v="13" actId="478"/>
          <ac:picMkLst>
            <pc:docMk/>
            <pc:sldMk cId="498269054" sldId="321"/>
            <ac:picMk id="6" creationId="{5E5CBB60-C304-1A99-F3E2-9F2BB942C434}"/>
          </ac:picMkLst>
        </pc:picChg>
      </pc:sldChg>
      <pc:sldChg chg="del">
        <pc:chgData name="Duce, Patricia" userId="63213659-433f-4003-8b64-f125efbf754c" providerId="ADAL" clId="{E439987B-D5B0-48B2-8ADE-0B1AE58B5574}" dt="2024-09-16T18:42:52.207" v="218" actId="2696"/>
        <pc:sldMkLst>
          <pc:docMk/>
          <pc:sldMk cId="1718608144" sldId="330"/>
        </pc:sldMkLst>
      </pc:sldChg>
      <pc:sldChg chg="del">
        <pc:chgData name="Duce, Patricia" userId="63213659-433f-4003-8b64-f125efbf754c" providerId="ADAL" clId="{E439987B-D5B0-48B2-8ADE-0B1AE58B5574}" dt="2024-09-16T18:42:52.207" v="218" actId="2696"/>
        <pc:sldMkLst>
          <pc:docMk/>
          <pc:sldMk cId="1565105663" sldId="331"/>
        </pc:sldMkLst>
      </pc:sldChg>
      <pc:sldChg chg="del">
        <pc:chgData name="Duce, Patricia" userId="63213659-433f-4003-8b64-f125efbf754c" providerId="ADAL" clId="{E439987B-D5B0-48B2-8ADE-0B1AE58B5574}" dt="2024-09-16T18:42:52.207" v="218" actId="2696"/>
        <pc:sldMkLst>
          <pc:docMk/>
          <pc:sldMk cId="1102216962" sldId="332"/>
        </pc:sldMkLst>
      </pc:sldChg>
      <pc:sldChg chg="addSp delSp modSp mod">
        <pc:chgData name="Duce, Patricia" userId="63213659-433f-4003-8b64-f125efbf754c" providerId="ADAL" clId="{E439987B-D5B0-48B2-8ADE-0B1AE58B5574}" dt="2024-09-16T17:35:54.568" v="12" actId="1076"/>
        <pc:sldMkLst>
          <pc:docMk/>
          <pc:sldMk cId="1347616616" sldId="333"/>
        </pc:sldMkLst>
        <pc:picChg chg="del">
          <ac:chgData name="Duce, Patricia" userId="63213659-433f-4003-8b64-f125efbf754c" providerId="ADAL" clId="{E439987B-D5B0-48B2-8ADE-0B1AE58B5574}" dt="2024-09-16T17:35:36.770" v="6" actId="478"/>
          <ac:picMkLst>
            <pc:docMk/>
            <pc:sldMk cId="1347616616" sldId="333"/>
            <ac:picMk id="4" creationId="{50AE6284-F524-70EF-CBB2-C5754F98B07A}"/>
          </ac:picMkLst>
        </pc:picChg>
        <pc:picChg chg="add mod modCrop">
          <ac:chgData name="Duce, Patricia" userId="63213659-433f-4003-8b64-f125efbf754c" providerId="ADAL" clId="{E439987B-D5B0-48B2-8ADE-0B1AE58B5574}" dt="2024-09-16T17:35:54.568" v="12" actId="1076"/>
          <ac:picMkLst>
            <pc:docMk/>
            <pc:sldMk cId="1347616616" sldId="333"/>
            <ac:picMk id="5" creationId="{30DC7F26-A0CA-C988-AE86-A03D69D2DBA1}"/>
          </ac:picMkLst>
        </pc:picChg>
      </pc:sldChg>
      <pc:sldChg chg="addSp delSp modSp new mod">
        <pc:chgData name="Duce, Patricia" userId="63213659-433f-4003-8b64-f125efbf754c" providerId="ADAL" clId="{E439987B-D5B0-48B2-8ADE-0B1AE58B5574}" dt="2024-09-16T17:36:54.674" v="25" actId="1076"/>
        <pc:sldMkLst>
          <pc:docMk/>
          <pc:sldMk cId="66495617" sldId="334"/>
        </pc:sldMkLst>
        <pc:spChg chg="del">
          <ac:chgData name="Duce, Patricia" userId="63213659-433f-4003-8b64-f125efbf754c" providerId="ADAL" clId="{E439987B-D5B0-48B2-8ADE-0B1AE58B5574}" dt="2024-09-16T17:36:45.939" v="23" actId="478"/>
          <ac:spMkLst>
            <pc:docMk/>
            <pc:sldMk cId="66495617" sldId="334"/>
            <ac:spMk id="2" creationId="{C605103C-00EB-99B6-8E50-A2670370C11F}"/>
          </ac:spMkLst>
        </pc:spChg>
        <pc:spChg chg="del">
          <ac:chgData name="Duce, Patricia" userId="63213659-433f-4003-8b64-f125efbf754c" providerId="ADAL" clId="{E439987B-D5B0-48B2-8ADE-0B1AE58B5574}" dt="2024-09-16T17:36:30.949" v="20" actId="22"/>
          <ac:spMkLst>
            <pc:docMk/>
            <pc:sldMk cId="66495617" sldId="334"/>
            <ac:spMk id="3" creationId="{24D9B526-AF7F-0902-6D67-7EE52135EE00}"/>
          </ac:spMkLst>
        </pc:spChg>
        <pc:picChg chg="add mod ord modCrop">
          <ac:chgData name="Duce, Patricia" userId="63213659-433f-4003-8b64-f125efbf754c" providerId="ADAL" clId="{E439987B-D5B0-48B2-8ADE-0B1AE58B5574}" dt="2024-09-16T17:36:54.674" v="25" actId="1076"/>
          <ac:picMkLst>
            <pc:docMk/>
            <pc:sldMk cId="66495617" sldId="334"/>
            <ac:picMk id="5" creationId="{B36A02C8-C51E-2D04-F138-E5C1D8DE6561}"/>
          </ac:picMkLst>
        </pc:picChg>
      </pc:sldChg>
      <pc:sldChg chg="addSp delSp modSp new mod">
        <pc:chgData name="Duce, Patricia" userId="63213659-433f-4003-8b64-f125efbf754c" providerId="ADAL" clId="{E439987B-D5B0-48B2-8ADE-0B1AE58B5574}" dt="2024-09-16T17:44:34.436" v="37" actId="732"/>
        <pc:sldMkLst>
          <pc:docMk/>
          <pc:sldMk cId="2100829326" sldId="335"/>
        </pc:sldMkLst>
        <pc:spChg chg="del">
          <ac:chgData name="Duce, Patricia" userId="63213659-433f-4003-8b64-f125efbf754c" providerId="ADAL" clId="{E439987B-D5B0-48B2-8ADE-0B1AE58B5574}" dt="2024-09-16T17:44:08.636" v="32" actId="478"/>
          <ac:spMkLst>
            <pc:docMk/>
            <pc:sldMk cId="2100829326" sldId="335"/>
            <ac:spMk id="2" creationId="{DB447A7A-B39B-E054-811B-E9FF8A5699FE}"/>
          </ac:spMkLst>
        </pc:spChg>
        <pc:spChg chg="del">
          <ac:chgData name="Duce, Patricia" userId="63213659-433f-4003-8b64-f125efbf754c" providerId="ADAL" clId="{E439987B-D5B0-48B2-8ADE-0B1AE58B5574}" dt="2024-09-16T17:44:05.373" v="31" actId="22"/>
          <ac:spMkLst>
            <pc:docMk/>
            <pc:sldMk cId="2100829326" sldId="335"/>
            <ac:spMk id="3" creationId="{9E2330C3-8553-5A5C-3510-E4919833EE90}"/>
          </ac:spMkLst>
        </pc:spChg>
        <pc:picChg chg="add mod ord modCrop">
          <ac:chgData name="Duce, Patricia" userId="63213659-433f-4003-8b64-f125efbf754c" providerId="ADAL" clId="{E439987B-D5B0-48B2-8ADE-0B1AE58B5574}" dt="2024-09-16T17:44:34.436" v="37" actId="732"/>
          <ac:picMkLst>
            <pc:docMk/>
            <pc:sldMk cId="2100829326" sldId="335"/>
            <ac:picMk id="5" creationId="{2CDBDF51-3BFE-5750-BC4A-B7BED3B7682C}"/>
          </ac:picMkLst>
        </pc:picChg>
      </pc:sldChg>
      <pc:sldChg chg="addSp delSp modSp new mod">
        <pc:chgData name="Duce, Patricia" userId="63213659-433f-4003-8b64-f125efbf754c" providerId="ADAL" clId="{E439987B-D5B0-48B2-8ADE-0B1AE58B5574}" dt="2024-09-16T17:47:30.858" v="47" actId="14100"/>
        <pc:sldMkLst>
          <pc:docMk/>
          <pc:sldMk cId="393680458" sldId="336"/>
        </pc:sldMkLst>
        <pc:spChg chg="del">
          <ac:chgData name="Duce, Patricia" userId="63213659-433f-4003-8b64-f125efbf754c" providerId="ADAL" clId="{E439987B-D5B0-48B2-8ADE-0B1AE58B5574}" dt="2024-09-16T17:46:56.511" v="40" actId="478"/>
          <ac:spMkLst>
            <pc:docMk/>
            <pc:sldMk cId="393680458" sldId="336"/>
            <ac:spMk id="2" creationId="{1875D841-4213-0904-01C9-B0B34395B846}"/>
          </ac:spMkLst>
        </pc:spChg>
        <pc:spChg chg="del">
          <ac:chgData name="Duce, Patricia" userId="63213659-433f-4003-8b64-f125efbf754c" providerId="ADAL" clId="{E439987B-D5B0-48B2-8ADE-0B1AE58B5574}" dt="2024-09-16T17:46:50.221" v="39" actId="22"/>
          <ac:spMkLst>
            <pc:docMk/>
            <pc:sldMk cId="393680458" sldId="336"/>
            <ac:spMk id="3" creationId="{26D408D8-90BE-1168-1C50-F558A8740012}"/>
          </ac:spMkLst>
        </pc:spChg>
        <pc:picChg chg="add mod ord modCrop">
          <ac:chgData name="Duce, Patricia" userId="63213659-433f-4003-8b64-f125efbf754c" providerId="ADAL" clId="{E439987B-D5B0-48B2-8ADE-0B1AE58B5574}" dt="2024-09-16T17:47:30.858" v="47" actId="14100"/>
          <ac:picMkLst>
            <pc:docMk/>
            <pc:sldMk cId="393680458" sldId="336"/>
            <ac:picMk id="5" creationId="{4DA1E645-757D-936A-9708-DEC4A516F4FF}"/>
          </ac:picMkLst>
        </pc:picChg>
      </pc:sldChg>
      <pc:sldChg chg="addSp delSp modSp new mod">
        <pc:chgData name="Duce, Patricia" userId="63213659-433f-4003-8b64-f125efbf754c" providerId="ADAL" clId="{E439987B-D5B0-48B2-8ADE-0B1AE58B5574}" dt="2024-09-16T17:48:51.682" v="55" actId="1076"/>
        <pc:sldMkLst>
          <pc:docMk/>
          <pc:sldMk cId="1659344686" sldId="337"/>
        </pc:sldMkLst>
        <pc:spChg chg="del">
          <ac:chgData name="Duce, Patricia" userId="63213659-433f-4003-8b64-f125efbf754c" providerId="ADAL" clId="{E439987B-D5B0-48B2-8ADE-0B1AE58B5574}" dt="2024-09-16T17:48:32.033" v="50" actId="478"/>
          <ac:spMkLst>
            <pc:docMk/>
            <pc:sldMk cId="1659344686" sldId="337"/>
            <ac:spMk id="2" creationId="{877A839A-E742-5618-3AF5-F40C9B2EE760}"/>
          </ac:spMkLst>
        </pc:spChg>
        <pc:spChg chg="del">
          <ac:chgData name="Duce, Patricia" userId="63213659-433f-4003-8b64-f125efbf754c" providerId="ADAL" clId="{E439987B-D5B0-48B2-8ADE-0B1AE58B5574}" dt="2024-09-16T17:48:29.256" v="49" actId="22"/>
          <ac:spMkLst>
            <pc:docMk/>
            <pc:sldMk cId="1659344686" sldId="337"/>
            <ac:spMk id="3" creationId="{FC6EF55A-E88B-4C38-C29E-E5C4AB05FFB3}"/>
          </ac:spMkLst>
        </pc:spChg>
        <pc:picChg chg="add mod ord modCrop">
          <ac:chgData name="Duce, Patricia" userId="63213659-433f-4003-8b64-f125efbf754c" providerId="ADAL" clId="{E439987B-D5B0-48B2-8ADE-0B1AE58B5574}" dt="2024-09-16T17:48:51.682" v="55" actId="1076"/>
          <ac:picMkLst>
            <pc:docMk/>
            <pc:sldMk cId="1659344686" sldId="337"/>
            <ac:picMk id="5" creationId="{5121FF21-E26D-BA4F-9E5B-5646DA971B52}"/>
          </ac:picMkLst>
        </pc:picChg>
      </pc:sldChg>
      <pc:sldChg chg="addSp delSp modSp new mod">
        <pc:chgData name="Duce, Patricia" userId="63213659-433f-4003-8b64-f125efbf754c" providerId="ADAL" clId="{E439987B-D5B0-48B2-8ADE-0B1AE58B5574}" dt="2024-09-16T17:50:03.650" v="72" actId="1076"/>
        <pc:sldMkLst>
          <pc:docMk/>
          <pc:sldMk cId="3691520239" sldId="338"/>
        </pc:sldMkLst>
        <pc:spChg chg="del">
          <ac:chgData name="Duce, Patricia" userId="63213659-433f-4003-8b64-f125efbf754c" providerId="ADAL" clId="{E439987B-D5B0-48B2-8ADE-0B1AE58B5574}" dt="2024-09-16T17:49:25.324" v="58" actId="478"/>
          <ac:spMkLst>
            <pc:docMk/>
            <pc:sldMk cId="3691520239" sldId="338"/>
            <ac:spMk id="2" creationId="{4D09CD1F-E771-AE3B-C130-92B36D8B6473}"/>
          </ac:spMkLst>
        </pc:spChg>
        <pc:spChg chg="del">
          <ac:chgData name="Duce, Patricia" userId="63213659-433f-4003-8b64-f125efbf754c" providerId="ADAL" clId="{E439987B-D5B0-48B2-8ADE-0B1AE58B5574}" dt="2024-09-16T17:49:22.335" v="57" actId="22"/>
          <ac:spMkLst>
            <pc:docMk/>
            <pc:sldMk cId="3691520239" sldId="338"/>
            <ac:spMk id="3" creationId="{7D2699BF-4F49-0228-6E5B-A64C099D4475}"/>
          </ac:spMkLst>
        </pc:spChg>
        <pc:picChg chg="add mod ord modCrop">
          <ac:chgData name="Duce, Patricia" userId="63213659-433f-4003-8b64-f125efbf754c" providerId="ADAL" clId="{E439987B-D5B0-48B2-8ADE-0B1AE58B5574}" dt="2024-09-16T17:50:03.650" v="72" actId="1076"/>
          <ac:picMkLst>
            <pc:docMk/>
            <pc:sldMk cId="3691520239" sldId="338"/>
            <ac:picMk id="5" creationId="{3BD9A0A6-C2D8-BA7B-EDF6-95FC38FB2598}"/>
          </ac:picMkLst>
        </pc:picChg>
        <pc:picChg chg="add mod modCrop">
          <ac:chgData name="Duce, Patricia" userId="63213659-433f-4003-8b64-f125efbf754c" providerId="ADAL" clId="{E439987B-D5B0-48B2-8ADE-0B1AE58B5574}" dt="2024-09-16T17:49:58.994" v="70" actId="1076"/>
          <ac:picMkLst>
            <pc:docMk/>
            <pc:sldMk cId="3691520239" sldId="338"/>
            <ac:picMk id="7" creationId="{782C3DDA-B839-9556-D6F3-16F56F6DE09A}"/>
          </ac:picMkLst>
        </pc:picChg>
      </pc:sldChg>
      <pc:sldChg chg="addSp delSp modSp new mod">
        <pc:chgData name="Duce, Patricia" userId="63213659-433f-4003-8b64-f125efbf754c" providerId="ADAL" clId="{E439987B-D5B0-48B2-8ADE-0B1AE58B5574}" dt="2024-09-16T17:51:05.450" v="81" actId="14100"/>
        <pc:sldMkLst>
          <pc:docMk/>
          <pc:sldMk cId="270465437" sldId="339"/>
        </pc:sldMkLst>
        <pc:spChg chg="del">
          <ac:chgData name="Duce, Patricia" userId="63213659-433f-4003-8b64-f125efbf754c" providerId="ADAL" clId="{E439987B-D5B0-48B2-8ADE-0B1AE58B5574}" dt="2024-09-16T17:50:53.371" v="77" actId="478"/>
          <ac:spMkLst>
            <pc:docMk/>
            <pc:sldMk cId="270465437" sldId="339"/>
            <ac:spMk id="2" creationId="{8F76D689-DB18-EC76-1A62-31EDBEFDB2BE}"/>
          </ac:spMkLst>
        </pc:spChg>
        <pc:spChg chg="del">
          <ac:chgData name="Duce, Patricia" userId="63213659-433f-4003-8b64-f125efbf754c" providerId="ADAL" clId="{E439987B-D5B0-48B2-8ADE-0B1AE58B5574}" dt="2024-09-16T17:50:37.696" v="74" actId="22"/>
          <ac:spMkLst>
            <pc:docMk/>
            <pc:sldMk cId="270465437" sldId="339"/>
            <ac:spMk id="3" creationId="{5EB8EB9F-0156-D556-EEFA-14FF2C2F4F84}"/>
          </ac:spMkLst>
        </pc:spChg>
        <pc:picChg chg="add mod ord modCrop">
          <ac:chgData name="Duce, Patricia" userId="63213659-433f-4003-8b64-f125efbf754c" providerId="ADAL" clId="{E439987B-D5B0-48B2-8ADE-0B1AE58B5574}" dt="2024-09-16T17:51:05.450" v="81" actId="14100"/>
          <ac:picMkLst>
            <pc:docMk/>
            <pc:sldMk cId="270465437" sldId="339"/>
            <ac:picMk id="5" creationId="{59A77157-207D-B0D5-3907-65E6020C9FEF}"/>
          </ac:picMkLst>
        </pc:picChg>
      </pc:sldChg>
      <pc:sldChg chg="addSp delSp modSp new mod">
        <pc:chgData name="Duce, Patricia" userId="63213659-433f-4003-8b64-f125efbf754c" providerId="ADAL" clId="{E439987B-D5B0-48B2-8ADE-0B1AE58B5574}" dt="2024-09-16T17:53:40.539" v="98" actId="1076"/>
        <pc:sldMkLst>
          <pc:docMk/>
          <pc:sldMk cId="958986059" sldId="340"/>
        </pc:sldMkLst>
        <pc:spChg chg="del">
          <ac:chgData name="Duce, Patricia" userId="63213659-433f-4003-8b64-f125efbf754c" providerId="ADAL" clId="{E439987B-D5B0-48B2-8ADE-0B1AE58B5574}" dt="2024-09-16T17:52:08.639" v="83" actId="478"/>
          <ac:spMkLst>
            <pc:docMk/>
            <pc:sldMk cId="958986059" sldId="340"/>
            <ac:spMk id="2" creationId="{95D04A4E-A285-587A-3FFF-AA50F4C675A9}"/>
          </ac:spMkLst>
        </pc:spChg>
        <pc:spChg chg="del">
          <ac:chgData name="Duce, Patricia" userId="63213659-433f-4003-8b64-f125efbf754c" providerId="ADAL" clId="{E439987B-D5B0-48B2-8ADE-0B1AE58B5574}" dt="2024-09-16T17:52:16.488" v="84" actId="22"/>
          <ac:spMkLst>
            <pc:docMk/>
            <pc:sldMk cId="958986059" sldId="340"/>
            <ac:spMk id="3" creationId="{D8A0ADC8-F595-31F0-57E9-D412281B9F19}"/>
          </ac:spMkLst>
        </pc:spChg>
        <pc:picChg chg="add mod ord modCrop">
          <ac:chgData name="Duce, Patricia" userId="63213659-433f-4003-8b64-f125efbf754c" providerId="ADAL" clId="{E439987B-D5B0-48B2-8ADE-0B1AE58B5574}" dt="2024-09-16T17:52:36.114" v="88" actId="14100"/>
          <ac:picMkLst>
            <pc:docMk/>
            <pc:sldMk cId="958986059" sldId="340"/>
            <ac:picMk id="5" creationId="{2A40164C-445E-9F66-D807-D192A178A02D}"/>
          </ac:picMkLst>
        </pc:picChg>
        <pc:picChg chg="add mod modCrop">
          <ac:chgData name="Duce, Patricia" userId="63213659-433f-4003-8b64-f125efbf754c" providerId="ADAL" clId="{E439987B-D5B0-48B2-8ADE-0B1AE58B5574}" dt="2024-09-16T17:53:40.539" v="98" actId="1076"/>
          <ac:picMkLst>
            <pc:docMk/>
            <pc:sldMk cId="958986059" sldId="340"/>
            <ac:picMk id="7" creationId="{A898DC5F-CD2C-73CE-2263-68490A464712}"/>
          </ac:picMkLst>
        </pc:picChg>
      </pc:sldChg>
      <pc:sldChg chg="addSp delSp modSp new mod">
        <pc:chgData name="Duce, Patricia" userId="63213659-433f-4003-8b64-f125efbf754c" providerId="ADAL" clId="{E439987B-D5B0-48B2-8ADE-0B1AE58B5574}" dt="2024-09-16T18:11:23.808" v="108" actId="732"/>
        <pc:sldMkLst>
          <pc:docMk/>
          <pc:sldMk cId="3617508506" sldId="341"/>
        </pc:sldMkLst>
        <pc:spChg chg="del">
          <ac:chgData name="Duce, Patricia" userId="63213659-433f-4003-8b64-f125efbf754c" providerId="ADAL" clId="{E439987B-D5B0-48B2-8ADE-0B1AE58B5574}" dt="2024-09-16T18:10:58.660" v="101" actId="478"/>
          <ac:spMkLst>
            <pc:docMk/>
            <pc:sldMk cId="3617508506" sldId="341"/>
            <ac:spMk id="2" creationId="{A38F9E51-D684-DFB8-E6CC-5A2E6A3941BB}"/>
          </ac:spMkLst>
        </pc:spChg>
        <pc:spChg chg="del">
          <ac:chgData name="Duce, Patricia" userId="63213659-433f-4003-8b64-f125efbf754c" providerId="ADAL" clId="{E439987B-D5B0-48B2-8ADE-0B1AE58B5574}" dt="2024-09-16T18:11:00.764" v="102" actId="22"/>
          <ac:spMkLst>
            <pc:docMk/>
            <pc:sldMk cId="3617508506" sldId="341"/>
            <ac:spMk id="3" creationId="{A9B8144B-7631-F847-C702-D9AAC3521AE1}"/>
          </ac:spMkLst>
        </pc:spChg>
        <pc:picChg chg="add mod ord modCrop">
          <ac:chgData name="Duce, Patricia" userId="63213659-433f-4003-8b64-f125efbf754c" providerId="ADAL" clId="{E439987B-D5B0-48B2-8ADE-0B1AE58B5574}" dt="2024-09-16T18:11:23.808" v="108" actId="732"/>
          <ac:picMkLst>
            <pc:docMk/>
            <pc:sldMk cId="3617508506" sldId="341"/>
            <ac:picMk id="5" creationId="{B7D5FC8D-D268-56B5-0ECB-010EBB4D032C}"/>
          </ac:picMkLst>
        </pc:picChg>
      </pc:sldChg>
      <pc:sldChg chg="addSp delSp modSp new del mod">
        <pc:chgData name="Duce, Patricia" userId="63213659-433f-4003-8b64-f125efbf754c" providerId="ADAL" clId="{E439987B-D5B0-48B2-8ADE-0B1AE58B5574}" dt="2024-09-16T18:25:04.927" v="163" actId="47"/>
        <pc:sldMkLst>
          <pc:docMk/>
          <pc:sldMk cId="948555013" sldId="342"/>
        </pc:sldMkLst>
        <pc:spChg chg="del">
          <ac:chgData name="Duce, Patricia" userId="63213659-433f-4003-8b64-f125efbf754c" providerId="ADAL" clId="{E439987B-D5B0-48B2-8ADE-0B1AE58B5574}" dt="2024-09-16T18:12:21.994" v="110" actId="478"/>
          <ac:spMkLst>
            <pc:docMk/>
            <pc:sldMk cId="948555013" sldId="342"/>
            <ac:spMk id="2" creationId="{DA67EE83-4A47-F83A-1B69-3BB337F34C36}"/>
          </ac:spMkLst>
        </pc:spChg>
        <pc:spChg chg="del">
          <ac:chgData name="Duce, Patricia" userId="63213659-433f-4003-8b64-f125efbf754c" providerId="ADAL" clId="{E439987B-D5B0-48B2-8ADE-0B1AE58B5574}" dt="2024-09-16T18:12:19.162" v="109" actId="22"/>
          <ac:spMkLst>
            <pc:docMk/>
            <pc:sldMk cId="948555013" sldId="342"/>
            <ac:spMk id="3" creationId="{2F9B8991-8EBB-FC6B-1991-4E24E1FD4D24}"/>
          </ac:spMkLst>
        </pc:spChg>
        <pc:picChg chg="add mod ord modCrop">
          <ac:chgData name="Duce, Patricia" userId="63213659-433f-4003-8b64-f125efbf754c" providerId="ADAL" clId="{E439987B-D5B0-48B2-8ADE-0B1AE58B5574}" dt="2024-09-16T18:12:40.112" v="116" actId="14100"/>
          <ac:picMkLst>
            <pc:docMk/>
            <pc:sldMk cId="948555013" sldId="342"/>
            <ac:picMk id="5" creationId="{6438FE37-31E5-7B54-7062-85943BDAB9B7}"/>
          </ac:picMkLst>
        </pc:picChg>
      </pc:sldChg>
      <pc:sldChg chg="addSp delSp modSp new mod">
        <pc:chgData name="Duce, Patricia" userId="63213659-433f-4003-8b64-f125efbf754c" providerId="ADAL" clId="{E439987B-D5B0-48B2-8ADE-0B1AE58B5574}" dt="2024-09-16T18:13:44.225" v="127" actId="1076"/>
        <pc:sldMkLst>
          <pc:docMk/>
          <pc:sldMk cId="295562274" sldId="343"/>
        </pc:sldMkLst>
        <pc:spChg chg="del">
          <ac:chgData name="Duce, Patricia" userId="63213659-433f-4003-8b64-f125efbf754c" providerId="ADAL" clId="{E439987B-D5B0-48B2-8ADE-0B1AE58B5574}" dt="2024-09-16T18:13:15.270" v="119" actId="478"/>
          <ac:spMkLst>
            <pc:docMk/>
            <pc:sldMk cId="295562274" sldId="343"/>
            <ac:spMk id="2" creationId="{66BBB973-4036-66AA-7B8F-F2898F0B569F}"/>
          </ac:spMkLst>
        </pc:spChg>
        <pc:spChg chg="del">
          <ac:chgData name="Duce, Patricia" userId="63213659-433f-4003-8b64-f125efbf754c" providerId="ADAL" clId="{E439987B-D5B0-48B2-8ADE-0B1AE58B5574}" dt="2024-09-16T18:13:17.480" v="120" actId="22"/>
          <ac:spMkLst>
            <pc:docMk/>
            <pc:sldMk cId="295562274" sldId="343"/>
            <ac:spMk id="3" creationId="{A5BF0BF3-F520-64DD-8EA2-0D73F5E607DC}"/>
          </ac:spMkLst>
        </pc:spChg>
        <pc:picChg chg="add mod ord modCrop">
          <ac:chgData name="Duce, Patricia" userId="63213659-433f-4003-8b64-f125efbf754c" providerId="ADAL" clId="{E439987B-D5B0-48B2-8ADE-0B1AE58B5574}" dt="2024-09-16T18:13:44.225" v="127" actId="1076"/>
          <ac:picMkLst>
            <pc:docMk/>
            <pc:sldMk cId="295562274" sldId="343"/>
            <ac:picMk id="5" creationId="{16672BE4-5085-D427-DCAA-86E01C73ECB1}"/>
          </ac:picMkLst>
        </pc:picChg>
      </pc:sldChg>
      <pc:sldChg chg="addSp delSp modSp new mod">
        <pc:chgData name="Duce, Patricia" userId="63213659-433f-4003-8b64-f125efbf754c" providerId="ADAL" clId="{E439987B-D5B0-48B2-8ADE-0B1AE58B5574}" dt="2024-09-16T18:30:35.119" v="170" actId="1076"/>
        <pc:sldMkLst>
          <pc:docMk/>
          <pc:sldMk cId="987527127" sldId="344"/>
        </pc:sldMkLst>
        <pc:spChg chg="del">
          <ac:chgData name="Duce, Patricia" userId="63213659-433f-4003-8b64-f125efbf754c" providerId="ADAL" clId="{E439987B-D5B0-48B2-8ADE-0B1AE58B5574}" dt="2024-09-16T18:14:43.557" v="129" actId="478"/>
          <ac:spMkLst>
            <pc:docMk/>
            <pc:sldMk cId="987527127" sldId="344"/>
            <ac:spMk id="2" creationId="{B028C8B5-9738-6A0C-A9D6-3FDE836D797A}"/>
          </ac:spMkLst>
        </pc:spChg>
        <pc:spChg chg="del">
          <ac:chgData name="Duce, Patricia" userId="63213659-433f-4003-8b64-f125efbf754c" providerId="ADAL" clId="{E439987B-D5B0-48B2-8ADE-0B1AE58B5574}" dt="2024-09-16T18:14:40.874" v="128" actId="22"/>
          <ac:spMkLst>
            <pc:docMk/>
            <pc:sldMk cId="987527127" sldId="344"/>
            <ac:spMk id="3" creationId="{53F03D09-7ECA-E6F5-FAC3-145A52081579}"/>
          </ac:spMkLst>
        </pc:spChg>
        <pc:spChg chg="add del mod">
          <ac:chgData name="Duce, Patricia" userId="63213659-433f-4003-8b64-f125efbf754c" providerId="ADAL" clId="{E439987B-D5B0-48B2-8ADE-0B1AE58B5574}" dt="2024-09-16T18:30:14.203" v="164" actId="22"/>
          <ac:spMkLst>
            <pc:docMk/>
            <pc:sldMk cId="987527127" sldId="344"/>
            <ac:spMk id="7" creationId="{C3230BFF-323D-510E-66D0-A1F814A2892E}"/>
          </ac:spMkLst>
        </pc:spChg>
        <pc:picChg chg="add del mod ord modCrop">
          <ac:chgData name="Duce, Patricia" userId="63213659-433f-4003-8b64-f125efbf754c" providerId="ADAL" clId="{E439987B-D5B0-48B2-8ADE-0B1AE58B5574}" dt="2024-09-16T18:19:25.847" v="155" actId="21"/>
          <ac:picMkLst>
            <pc:docMk/>
            <pc:sldMk cId="987527127" sldId="344"/>
            <ac:picMk id="5" creationId="{B9E58163-A1FC-4D49-B43C-5DAC9FC8D2F1}"/>
          </ac:picMkLst>
        </pc:picChg>
        <pc:picChg chg="add mod ord modCrop">
          <ac:chgData name="Duce, Patricia" userId="63213659-433f-4003-8b64-f125efbf754c" providerId="ADAL" clId="{E439987B-D5B0-48B2-8ADE-0B1AE58B5574}" dt="2024-09-16T18:30:35.119" v="170" actId="1076"/>
          <ac:picMkLst>
            <pc:docMk/>
            <pc:sldMk cId="987527127" sldId="344"/>
            <ac:picMk id="9" creationId="{C0EE5967-4C9C-32C1-6B54-F95A1EC318A4}"/>
          </ac:picMkLst>
        </pc:picChg>
      </pc:sldChg>
      <pc:sldChg chg="addSp delSp modSp new mod ord">
        <pc:chgData name="Duce, Patricia" userId="63213659-433f-4003-8b64-f125efbf754c" providerId="ADAL" clId="{E439987B-D5B0-48B2-8ADE-0B1AE58B5574}" dt="2024-09-16T18:19:39.794" v="162"/>
        <pc:sldMkLst>
          <pc:docMk/>
          <pc:sldMk cId="823025497" sldId="345"/>
        </pc:sldMkLst>
        <pc:spChg chg="del">
          <ac:chgData name="Duce, Patricia" userId="63213659-433f-4003-8b64-f125efbf754c" providerId="ADAL" clId="{E439987B-D5B0-48B2-8ADE-0B1AE58B5574}" dt="2024-09-16T18:15:42.112" v="137" actId="478"/>
          <ac:spMkLst>
            <pc:docMk/>
            <pc:sldMk cId="823025497" sldId="345"/>
            <ac:spMk id="2" creationId="{5B3F761D-B152-F648-549D-514E597CE986}"/>
          </ac:spMkLst>
        </pc:spChg>
        <pc:spChg chg="del">
          <ac:chgData name="Duce, Patricia" userId="63213659-433f-4003-8b64-f125efbf754c" providerId="ADAL" clId="{E439987B-D5B0-48B2-8ADE-0B1AE58B5574}" dt="2024-09-16T18:15:39.123" v="136" actId="22"/>
          <ac:spMkLst>
            <pc:docMk/>
            <pc:sldMk cId="823025497" sldId="345"/>
            <ac:spMk id="3" creationId="{4C892D47-2952-DC6F-47A6-D51312885021}"/>
          </ac:spMkLst>
        </pc:spChg>
        <pc:picChg chg="add mod ord modCrop">
          <ac:chgData name="Duce, Patricia" userId="63213659-433f-4003-8b64-f125efbf754c" providerId="ADAL" clId="{E439987B-D5B0-48B2-8ADE-0B1AE58B5574}" dt="2024-09-16T18:16:02.679" v="144" actId="1076"/>
          <ac:picMkLst>
            <pc:docMk/>
            <pc:sldMk cId="823025497" sldId="345"/>
            <ac:picMk id="5" creationId="{5D882E7C-524F-7012-1728-40B17E905FFF}"/>
          </ac:picMkLst>
        </pc:picChg>
      </pc:sldChg>
      <pc:sldChg chg="addSp delSp modSp new mod ord">
        <pc:chgData name="Duce, Patricia" userId="63213659-433f-4003-8b64-f125efbf754c" providerId="ADAL" clId="{E439987B-D5B0-48B2-8ADE-0B1AE58B5574}" dt="2024-09-16T18:19:34.296" v="158" actId="1076"/>
        <pc:sldMkLst>
          <pc:docMk/>
          <pc:sldMk cId="1345245062" sldId="346"/>
        </pc:sldMkLst>
        <pc:spChg chg="del">
          <ac:chgData name="Duce, Patricia" userId="63213659-433f-4003-8b64-f125efbf754c" providerId="ADAL" clId="{E439987B-D5B0-48B2-8ADE-0B1AE58B5574}" dt="2024-09-16T18:18:40.962" v="146" actId="478"/>
          <ac:spMkLst>
            <pc:docMk/>
            <pc:sldMk cId="1345245062" sldId="346"/>
            <ac:spMk id="2" creationId="{4A72BF78-40C8-E4B7-C3D1-768E3E0252F0}"/>
          </ac:spMkLst>
        </pc:spChg>
        <pc:spChg chg="del">
          <ac:chgData name="Duce, Patricia" userId="63213659-433f-4003-8b64-f125efbf754c" providerId="ADAL" clId="{E439987B-D5B0-48B2-8ADE-0B1AE58B5574}" dt="2024-09-16T18:18:42.882" v="147" actId="22"/>
          <ac:spMkLst>
            <pc:docMk/>
            <pc:sldMk cId="1345245062" sldId="346"/>
            <ac:spMk id="3" creationId="{9DC01B3C-712E-A147-CC34-5F2B4B8231D1}"/>
          </ac:spMkLst>
        </pc:spChg>
        <pc:picChg chg="add mod ord modCrop">
          <ac:chgData name="Duce, Patricia" userId="63213659-433f-4003-8b64-f125efbf754c" providerId="ADAL" clId="{E439987B-D5B0-48B2-8ADE-0B1AE58B5574}" dt="2024-09-16T18:19:21.351" v="154" actId="1076"/>
          <ac:picMkLst>
            <pc:docMk/>
            <pc:sldMk cId="1345245062" sldId="346"/>
            <ac:picMk id="5" creationId="{881821C1-2F41-1E67-BD18-A29D05DD2504}"/>
          </ac:picMkLst>
        </pc:picChg>
        <pc:picChg chg="add mod">
          <ac:chgData name="Duce, Patricia" userId="63213659-433f-4003-8b64-f125efbf754c" providerId="ADAL" clId="{E439987B-D5B0-48B2-8ADE-0B1AE58B5574}" dt="2024-09-16T18:19:34.296" v="158" actId="1076"/>
          <ac:picMkLst>
            <pc:docMk/>
            <pc:sldMk cId="1345245062" sldId="346"/>
            <ac:picMk id="6" creationId="{3FF537B3-C85C-133D-309D-0B6CD6094C59}"/>
          </ac:picMkLst>
        </pc:picChg>
      </pc:sldChg>
      <pc:sldChg chg="modSp new mod">
        <pc:chgData name="Duce, Patricia" userId="63213659-433f-4003-8b64-f125efbf754c" providerId="ADAL" clId="{E439987B-D5B0-48B2-8ADE-0B1AE58B5574}" dt="2024-09-16T23:46:22.637" v="255" actId="20577"/>
        <pc:sldMkLst>
          <pc:docMk/>
          <pc:sldMk cId="341440540" sldId="347"/>
        </pc:sldMkLst>
        <pc:spChg chg="mod">
          <ac:chgData name="Duce, Patricia" userId="63213659-433f-4003-8b64-f125efbf754c" providerId="ADAL" clId="{E439987B-D5B0-48B2-8ADE-0B1AE58B5574}" dt="2024-09-16T18:43:05.349" v="224" actId="20577"/>
          <ac:spMkLst>
            <pc:docMk/>
            <pc:sldMk cId="341440540" sldId="347"/>
            <ac:spMk id="2" creationId="{AE21D9F6-BD83-F7AB-1FEE-CDB94B18DFF1}"/>
          </ac:spMkLst>
        </pc:spChg>
        <pc:spChg chg="mod">
          <ac:chgData name="Duce, Patricia" userId="63213659-433f-4003-8b64-f125efbf754c" providerId="ADAL" clId="{E439987B-D5B0-48B2-8ADE-0B1AE58B5574}" dt="2024-09-16T23:46:22.637" v="255" actId="20577"/>
          <ac:spMkLst>
            <pc:docMk/>
            <pc:sldMk cId="341440540" sldId="347"/>
            <ac:spMk id="3" creationId="{8FF18D83-4967-7625-F65B-C3A6DE1C9DB4}"/>
          </ac:spMkLst>
        </pc:spChg>
      </pc:sldChg>
      <pc:sldChg chg="delSp modSp new mod">
        <pc:chgData name="Duce, Patricia" userId="63213659-433f-4003-8b64-f125efbf754c" providerId="ADAL" clId="{E439987B-D5B0-48B2-8ADE-0B1AE58B5574}" dt="2024-09-16T23:49:01.387" v="279" actId="20577"/>
        <pc:sldMkLst>
          <pc:docMk/>
          <pc:sldMk cId="1854823459" sldId="348"/>
        </pc:sldMkLst>
        <pc:spChg chg="del">
          <ac:chgData name="Duce, Patricia" userId="63213659-433f-4003-8b64-f125efbf754c" providerId="ADAL" clId="{E439987B-D5B0-48B2-8ADE-0B1AE58B5574}" dt="2024-09-16T23:46:49.785" v="257" actId="478"/>
          <ac:spMkLst>
            <pc:docMk/>
            <pc:sldMk cId="1854823459" sldId="348"/>
            <ac:spMk id="2" creationId="{733BE967-4322-6332-9275-C5FEB5C7EBBC}"/>
          </ac:spMkLst>
        </pc:spChg>
        <pc:spChg chg="mod">
          <ac:chgData name="Duce, Patricia" userId="63213659-433f-4003-8b64-f125efbf754c" providerId="ADAL" clId="{E439987B-D5B0-48B2-8ADE-0B1AE58B5574}" dt="2024-09-16T23:49:01.387" v="279" actId="20577"/>
          <ac:spMkLst>
            <pc:docMk/>
            <pc:sldMk cId="1854823459" sldId="348"/>
            <ac:spMk id="3" creationId="{5B7A3815-7519-D5C9-C9D8-87A6AFA36334}"/>
          </ac:spMkLst>
        </pc:spChg>
      </pc:sldChg>
      <pc:sldChg chg="delSp modSp new mod">
        <pc:chgData name="Duce, Patricia" userId="63213659-433f-4003-8b64-f125efbf754c" providerId="ADAL" clId="{E439987B-D5B0-48B2-8ADE-0B1AE58B5574}" dt="2024-09-16T23:49:13.748" v="280" actId="113"/>
        <pc:sldMkLst>
          <pc:docMk/>
          <pc:sldMk cId="3285246215" sldId="349"/>
        </pc:sldMkLst>
        <pc:spChg chg="del">
          <ac:chgData name="Duce, Patricia" userId="63213659-433f-4003-8b64-f125efbf754c" providerId="ADAL" clId="{E439987B-D5B0-48B2-8ADE-0B1AE58B5574}" dt="2024-09-16T23:48:35.044" v="277" actId="478"/>
          <ac:spMkLst>
            <pc:docMk/>
            <pc:sldMk cId="3285246215" sldId="349"/>
            <ac:spMk id="2" creationId="{A70644AC-B285-722E-8E82-5D656429D615}"/>
          </ac:spMkLst>
        </pc:spChg>
        <pc:spChg chg="mod">
          <ac:chgData name="Duce, Patricia" userId="63213659-433f-4003-8b64-f125efbf754c" providerId="ADAL" clId="{E439987B-D5B0-48B2-8ADE-0B1AE58B5574}" dt="2024-09-16T23:49:13.748" v="280" actId="113"/>
          <ac:spMkLst>
            <pc:docMk/>
            <pc:sldMk cId="3285246215" sldId="349"/>
            <ac:spMk id="3" creationId="{DF16B877-50C1-1C57-7842-F2712CBC71B8}"/>
          </ac:spMkLst>
        </pc:spChg>
      </pc:sldChg>
      <pc:sldChg chg="delSp modSp new mod">
        <pc:chgData name="Duce, Patricia" userId="63213659-433f-4003-8b64-f125efbf754c" providerId="ADAL" clId="{E439987B-D5B0-48B2-8ADE-0B1AE58B5574}" dt="2024-09-16T23:51:42.378" v="300" actId="113"/>
        <pc:sldMkLst>
          <pc:docMk/>
          <pc:sldMk cId="4067184469" sldId="350"/>
        </pc:sldMkLst>
        <pc:spChg chg="del">
          <ac:chgData name="Duce, Patricia" userId="63213659-433f-4003-8b64-f125efbf754c" providerId="ADAL" clId="{E439987B-D5B0-48B2-8ADE-0B1AE58B5574}" dt="2024-09-16T23:50:28.687" v="284" actId="478"/>
          <ac:spMkLst>
            <pc:docMk/>
            <pc:sldMk cId="4067184469" sldId="350"/>
            <ac:spMk id="2" creationId="{3B803A45-E651-CD41-1B20-476927A3AF93}"/>
          </ac:spMkLst>
        </pc:spChg>
        <pc:spChg chg="mod">
          <ac:chgData name="Duce, Patricia" userId="63213659-433f-4003-8b64-f125efbf754c" providerId="ADAL" clId="{E439987B-D5B0-48B2-8ADE-0B1AE58B5574}" dt="2024-09-16T23:51:42.378" v="300" actId="113"/>
          <ac:spMkLst>
            <pc:docMk/>
            <pc:sldMk cId="4067184469" sldId="350"/>
            <ac:spMk id="3" creationId="{48569E08-8F6B-76F2-8C44-63168959CD53}"/>
          </ac:spMkLst>
        </pc:spChg>
      </pc:sldChg>
      <pc:sldChg chg="addSp delSp modSp new mod">
        <pc:chgData name="Duce, Patricia" userId="63213659-433f-4003-8b64-f125efbf754c" providerId="ADAL" clId="{E439987B-D5B0-48B2-8ADE-0B1AE58B5574}" dt="2024-09-16T23:57:37.317" v="326"/>
        <pc:sldMkLst>
          <pc:docMk/>
          <pc:sldMk cId="2997741252" sldId="351"/>
        </pc:sldMkLst>
        <pc:spChg chg="del">
          <ac:chgData name="Duce, Patricia" userId="63213659-433f-4003-8b64-f125efbf754c" providerId="ADAL" clId="{E439987B-D5B0-48B2-8ADE-0B1AE58B5574}" dt="2024-09-16T23:52:21.123" v="302" actId="478"/>
          <ac:spMkLst>
            <pc:docMk/>
            <pc:sldMk cId="2997741252" sldId="351"/>
            <ac:spMk id="2" creationId="{34331F0A-CEF6-0830-A8B7-09DB06D7B5A9}"/>
          </ac:spMkLst>
        </pc:spChg>
        <pc:spChg chg="del">
          <ac:chgData name="Duce, Patricia" userId="63213659-433f-4003-8b64-f125efbf754c" providerId="ADAL" clId="{E439987B-D5B0-48B2-8ADE-0B1AE58B5574}" dt="2024-09-16T23:52:23.059" v="303" actId="22"/>
          <ac:spMkLst>
            <pc:docMk/>
            <pc:sldMk cId="2997741252" sldId="351"/>
            <ac:spMk id="3" creationId="{7F4AE0E3-008A-4F17-04DE-914B8F9BD0BC}"/>
          </ac:spMkLst>
        </pc:spChg>
        <pc:picChg chg="add mod ord modCrop">
          <ac:chgData name="Duce, Patricia" userId="63213659-433f-4003-8b64-f125efbf754c" providerId="ADAL" clId="{E439987B-D5B0-48B2-8ADE-0B1AE58B5574}" dt="2024-09-16T23:56:53.919" v="317" actId="1076"/>
          <ac:picMkLst>
            <pc:docMk/>
            <pc:sldMk cId="2997741252" sldId="351"/>
            <ac:picMk id="5" creationId="{EB4B604F-7D4A-CDC0-4891-1432843B8198}"/>
          </ac:picMkLst>
        </pc:picChg>
        <pc:picChg chg="add mod">
          <ac:chgData name="Duce, Patricia" userId="63213659-433f-4003-8b64-f125efbf754c" providerId="ADAL" clId="{E439987B-D5B0-48B2-8ADE-0B1AE58B5574}" dt="2024-09-16T23:57:37.317" v="326"/>
          <ac:picMkLst>
            <pc:docMk/>
            <pc:sldMk cId="2997741252" sldId="351"/>
            <ac:picMk id="6" creationId="{36684907-8873-B60D-340B-8C21D96ABC4D}"/>
          </ac:picMkLst>
        </pc:picChg>
      </pc:sldChg>
      <pc:sldChg chg="addSp delSp modSp new mod">
        <pc:chgData name="Duce, Patricia" userId="63213659-433f-4003-8b64-f125efbf754c" providerId="ADAL" clId="{E439987B-D5B0-48B2-8ADE-0B1AE58B5574}" dt="2024-09-16T23:57:31.327" v="325" actId="21"/>
        <pc:sldMkLst>
          <pc:docMk/>
          <pc:sldMk cId="747968996" sldId="352"/>
        </pc:sldMkLst>
        <pc:spChg chg="del">
          <ac:chgData name="Duce, Patricia" userId="63213659-433f-4003-8b64-f125efbf754c" providerId="ADAL" clId="{E439987B-D5B0-48B2-8ADE-0B1AE58B5574}" dt="2024-09-16T23:52:49.981" v="310" actId="478"/>
          <ac:spMkLst>
            <pc:docMk/>
            <pc:sldMk cId="747968996" sldId="352"/>
            <ac:spMk id="2" creationId="{F57A0B55-A9C1-5E69-2DFF-78F6CD8D74A7}"/>
          </ac:spMkLst>
        </pc:spChg>
        <pc:spChg chg="del">
          <ac:chgData name="Duce, Patricia" userId="63213659-433f-4003-8b64-f125efbf754c" providerId="ADAL" clId="{E439987B-D5B0-48B2-8ADE-0B1AE58B5574}" dt="2024-09-16T23:52:47.081" v="309" actId="22"/>
          <ac:spMkLst>
            <pc:docMk/>
            <pc:sldMk cId="747968996" sldId="352"/>
            <ac:spMk id="3" creationId="{6D086577-4AE8-72F3-CAF1-D67C767DB604}"/>
          </ac:spMkLst>
        </pc:spChg>
        <pc:picChg chg="add mod ord modCrop">
          <ac:chgData name="Duce, Patricia" userId="63213659-433f-4003-8b64-f125efbf754c" providerId="ADAL" clId="{E439987B-D5B0-48B2-8ADE-0B1AE58B5574}" dt="2024-09-16T23:53:04.817" v="316" actId="1076"/>
          <ac:picMkLst>
            <pc:docMk/>
            <pc:sldMk cId="747968996" sldId="352"/>
            <ac:picMk id="5" creationId="{A9E360C8-F541-3550-16C3-B4D0F55514BC}"/>
          </ac:picMkLst>
        </pc:picChg>
        <pc:picChg chg="add del mod">
          <ac:chgData name="Duce, Patricia" userId="63213659-433f-4003-8b64-f125efbf754c" providerId="ADAL" clId="{E439987B-D5B0-48B2-8ADE-0B1AE58B5574}" dt="2024-09-16T23:57:31.327" v="325" actId="21"/>
          <ac:picMkLst>
            <pc:docMk/>
            <pc:sldMk cId="747968996" sldId="352"/>
            <ac:picMk id="6" creationId="{41933968-C079-7025-06F2-022B019CC80F}"/>
          </ac:picMkLst>
        </pc:picChg>
      </pc:sldChg>
      <pc:sldChg chg="addSp delSp modSp new mod">
        <pc:chgData name="Duce, Patricia" userId="63213659-433f-4003-8b64-f125efbf754c" providerId="ADAL" clId="{E439987B-D5B0-48B2-8ADE-0B1AE58B5574}" dt="2024-09-17T00:03:15.430" v="346" actId="1076"/>
        <pc:sldMkLst>
          <pc:docMk/>
          <pc:sldMk cId="42002827" sldId="353"/>
        </pc:sldMkLst>
        <pc:spChg chg="del">
          <ac:chgData name="Duce, Patricia" userId="63213659-433f-4003-8b64-f125efbf754c" providerId="ADAL" clId="{E439987B-D5B0-48B2-8ADE-0B1AE58B5574}" dt="2024-09-17T00:02:03.047" v="328" actId="478"/>
          <ac:spMkLst>
            <pc:docMk/>
            <pc:sldMk cId="42002827" sldId="353"/>
            <ac:spMk id="2" creationId="{B72F3FC5-1DD7-BB64-23BE-81877499388A}"/>
          </ac:spMkLst>
        </pc:spChg>
        <pc:spChg chg="del mod">
          <ac:chgData name="Duce, Patricia" userId="63213659-433f-4003-8b64-f125efbf754c" providerId="ADAL" clId="{E439987B-D5B0-48B2-8ADE-0B1AE58B5574}" dt="2024-09-16T23:57:13.015" v="322" actId="21"/>
          <ac:spMkLst>
            <pc:docMk/>
            <pc:sldMk cId="42002827" sldId="353"/>
            <ac:spMk id="3" creationId="{91EC8DE5-1384-2C26-495B-9E31E7CBEAC1}"/>
          </ac:spMkLst>
        </pc:spChg>
        <pc:spChg chg="add del mod">
          <ac:chgData name="Duce, Patricia" userId="63213659-433f-4003-8b64-f125efbf754c" providerId="ADAL" clId="{E439987B-D5B0-48B2-8ADE-0B1AE58B5574}" dt="2024-09-17T00:01:59.111" v="327" actId="22"/>
          <ac:spMkLst>
            <pc:docMk/>
            <pc:sldMk cId="42002827" sldId="353"/>
            <ac:spMk id="5" creationId="{6927E351-36AD-A9B6-2946-BBC66FEB148E}"/>
          </ac:spMkLst>
        </pc:spChg>
        <pc:picChg chg="add mod ord modCrop">
          <ac:chgData name="Duce, Patricia" userId="63213659-433f-4003-8b64-f125efbf754c" providerId="ADAL" clId="{E439987B-D5B0-48B2-8ADE-0B1AE58B5574}" dt="2024-09-17T00:02:15.774" v="332" actId="1076"/>
          <ac:picMkLst>
            <pc:docMk/>
            <pc:sldMk cId="42002827" sldId="353"/>
            <ac:picMk id="7" creationId="{445B3553-AC5F-7A55-ADB8-49715D98D239}"/>
          </ac:picMkLst>
        </pc:picChg>
        <pc:picChg chg="add mod modCrop">
          <ac:chgData name="Duce, Patricia" userId="63213659-433f-4003-8b64-f125efbf754c" providerId="ADAL" clId="{E439987B-D5B0-48B2-8ADE-0B1AE58B5574}" dt="2024-09-17T00:03:15.430" v="346" actId="1076"/>
          <ac:picMkLst>
            <pc:docMk/>
            <pc:sldMk cId="42002827" sldId="353"/>
            <ac:picMk id="9" creationId="{A19AFF12-5F8A-D06A-D051-35361CD522C6}"/>
          </ac:picMkLst>
        </pc:picChg>
        <pc:picChg chg="add mod modCrop">
          <ac:chgData name="Duce, Patricia" userId="63213659-433f-4003-8b64-f125efbf754c" providerId="ADAL" clId="{E439987B-D5B0-48B2-8ADE-0B1AE58B5574}" dt="2024-09-17T00:03:07.149" v="344" actId="1076"/>
          <ac:picMkLst>
            <pc:docMk/>
            <pc:sldMk cId="42002827" sldId="353"/>
            <ac:picMk id="11" creationId="{2D5C2C20-851D-52E7-0E7F-201D5F2636CB}"/>
          </ac:picMkLst>
        </pc:picChg>
      </pc:sldChg>
      <pc:sldChg chg="addSp delSp modSp new mod">
        <pc:chgData name="Duce, Patricia" userId="63213659-433f-4003-8b64-f125efbf754c" providerId="ADAL" clId="{E439987B-D5B0-48B2-8ADE-0B1AE58B5574}" dt="2024-09-17T00:04:12.133" v="356" actId="1076"/>
        <pc:sldMkLst>
          <pc:docMk/>
          <pc:sldMk cId="2333174619" sldId="354"/>
        </pc:sldMkLst>
        <pc:spChg chg="del">
          <ac:chgData name="Duce, Patricia" userId="63213659-433f-4003-8b64-f125efbf754c" providerId="ADAL" clId="{E439987B-D5B0-48B2-8ADE-0B1AE58B5574}" dt="2024-09-17T00:03:48.674" v="349" actId="478"/>
          <ac:spMkLst>
            <pc:docMk/>
            <pc:sldMk cId="2333174619" sldId="354"/>
            <ac:spMk id="2" creationId="{E33FC4A3-3FC4-F362-A36F-928DDA28287B}"/>
          </ac:spMkLst>
        </pc:spChg>
        <pc:spChg chg="del">
          <ac:chgData name="Duce, Patricia" userId="63213659-433f-4003-8b64-f125efbf754c" providerId="ADAL" clId="{E439987B-D5B0-48B2-8ADE-0B1AE58B5574}" dt="2024-09-17T00:03:45.458" v="348" actId="22"/>
          <ac:spMkLst>
            <pc:docMk/>
            <pc:sldMk cId="2333174619" sldId="354"/>
            <ac:spMk id="3" creationId="{399706D1-5D06-0B3D-2D54-78919866D81E}"/>
          </ac:spMkLst>
        </pc:spChg>
        <pc:picChg chg="add mod ord modCrop">
          <ac:chgData name="Duce, Patricia" userId="63213659-433f-4003-8b64-f125efbf754c" providerId="ADAL" clId="{E439987B-D5B0-48B2-8ADE-0B1AE58B5574}" dt="2024-09-17T00:04:12.133" v="356" actId="1076"/>
          <ac:picMkLst>
            <pc:docMk/>
            <pc:sldMk cId="2333174619" sldId="354"/>
            <ac:picMk id="5" creationId="{641E569F-AF3A-DC64-69B2-29249FEA387D}"/>
          </ac:picMkLst>
        </pc:picChg>
      </pc:sldChg>
      <pc:sldChg chg="addSp delSp modSp new mod">
        <pc:chgData name="Duce, Patricia" userId="63213659-433f-4003-8b64-f125efbf754c" providerId="ADAL" clId="{E439987B-D5B0-48B2-8ADE-0B1AE58B5574}" dt="2024-09-17T00:05:24.389" v="365" actId="1076"/>
        <pc:sldMkLst>
          <pc:docMk/>
          <pc:sldMk cId="3325859002" sldId="355"/>
        </pc:sldMkLst>
        <pc:spChg chg="del">
          <ac:chgData name="Duce, Patricia" userId="63213659-433f-4003-8b64-f125efbf754c" providerId="ADAL" clId="{E439987B-D5B0-48B2-8ADE-0B1AE58B5574}" dt="2024-09-17T00:05:04.443" v="359" actId="478"/>
          <ac:spMkLst>
            <pc:docMk/>
            <pc:sldMk cId="3325859002" sldId="355"/>
            <ac:spMk id="2" creationId="{0145CFA8-93F1-382E-B306-BFF465E9D667}"/>
          </ac:spMkLst>
        </pc:spChg>
        <pc:spChg chg="del">
          <ac:chgData name="Duce, Patricia" userId="63213659-433f-4003-8b64-f125efbf754c" providerId="ADAL" clId="{E439987B-D5B0-48B2-8ADE-0B1AE58B5574}" dt="2024-09-17T00:05:02.017" v="358" actId="22"/>
          <ac:spMkLst>
            <pc:docMk/>
            <pc:sldMk cId="3325859002" sldId="355"/>
            <ac:spMk id="3" creationId="{CA3E3A76-6BCF-1C37-2964-AFB7990C3A0E}"/>
          </ac:spMkLst>
        </pc:spChg>
        <pc:picChg chg="add mod ord modCrop">
          <ac:chgData name="Duce, Patricia" userId="63213659-433f-4003-8b64-f125efbf754c" providerId="ADAL" clId="{E439987B-D5B0-48B2-8ADE-0B1AE58B5574}" dt="2024-09-17T00:05:24.389" v="365" actId="1076"/>
          <ac:picMkLst>
            <pc:docMk/>
            <pc:sldMk cId="3325859002" sldId="355"/>
            <ac:picMk id="5" creationId="{EF6B880E-8E70-87B3-CBC2-DA970BB40D26}"/>
          </ac:picMkLst>
        </pc:picChg>
      </pc:sldChg>
    </pc:docChg>
  </pc:docChgLst>
  <pc:docChgLst>
    <pc:chgData name="Duce, Patricia" userId="63213659-433f-4003-8b64-f125efbf754c" providerId="ADAL" clId="{F314CE86-97E4-4C5B-A101-407BD3F42E87}"/>
    <pc:docChg chg="custSel modSld sldOrd">
      <pc:chgData name="Duce, Patricia" userId="63213659-433f-4003-8b64-f125efbf754c" providerId="ADAL" clId="{F314CE86-97E4-4C5B-A101-407BD3F42E87}" dt="2023-09-18T20:02:28.782" v="15"/>
      <pc:docMkLst>
        <pc:docMk/>
      </pc:docMkLst>
      <pc:sldChg chg="ord">
        <pc:chgData name="Duce, Patricia" userId="63213659-433f-4003-8b64-f125efbf754c" providerId="ADAL" clId="{F314CE86-97E4-4C5B-A101-407BD3F42E87}" dt="2023-09-18T20:02:28.782" v="15"/>
        <pc:sldMkLst>
          <pc:docMk/>
          <pc:sldMk cId="404153498" sldId="264"/>
        </pc:sldMkLst>
      </pc:sldChg>
      <pc:sldChg chg="addSp delSp modSp mod">
        <pc:chgData name="Duce, Patricia" userId="63213659-433f-4003-8b64-f125efbf754c" providerId="ADAL" clId="{F314CE86-97E4-4C5B-A101-407BD3F42E87}" dt="2023-09-18T19:43:11.935" v="5" actId="1076"/>
        <pc:sldMkLst>
          <pc:docMk/>
          <pc:sldMk cId="1878670132" sldId="294"/>
        </pc:sldMkLst>
        <pc:picChg chg="add mod modCrop">
          <ac:chgData name="Duce, Patricia" userId="63213659-433f-4003-8b64-f125efbf754c" providerId="ADAL" clId="{F314CE86-97E4-4C5B-A101-407BD3F42E87}" dt="2023-09-18T19:43:11.935" v="5" actId="1076"/>
          <ac:picMkLst>
            <pc:docMk/>
            <pc:sldMk cId="1878670132" sldId="294"/>
            <ac:picMk id="4" creationId="{43B5975C-B23D-1BFA-033F-10DA283E1D48}"/>
          </ac:picMkLst>
        </pc:picChg>
        <pc:picChg chg="del">
          <ac:chgData name="Duce, Patricia" userId="63213659-433f-4003-8b64-f125efbf754c" providerId="ADAL" clId="{F314CE86-97E4-4C5B-A101-407BD3F42E87}" dt="2023-09-18T19:42:42.251" v="0" actId="478"/>
          <ac:picMkLst>
            <pc:docMk/>
            <pc:sldMk cId="1878670132" sldId="294"/>
            <ac:picMk id="5" creationId="{6BDA6F7D-2723-B3D3-AF5B-7FF3F9FA7E66}"/>
          </ac:picMkLst>
        </pc:picChg>
      </pc:sldChg>
      <pc:sldChg chg="addSp delSp modSp mod">
        <pc:chgData name="Duce, Patricia" userId="63213659-433f-4003-8b64-f125efbf754c" providerId="ADAL" clId="{F314CE86-97E4-4C5B-A101-407BD3F42E87}" dt="2023-09-18T19:43:41.741" v="13" actId="1076"/>
        <pc:sldMkLst>
          <pc:docMk/>
          <pc:sldMk cId="1347616616" sldId="333"/>
        </pc:sldMkLst>
        <pc:picChg chg="add mod modCrop">
          <ac:chgData name="Duce, Patricia" userId="63213659-433f-4003-8b64-f125efbf754c" providerId="ADAL" clId="{F314CE86-97E4-4C5B-A101-407BD3F42E87}" dt="2023-09-18T19:43:41.741" v="13" actId="1076"/>
          <ac:picMkLst>
            <pc:docMk/>
            <pc:sldMk cId="1347616616" sldId="333"/>
            <ac:picMk id="4" creationId="{50AE6284-F524-70EF-CBB2-C5754F98B07A}"/>
          </ac:picMkLst>
        </pc:picChg>
        <pc:picChg chg="del">
          <ac:chgData name="Duce, Patricia" userId="63213659-433f-4003-8b64-f125efbf754c" providerId="ADAL" clId="{F314CE86-97E4-4C5B-A101-407BD3F42E87}" dt="2023-09-18T19:43:19.689" v="6" actId="478"/>
          <ac:picMkLst>
            <pc:docMk/>
            <pc:sldMk cId="1347616616" sldId="333"/>
            <ac:picMk id="5" creationId="{6BDA6F7D-2723-B3D3-AF5B-7FF3F9FA7E66}"/>
          </ac:picMkLst>
        </pc:picChg>
      </pc:sldChg>
    </pc:docChg>
  </pc:docChgLst>
  <pc:docChgLst>
    <pc:chgData name="Duce, Patricia" userId="63213659-433f-4003-8b64-f125efbf754c" providerId="ADAL" clId="{389D8626-C0EA-4753-A8C8-F0999A5E26AC}"/>
    <pc:docChg chg="custSel addSld modSld">
      <pc:chgData name="Duce, Patricia" userId="63213659-433f-4003-8b64-f125efbf754c" providerId="ADAL" clId="{389D8626-C0EA-4753-A8C8-F0999A5E26AC}" dt="2021-09-08T04:02:39.839" v="201" actId="20577"/>
      <pc:docMkLst>
        <pc:docMk/>
      </pc:docMkLst>
      <pc:sldChg chg="modSp mod">
        <pc:chgData name="Duce, Patricia" userId="63213659-433f-4003-8b64-f125efbf754c" providerId="ADAL" clId="{389D8626-C0EA-4753-A8C8-F0999A5E26AC}" dt="2021-09-08T03:43:35.092" v="10" actId="20577"/>
        <pc:sldMkLst>
          <pc:docMk/>
          <pc:sldMk cId="3498493776" sldId="256"/>
        </pc:sldMkLst>
        <pc:spChg chg="mod">
          <ac:chgData name="Duce, Patricia" userId="63213659-433f-4003-8b64-f125efbf754c" providerId="ADAL" clId="{389D8626-C0EA-4753-A8C8-F0999A5E26AC}" dt="2021-09-08T03:43:35.092" v="10" actId="20577"/>
          <ac:spMkLst>
            <pc:docMk/>
            <pc:sldMk cId="3498493776" sldId="256"/>
            <ac:spMk id="3" creationId="{0A406270-7D9E-43AB-855A-6F2CCDB17B42}"/>
          </ac:spMkLst>
        </pc:spChg>
      </pc:sldChg>
      <pc:sldChg chg="addSp delSp modSp mod">
        <pc:chgData name="Duce, Patricia" userId="63213659-433f-4003-8b64-f125efbf754c" providerId="ADAL" clId="{389D8626-C0EA-4753-A8C8-F0999A5E26AC}" dt="2021-09-08T03:45:21.669" v="19" actId="14100"/>
        <pc:sldMkLst>
          <pc:docMk/>
          <pc:sldMk cId="1878670132" sldId="294"/>
        </pc:sldMkLst>
        <pc:spChg chg="del mod">
          <ac:chgData name="Duce, Patricia" userId="63213659-433f-4003-8b64-f125efbf754c" providerId="ADAL" clId="{389D8626-C0EA-4753-A8C8-F0999A5E26AC}" dt="2021-09-08T03:44:43.257" v="13" actId="22"/>
          <ac:spMkLst>
            <pc:docMk/>
            <pc:sldMk cId="1878670132" sldId="294"/>
            <ac:spMk id="3" creationId="{00000000-0000-0000-0000-000000000000}"/>
          </ac:spMkLst>
        </pc:spChg>
        <pc:picChg chg="add mod ord modCrop">
          <ac:chgData name="Duce, Patricia" userId="63213659-433f-4003-8b64-f125efbf754c" providerId="ADAL" clId="{389D8626-C0EA-4753-A8C8-F0999A5E26AC}" dt="2021-09-08T03:45:21.669" v="19" actId="14100"/>
          <ac:picMkLst>
            <pc:docMk/>
            <pc:sldMk cId="1878670132" sldId="294"/>
            <ac:picMk id="5" creationId="{CDEF452B-EB71-459E-83FE-6F921C24A53D}"/>
          </ac:picMkLst>
        </pc:picChg>
      </pc:sldChg>
      <pc:sldChg chg="addSp delSp modSp new mod">
        <pc:chgData name="Duce, Patricia" userId="63213659-433f-4003-8b64-f125efbf754c" providerId="ADAL" clId="{389D8626-C0EA-4753-A8C8-F0999A5E26AC}" dt="2021-09-08T03:48:01.836" v="37" actId="14100"/>
        <pc:sldMkLst>
          <pc:docMk/>
          <pc:sldMk cId="771729870" sldId="307"/>
        </pc:sldMkLst>
        <pc:spChg chg="mod">
          <ac:chgData name="Duce, Patricia" userId="63213659-433f-4003-8b64-f125efbf754c" providerId="ADAL" clId="{389D8626-C0EA-4753-A8C8-F0999A5E26AC}" dt="2021-09-08T03:47:04.274" v="29" actId="14100"/>
          <ac:spMkLst>
            <pc:docMk/>
            <pc:sldMk cId="771729870" sldId="307"/>
            <ac:spMk id="2" creationId="{A32F3B4B-6C40-48FF-8102-0492BAE380CB}"/>
          </ac:spMkLst>
        </pc:spChg>
        <pc:spChg chg="del">
          <ac:chgData name="Duce, Patricia" userId="63213659-433f-4003-8b64-f125efbf754c" providerId="ADAL" clId="{389D8626-C0EA-4753-A8C8-F0999A5E26AC}" dt="2021-09-08T03:47:26.434" v="30" actId="22"/>
          <ac:spMkLst>
            <pc:docMk/>
            <pc:sldMk cId="771729870" sldId="307"/>
            <ac:spMk id="3" creationId="{AF5A65F8-46D4-4FAE-95FD-8A02C2F1BBCA}"/>
          </ac:spMkLst>
        </pc:spChg>
        <pc:picChg chg="add mod ord modCrop">
          <ac:chgData name="Duce, Patricia" userId="63213659-433f-4003-8b64-f125efbf754c" providerId="ADAL" clId="{389D8626-C0EA-4753-A8C8-F0999A5E26AC}" dt="2021-09-08T03:48:01.836" v="37" actId="14100"/>
          <ac:picMkLst>
            <pc:docMk/>
            <pc:sldMk cId="771729870" sldId="307"/>
            <ac:picMk id="5" creationId="{813F7EEE-39DA-49E1-8FF5-C13F77C821AB}"/>
          </ac:picMkLst>
        </pc:picChg>
      </pc:sldChg>
      <pc:sldChg chg="addSp delSp modSp add mod">
        <pc:chgData name="Duce, Patricia" userId="63213659-433f-4003-8b64-f125efbf754c" providerId="ADAL" clId="{389D8626-C0EA-4753-A8C8-F0999A5E26AC}" dt="2021-09-08T03:50:37.676" v="51" actId="1076"/>
        <pc:sldMkLst>
          <pc:docMk/>
          <pc:sldMk cId="2220889547" sldId="308"/>
        </pc:sldMkLst>
        <pc:spChg chg="mod">
          <ac:chgData name="Duce, Patricia" userId="63213659-433f-4003-8b64-f125efbf754c" providerId="ADAL" clId="{389D8626-C0EA-4753-A8C8-F0999A5E26AC}" dt="2021-09-08T03:49:23.624" v="43" actId="113"/>
          <ac:spMkLst>
            <pc:docMk/>
            <pc:sldMk cId="2220889547" sldId="308"/>
            <ac:spMk id="2" creationId="{A32F3B4B-6C40-48FF-8102-0492BAE380CB}"/>
          </ac:spMkLst>
        </pc:spChg>
        <pc:spChg chg="add del mod">
          <ac:chgData name="Duce, Patricia" userId="63213659-433f-4003-8b64-f125efbf754c" providerId="ADAL" clId="{389D8626-C0EA-4753-A8C8-F0999A5E26AC}" dt="2021-09-08T03:50:07.701" v="45" actId="22"/>
          <ac:spMkLst>
            <pc:docMk/>
            <pc:sldMk cId="2220889547" sldId="308"/>
            <ac:spMk id="4" creationId="{5C1F841B-D310-48E4-BE45-E326FDF65EB4}"/>
          </ac:spMkLst>
        </pc:spChg>
        <pc:picChg chg="del">
          <ac:chgData name="Duce, Patricia" userId="63213659-433f-4003-8b64-f125efbf754c" providerId="ADAL" clId="{389D8626-C0EA-4753-A8C8-F0999A5E26AC}" dt="2021-09-08T03:50:04.547" v="44" actId="478"/>
          <ac:picMkLst>
            <pc:docMk/>
            <pc:sldMk cId="2220889547" sldId="308"/>
            <ac:picMk id="5" creationId="{813F7EEE-39DA-49E1-8FF5-C13F77C821AB}"/>
          </ac:picMkLst>
        </pc:picChg>
        <pc:picChg chg="add mod ord modCrop">
          <ac:chgData name="Duce, Patricia" userId="63213659-433f-4003-8b64-f125efbf754c" providerId="ADAL" clId="{389D8626-C0EA-4753-A8C8-F0999A5E26AC}" dt="2021-09-08T03:50:37.676" v="51" actId="1076"/>
          <ac:picMkLst>
            <pc:docMk/>
            <pc:sldMk cId="2220889547" sldId="308"/>
            <ac:picMk id="7" creationId="{275BCBE8-A4C2-4956-8AE6-3E320DB2AB13}"/>
          </ac:picMkLst>
        </pc:picChg>
      </pc:sldChg>
      <pc:sldChg chg="modSp new mod">
        <pc:chgData name="Duce, Patricia" userId="63213659-433f-4003-8b64-f125efbf754c" providerId="ADAL" clId="{389D8626-C0EA-4753-A8C8-F0999A5E26AC}" dt="2021-09-08T03:55:25.879" v="120" actId="20577"/>
        <pc:sldMkLst>
          <pc:docMk/>
          <pc:sldMk cId="2619965230" sldId="309"/>
        </pc:sldMkLst>
        <pc:spChg chg="mod">
          <ac:chgData name="Duce, Patricia" userId="63213659-433f-4003-8b64-f125efbf754c" providerId="ADAL" clId="{389D8626-C0EA-4753-A8C8-F0999A5E26AC}" dt="2021-09-08T03:54:40.681" v="107" actId="113"/>
          <ac:spMkLst>
            <pc:docMk/>
            <pc:sldMk cId="2619965230" sldId="309"/>
            <ac:spMk id="2" creationId="{313794F0-CECE-4AE2-8C10-B9F1C2DC0FAB}"/>
          </ac:spMkLst>
        </pc:spChg>
        <pc:spChg chg="mod">
          <ac:chgData name="Duce, Patricia" userId="63213659-433f-4003-8b64-f125efbf754c" providerId="ADAL" clId="{389D8626-C0EA-4753-A8C8-F0999A5E26AC}" dt="2021-09-08T03:55:25.879" v="120" actId="20577"/>
          <ac:spMkLst>
            <pc:docMk/>
            <pc:sldMk cId="2619965230" sldId="309"/>
            <ac:spMk id="3" creationId="{1AAAF05F-ECD8-436F-8D4A-AF17BB900353}"/>
          </ac:spMkLst>
        </pc:spChg>
      </pc:sldChg>
      <pc:sldChg chg="addSp delSp modSp new mod">
        <pc:chgData name="Duce, Patricia" userId="63213659-433f-4003-8b64-f125efbf754c" providerId="ADAL" clId="{389D8626-C0EA-4753-A8C8-F0999A5E26AC}" dt="2021-09-08T03:58:03.627" v="131" actId="1076"/>
        <pc:sldMkLst>
          <pc:docMk/>
          <pc:sldMk cId="2207948931" sldId="310"/>
        </pc:sldMkLst>
        <pc:spChg chg="del">
          <ac:chgData name="Duce, Patricia" userId="63213659-433f-4003-8b64-f125efbf754c" providerId="ADAL" clId="{389D8626-C0EA-4753-A8C8-F0999A5E26AC}" dt="2021-09-08T03:57:37.248" v="126" actId="478"/>
          <ac:spMkLst>
            <pc:docMk/>
            <pc:sldMk cId="2207948931" sldId="310"/>
            <ac:spMk id="2" creationId="{E39CED52-832E-4288-A6EB-C81D78108320}"/>
          </ac:spMkLst>
        </pc:spChg>
        <pc:spChg chg="del">
          <ac:chgData name="Duce, Patricia" userId="63213659-433f-4003-8b64-f125efbf754c" providerId="ADAL" clId="{389D8626-C0EA-4753-A8C8-F0999A5E26AC}" dt="2021-09-08T03:56:39.855" v="122" actId="22"/>
          <ac:spMkLst>
            <pc:docMk/>
            <pc:sldMk cId="2207948931" sldId="310"/>
            <ac:spMk id="3" creationId="{C0651CE5-9FBF-4A90-9B6C-87DABF11AB4A}"/>
          </ac:spMkLst>
        </pc:spChg>
        <pc:spChg chg="add del mod">
          <ac:chgData name="Duce, Patricia" userId="63213659-433f-4003-8b64-f125efbf754c" providerId="ADAL" clId="{389D8626-C0EA-4753-A8C8-F0999A5E26AC}" dt="2021-09-08T03:57:41.307" v="127" actId="22"/>
          <ac:spMkLst>
            <pc:docMk/>
            <pc:sldMk cId="2207948931" sldId="310"/>
            <ac:spMk id="7" creationId="{1C8C219E-9F63-4267-A4F5-25797BFE7378}"/>
          </ac:spMkLst>
        </pc:spChg>
        <pc:picChg chg="add del mod ord modCrop">
          <ac:chgData name="Duce, Patricia" userId="63213659-433f-4003-8b64-f125efbf754c" providerId="ADAL" clId="{389D8626-C0EA-4753-A8C8-F0999A5E26AC}" dt="2021-09-08T03:57:29.462" v="125" actId="478"/>
          <ac:picMkLst>
            <pc:docMk/>
            <pc:sldMk cId="2207948931" sldId="310"/>
            <ac:picMk id="5" creationId="{B91AF71B-BB75-4EF5-BC28-93EA07782EFB}"/>
          </ac:picMkLst>
        </pc:picChg>
        <pc:picChg chg="add mod ord modCrop">
          <ac:chgData name="Duce, Patricia" userId="63213659-433f-4003-8b64-f125efbf754c" providerId="ADAL" clId="{389D8626-C0EA-4753-A8C8-F0999A5E26AC}" dt="2021-09-08T03:58:03.627" v="131" actId="1076"/>
          <ac:picMkLst>
            <pc:docMk/>
            <pc:sldMk cId="2207948931" sldId="310"/>
            <ac:picMk id="9" creationId="{08320EC0-E408-4F0E-9689-61CEAE16CBF5}"/>
          </ac:picMkLst>
        </pc:picChg>
      </pc:sldChg>
      <pc:sldChg chg="delSp modSp new mod">
        <pc:chgData name="Duce, Patricia" userId="63213659-433f-4003-8b64-f125efbf754c" providerId="ADAL" clId="{389D8626-C0EA-4753-A8C8-F0999A5E26AC}" dt="2021-09-08T04:02:39.839" v="201" actId="20577"/>
        <pc:sldMkLst>
          <pc:docMk/>
          <pc:sldMk cId="2944333858" sldId="311"/>
        </pc:sldMkLst>
        <pc:spChg chg="del">
          <ac:chgData name="Duce, Patricia" userId="63213659-433f-4003-8b64-f125efbf754c" providerId="ADAL" clId="{389D8626-C0EA-4753-A8C8-F0999A5E26AC}" dt="2021-09-08T03:59:24.109" v="167" actId="478"/>
          <ac:spMkLst>
            <pc:docMk/>
            <pc:sldMk cId="2944333858" sldId="311"/>
            <ac:spMk id="2" creationId="{E37458D6-34AB-430D-B633-1F16BB46182A}"/>
          </ac:spMkLst>
        </pc:spChg>
        <pc:spChg chg="mod">
          <ac:chgData name="Duce, Patricia" userId="63213659-433f-4003-8b64-f125efbf754c" providerId="ADAL" clId="{389D8626-C0EA-4753-A8C8-F0999A5E26AC}" dt="2021-09-08T04:02:39.839" v="201" actId="20577"/>
          <ac:spMkLst>
            <pc:docMk/>
            <pc:sldMk cId="2944333858" sldId="311"/>
            <ac:spMk id="3" creationId="{39C41AF0-F37F-4D75-AC65-6F7D7B3AB41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D7F3-8B2E-4011-A846-E7BEE7AFF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A5E49-1573-44FF-A1E5-AB18776B7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E6749-DAA8-4A7F-8283-AA7254BE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9E78-44B0-4FFB-8A3B-E2EB634DB70E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98558-4DCF-49B1-868C-AAF5A1662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B2812-17C9-4B0C-A8DF-371A61B8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C787-BA1D-40CC-BA87-5D46AF34D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2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05498-D9BA-4941-9936-53F22BA3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6AB07-5EA6-4C67-8283-A1798AECF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E2B03-3A76-47B1-AC45-DA9541596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9E78-44B0-4FFB-8A3B-E2EB634DB70E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58F51-CAD7-4419-818D-B048E0E56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6596C-5C41-43DE-8D9C-56B47608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C787-BA1D-40CC-BA87-5D46AF34D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32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432F6-F2CE-4794-AA61-8E73E374C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67733-8F82-416F-B5C4-3D314913E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2CA28-3FB7-4865-A3BD-26B38599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9E78-44B0-4FFB-8A3B-E2EB634DB70E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22913-B86A-43E8-AFC6-038F9F816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44B50-1D4B-43D7-B2D2-37F48396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C787-BA1D-40CC-BA87-5D46AF34D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0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F0D6-7D80-4CE0-A771-59B63143A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C4089-C3C0-422E-933D-CD2A73DB1B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D1B73-29B5-4EE6-8A26-13455886E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17FD0-EBB0-49EB-A5DA-679BBDEE9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9E78-44B0-4FFB-8A3B-E2EB634DB70E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46F6C-2062-472D-95E1-7E4356B7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5625F-D03B-4F36-95B8-A615928E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C787-BA1D-40CC-BA87-5D46AF34D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5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C681F-0F08-4FA2-8A5A-148BF9E6C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9C1D5-BB8E-4E54-A1FA-3295AA156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6B6CD-A89F-492D-BD9F-68D0802D4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85A0C6-ABCA-450D-935C-98A8A43E86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BF8F3B-A50B-4B8F-B3ED-0ED57F87E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5A97A0-B3CA-4F7F-AB78-6989715C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9E78-44B0-4FFB-8A3B-E2EB634DB70E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8C5669-2961-4858-A5D2-32F51A84A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4F66DC-8A68-47BC-AD99-E45849D4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C787-BA1D-40CC-BA87-5D46AF34D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02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F2B19-0765-4B7D-BCAF-2B2012918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83A861-0057-4A1C-AB58-5CB32EEA8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9E78-44B0-4FFB-8A3B-E2EB634DB70E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53626E-0929-460C-9B21-7819A3997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42736-A615-4B9E-A416-6B369EEA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C787-BA1D-40CC-BA87-5D46AF34D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84F9A2-868F-4142-BC36-ADB2FAED8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9E78-44B0-4FFB-8A3B-E2EB634DB70E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ED7BE-9D1D-4A8D-9E46-399846A49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EF9ED-FAD0-4C05-ADEB-F56E25312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C787-BA1D-40CC-BA87-5D46AF34D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33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F4620-CE9E-4ED3-BF85-BDCD8E46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C0AAF-7C05-4F2D-B67D-34FCFDBA1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A523E-00A1-4FC7-A3C2-8E83BDDC8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C2F2F-5D80-4AE0-B291-17C289B91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9E78-44B0-4FFB-8A3B-E2EB634DB70E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FBE00-4FF2-459F-A14D-D2D7CB8D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E39C6-3D1B-4903-8475-E01CA8CC2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C787-BA1D-40CC-BA87-5D46AF34D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67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FF111-3416-4B2C-AB64-1D99A99F6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049509-06A9-45C3-8AAF-759A6FF7B4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08C0A-3374-4220-A7C7-2113E0762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62ABC-D106-4611-B5B1-3F8BAC5F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9E78-44B0-4FFB-8A3B-E2EB634DB70E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AEF68-5E4D-4230-9067-826FE90E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FC920-6F40-423A-ACE3-F5377F69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C787-BA1D-40CC-BA87-5D46AF34D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37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A3300-3D6E-44FC-8289-2370DF53F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F4A80F-79A2-448C-A613-941F404DF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D118C-1EEB-4BD4-83A2-EE545683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9E78-44B0-4FFB-8A3B-E2EB634DB70E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FEB74-5DAB-4870-AC94-0968B0ADA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14757-DB0D-45CF-BDF2-57ED54EF7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C787-BA1D-40CC-BA87-5D46AF34D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ED02CB-CFEA-470A-BEDE-05B77F8817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20616D-BC5D-4392-B74C-16B2799B9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2D1BA-7F87-45B3-A110-C464F5353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9E78-44B0-4FFB-8A3B-E2EB634DB70E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5C574-0531-4F67-81AA-11CA783C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E9DBD-0209-44D2-8B18-68A01BDA0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C787-BA1D-40CC-BA87-5D46AF34D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08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EB86BA-1C90-4F98-9753-C63E5717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C3FBC-EE6D-46F1-9CD3-4F153D23D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F604B-043D-43F6-B754-8A8D5FC35D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19E78-44B0-4FFB-8A3B-E2EB634DB70E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C46EE-FF25-453F-A5A2-16434330CA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8F8C1-F96A-44E3-B8A4-9E6350B3E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5C787-BA1D-40CC-BA87-5D46AF34D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77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B139A-AABA-48FD-877B-CDE6481CF9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Django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406270-7D9E-43AB-855A-6F2CCDB17B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Pages App – Chapter 3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600" dirty="0"/>
              <a:t>Material in these slides was taken from </a:t>
            </a:r>
            <a:r>
              <a:rPr lang="en-US" sz="1600" b="1" dirty="0"/>
              <a:t>DJANGO for Beginners </a:t>
            </a:r>
            <a:r>
              <a:rPr lang="en-US" sz="1600" dirty="0"/>
              <a:t>– William S. Vincent</a:t>
            </a:r>
          </a:p>
        </p:txBody>
      </p:sp>
    </p:spTree>
    <p:extLst>
      <p:ext uri="{BB962C8B-B14F-4D97-AF65-F5344CB8AC3E}">
        <p14:creationId xmlns:p14="http://schemas.microsoft.com/office/powerpoint/2010/main" val="349849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132" y="517525"/>
            <a:ext cx="10515600" cy="1325563"/>
          </a:xfrm>
        </p:spPr>
        <p:txBody>
          <a:bodyPr/>
          <a:lstStyle/>
          <a:p>
            <a:r>
              <a:rPr lang="en-US" dirty="0"/>
              <a:t>Initial Set 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06AE56-A227-9F31-8544-D7759223E9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94" t="34476" r="45749" b="22857"/>
          <a:stretch/>
        </p:blipFill>
        <p:spPr>
          <a:xfrm>
            <a:off x="3553097" y="770708"/>
            <a:ext cx="6740433" cy="555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70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132" y="517525"/>
            <a:ext cx="10515600" cy="1325563"/>
          </a:xfrm>
        </p:spPr>
        <p:txBody>
          <a:bodyPr/>
          <a:lstStyle/>
          <a:p>
            <a:r>
              <a:rPr lang="en-US" dirty="0"/>
              <a:t>Initial Set 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C7F26-A0CA-C988-AE86-A03D69D2DB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68" t="50000" r="33129" b="35619"/>
          <a:stretch/>
        </p:blipFill>
        <p:spPr>
          <a:xfrm>
            <a:off x="819493" y="2547574"/>
            <a:ext cx="9845928" cy="199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16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FA0495-6BA2-E39A-17CF-B886A56124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25" t="38667" r="50000" b="31618"/>
          <a:stretch/>
        </p:blipFill>
        <p:spPr>
          <a:xfrm>
            <a:off x="2142308" y="1391193"/>
            <a:ext cx="7067006" cy="461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26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6A02C8-C51E-2D04-F138-E5C1D8DE65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577" t="69537" r="26933" b="11667"/>
          <a:stretch/>
        </p:blipFill>
        <p:spPr>
          <a:xfrm>
            <a:off x="121362" y="1789612"/>
            <a:ext cx="11413142" cy="2717074"/>
          </a:xfrm>
        </p:spPr>
      </p:pic>
    </p:spTree>
    <p:extLst>
      <p:ext uri="{BB962C8B-B14F-4D97-AF65-F5344CB8AC3E}">
        <p14:creationId xmlns:p14="http://schemas.microsoft.com/office/powerpoint/2010/main" val="66495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33EA11-332C-5C20-EF2B-05EB677D6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274" y="589527"/>
            <a:ext cx="7231670" cy="567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333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DBDF51-3BFE-5750-BC4A-B7BED3B76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748" t="26491" r="18438" b="59410"/>
          <a:stretch/>
        </p:blipFill>
        <p:spPr>
          <a:xfrm>
            <a:off x="498353" y="1567544"/>
            <a:ext cx="10108687" cy="1541416"/>
          </a:xfrm>
        </p:spPr>
      </p:pic>
    </p:spTree>
    <p:extLst>
      <p:ext uri="{BB962C8B-B14F-4D97-AF65-F5344CB8AC3E}">
        <p14:creationId xmlns:p14="http://schemas.microsoft.com/office/powerpoint/2010/main" val="2100829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A1E645-757D-936A-9708-DEC4A516F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944" t="47742" r="20565" b="12791"/>
          <a:stretch/>
        </p:blipFill>
        <p:spPr>
          <a:xfrm>
            <a:off x="404948" y="1058091"/>
            <a:ext cx="11561987" cy="5206275"/>
          </a:xfrm>
        </p:spPr>
      </p:pic>
    </p:spTree>
    <p:extLst>
      <p:ext uri="{BB962C8B-B14F-4D97-AF65-F5344CB8AC3E}">
        <p14:creationId xmlns:p14="http://schemas.microsoft.com/office/powerpoint/2010/main" val="393680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21FF21-E26D-BA4F-9E5B-5646DA971B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126" t="36848" r="18024" b="23075"/>
          <a:stretch/>
        </p:blipFill>
        <p:spPr>
          <a:xfrm>
            <a:off x="606472" y="1567543"/>
            <a:ext cx="10566233" cy="4506686"/>
          </a:xfrm>
        </p:spPr>
      </p:pic>
    </p:spTree>
    <p:extLst>
      <p:ext uri="{BB962C8B-B14F-4D97-AF65-F5344CB8AC3E}">
        <p14:creationId xmlns:p14="http://schemas.microsoft.com/office/powerpoint/2010/main" val="1659344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D9A0A6-C2D8-BA7B-EDF6-95FC38FB2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369" t="25891" r="17817" b="57598"/>
          <a:stretch/>
        </p:blipFill>
        <p:spPr>
          <a:xfrm>
            <a:off x="1267096" y="849087"/>
            <a:ext cx="9948657" cy="17765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2C3DDA-B839-9556-D6F3-16F56F6DE0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150" t="68952" r="33261" b="6667"/>
          <a:stretch/>
        </p:blipFill>
        <p:spPr>
          <a:xfrm>
            <a:off x="1502228" y="3239589"/>
            <a:ext cx="8977233" cy="317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2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A77157-207D-B0D5-3907-65E6020C9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748" t="54109" r="18438" b="15427"/>
          <a:stretch/>
        </p:blipFill>
        <p:spPr>
          <a:xfrm>
            <a:off x="218594" y="1280161"/>
            <a:ext cx="11696302" cy="3853542"/>
          </a:xfrm>
        </p:spPr>
      </p:pic>
    </p:spTree>
    <p:extLst>
      <p:ext uri="{BB962C8B-B14F-4D97-AF65-F5344CB8AC3E}">
        <p14:creationId xmlns:p14="http://schemas.microsoft.com/office/powerpoint/2010/main" val="270465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40164C-445E-9F66-D807-D192A178A0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045" t="31895" r="19862" b="44089"/>
          <a:stretch/>
        </p:blipFill>
        <p:spPr>
          <a:xfrm>
            <a:off x="1267096" y="796834"/>
            <a:ext cx="9377101" cy="263216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98DC5F-CD2C-73CE-2263-68490A4647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804" t="37904" r="43595" b="29143"/>
          <a:stretch/>
        </p:blipFill>
        <p:spPr>
          <a:xfrm>
            <a:off x="2820561" y="3187335"/>
            <a:ext cx="5577839" cy="354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986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D5FC8D-D268-56B5-0ECB-010EBB4D0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873" t="12081" r="23660" b="30168"/>
          <a:stretch/>
        </p:blipFill>
        <p:spPr>
          <a:xfrm>
            <a:off x="1678123" y="875211"/>
            <a:ext cx="7844700" cy="5185955"/>
          </a:xfrm>
        </p:spPr>
      </p:pic>
    </p:spTree>
    <p:extLst>
      <p:ext uri="{BB962C8B-B14F-4D97-AF65-F5344CB8AC3E}">
        <p14:creationId xmlns:p14="http://schemas.microsoft.com/office/powerpoint/2010/main" val="3617508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672BE4-5085-D427-DCAA-86E01C73E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17" t="42101" r="23407" b="24576"/>
          <a:stretch/>
        </p:blipFill>
        <p:spPr>
          <a:xfrm>
            <a:off x="714924" y="1404257"/>
            <a:ext cx="10762151" cy="4049486"/>
          </a:xfrm>
        </p:spPr>
      </p:pic>
    </p:spTree>
    <p:extLst>
      <p:ext uri="{BB962C8B-B14F-4D97-AF65-F5344CB8AC3E}">
        <p14:creationId xmlns:p14="http://schemas.microsoft.com/office/powerpoint/2010/main" val="295562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1821C1-2F41-1E67-BD18-A29D05DD2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868" t="24690" r="20185" b="57298"/>
          <a:stretch/>
        </p:blipFill>
        <p:spPr>
          <a:xfrm>
            <a:off x="1287348" y="1011914"/>
            <a:ext cx="10027033" cy="1985555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3FF537B3-C85C-133D-309D-0B6CD6094C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59" t="54410" r="37040" b="16170"/>
          <a:stretch/>
        </p:blipFill>
        <p:spPr>
          <a:xfrm>
            <a:off x="1287348" y="2997469"/>
            <a:ext cx="8846486" cy="355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245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882E7C-524F-7012-1728-40B17E905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20" t="36849" r="24669" b="29679"/>
          <a:stretch/>
        </p:blipFill>
        <p:spPr>
          <a:xfrm>
            <a:off x="1001139" y="1645918"/>
            <a:ext cx="10189722" cy="3944983"/>
          </a:xfrm>
        </p:spPr>
      </p:pic>
    </p:spTree>
    <p:extLst>
      <p:ext uri="{BB962C8B-B14F-4D97-AF65-F5344CB8AC3E}">
        <p14:creationId xmlns:p14="http://schemas.microsoft.com/office/powerpoint/2010/main" val="823025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0EE5967-4C9C-32C1-6B54-F95A1EC31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59" t="28592" r="24749" b="45591"/>
          <a:stretch/>
        </p:blipFill>
        <p:spPr>
          <a:xfrm>
            <a:off x="640080" y="1730828"/>
            <a:ext cx="11215829" cy="3396344"/>
          </a:xfrm>
        </p:spPr>
      </p:pic>
    </p:spTree>
    <p:extLst>
      <p:ext uri="{BB962C8B-B14F-4D97-AF65-F5344CB8AC3E}">
        <p14:creationId xmlns:p14="http://schemas.microsoft.com/office/powerpoint/2010/main" val="987527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CD2541C-A25D-BB19-4A28-215F37D287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87" t="34597" r="25005" b="35383"/>
          <a:stretch/>
        </p:blipFill>
        <p:spPr>
          <a:xfrm>
            <a:off x="600364" y="1489166"/>
            <a:ext cx="10533892" cy="3657599"/>
          </a:xfrm>
        </p:spPr>
      </p:pic>
    </p:spTree>
    <p:extLst>
      <p:ext uri="{BB962C8B-B14F-4D97-AF65-F5344CB8AC3E}">
        <p14:creationId xmlns:p14="http://schemas.microsoft.com/office/powerpoint/2010/main" val="1705050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D92A44-5702-CD41-18D4-D8F107D1A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96" t="22288" r="25003" b="26677"/>
          <a:stretch/>
        </p:blipFill>
        <p:spPr>
          <a:xfrm>
            <a:off x="1378518" y="979714"/>
            <a:ext cx="8241124" cy="4898571"/>
          </a:xfrm>
        </p:spPr>
      </p:pic>
    </p:spTree>
    <p:extLst>
      <p:ext uri="{BB962C8B-B14F-4D97-AF65-F5344CB8AC3E}">
        <p14:creationId xmlns:p14="http://schemas.microsoft.com/office/powerpoint/2010/main" val="292812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F7600B-0C75-E215-B27F-EF7F8ED62F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97" t="31619" r="35592" b="37523"/>
          <a:stretch/>
        </p:blipFill>
        <p:spPr>
          <a:xfrm>
            <a:off x="1260001" y="1672045"/>
            <a:ext cx="9671998" cy="410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33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D395BED-CB3C-760A-2F31-22C185EF35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17" t="33395" r="21191" b="8365"/>
          <a:stretch/>
        </p:blipFill>
        <p:spPr>
          <a:xfrm>
            <a:off x="1034390" y="483326"/>
            <a:ext cx="9729404" cy="6128260"/>
          </a:xfrm>
        </p:spPr>
      </p:pic>
    </p:spTree>
    <p:extLst>
      <p:ext uri="{BB962C8B-B14F-4D97-AF65-F5344CB8AC3E}">
        <p14:creationId xmlns:p14="http://schemas.microsoft.com/office/powerpoint/2010/main" val="2544614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C62C81F-6314-E72C-E772-9BF233280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33" t="32495" r="43306" b="22474"/>
          <a:stretch/>
        </p:blipFill>
        <p:spPr>
          <a:xfrm>
            <a:off x="1291045" y="600891"/>
            <a:ext cx="8662852" cy="5988145"/>
          </a:xfrm>
        </p:spPr>
      </p:pic>
    </p:spTree>
    <p:extLst>
      <p:ext uri="{BB962C8B-B14F-4D97-AF65-F5344CB8AC3E}">
        <p14:creationId xmlns:p14="http://schemas.microsoft.com/office/powerpoint/2010/main" val="958420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A82351-23AC-5633-5CAF-525E647B6C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79" t="61615" r="44577" b="23375"/>
          <a:stretch/>
        </p:blipFill>
        <p:spPr>
          <a:xfrm>
            <a:off x="845957" y="2155371"/>
            <a:ext cx="10517408" cy="2468880"/>
          </a:xfrm>
        </p:spPr>
      </p:pic>
    </p:spTree>
    <p:extLst>
      <p:ext uri="{BB962C8B-B14F-4D97-AF65-F5344CB8AC3E}">
        <p14:creationId xmlns:p14="http://schemas.microsoft.com/office/powerpoint/2010/main" val="24851108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D9F6-BD83-F7AB-1FEE-CDB94B18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18D83-4967-7625-F65B-C3A6DE1C9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Writing tests for your code is as important as writing the code itself. Without accompanying tests, you can’t submit new code changes to an open-source project or within any well-structured company.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reasoning is simple: while your code change may be small, there is no telling what else it might inadvertently break in the project.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Writing good tests provides confidence in your codebase, doesn’t take too long, and can be automated to run automatically on any new code changes.</a:t>
            </a:r>
          </a:p>
        </p:txBody>
      </p:sp>
    </p:spTree>
    <p:extLst>
      <p:ext uri="{BB962C8B-B14F-4D97-AF65-F5344CB8AC3E}">
        <p14:creationId xmlns:p14="http://schemas.microsoft.com/office/powerpoint/2010/main" val="341440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A3815-7519-D5C9-C9D8-87A6AFA36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0093"/>
            <a:ext cx="10515600" cy="51668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Testing can be divided into two main categories: </a:t>
            </a:r>
            <a:r>
              <a:rPr lang="en-US" b="1" dirty="0"/>
              <a:t>unit</a:t>
            </a:r>
            <a:r>
              <a:rPr lang="en-US" dirty="0"/>
              <a:t> and </a:t>
            </a:r>
            <a:r>
              <a:rPr lang="en-US" b="1" dirty="0"/>
              <a:t>integration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Unit tests </a:t>
            </a:r>
            <a:r>
              <a:rPr lang="en-US" dirty="0"/>
              <a:t>check a piece of functionality in isolation, while </a:t>
            </a:r>
            <a:r>
              <a:rPr lang="en-US" b="1" dirty="0"/>
              <a:t>Integration</a:t>
            </a:r>
            <a:r>
              <a:rPr lang="en-US" dirty="0"/>
              <a:t> </a:t>
            </a:r>
            <a:r>
              <a:rPr lang="en-US" b="1" dirty="0"/>
              <a:t>tests</a:t>
            </a:r>
            <a:r>
              <a:rPr lang="en-US" dirty="0"/>
              <a:t> check multiple linked pieces. </a:t>
            </a:r>
          </a:p>
        </p:txBody>
      </p:sp>
    </p:spTree>
    <p:extLst>
      <p:ext uri="{BB962C8B-B14F-4D97-AF65-F5344CB8AC3E}">
        <p14:creationId xmlns:p14="http://schemas.microsoft.com/office/powerpoint/2010/main" val="18548234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B877-50C1-1C57-7842-F2712CBC7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Anytime you create new functionality, </a:t>
            </a:r>
            <a:r>
              <a:rPr lang="en-US" b="1" dirty="0"/>
              <a:t>a test is necessary </a:t>
            </a:r>
            <a:r>
              <a:rPr lang="en-US" dirty="0"/>
              <a:t>to confirm that it works as intended. For example, in our project, we have a home page and an about page, and we should test that both exist at the expected URLs. It may seem unnecessary now, but as a project grows in size, there’s no telling what can change.</a:t>
            </a:r>
          </a:p>
        </p:txBody>
      </p:sp>
    </p:spTree>
    <p:extLst>
      <p:ext uri="{BB962C8B-B14F-4D97-AF65-F5344CB8AC3E}">
        <p14:creationId xmlns:p14="http://schemas.microsoft.com/office/powerpoint/2010/main" val="3285246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69E08-8F6B-76F2-8C44-63168959C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Python standard library contains a built-in testing framework called </a:t>
            </a:r>
            <a:r>
              <a:rPr lang="en-US" b="1" dirty="0" err="1"/>
              <a:t>unittest</a:t>
            </a:r>
            <a:r>
              <a:rPr lang="en-US" dirty="0"/>
              <a:t> that uses </a:t>
            </a:r>
            <a:r>
              <a:rPr lang="en-US" b="1" dirty="0" err="1"/>
              <a:t>TestCase</a:t>
            </a:r>
            <a:r>
              <a:rPr lang="en-US" dirty="0"/>
              <a:t> instances and a long list of </a:t>
            </a:r>
            <a:r>
              <a:rPr lang="en-US" b="1" dirty="0"/>
              <a:t>assert methods</a:t>
            </a:r>
            <a:r>
              <a:rPr lang="en-US" dirty="0"/>
              <a:t> to check for and report failures. Django’s testing framework provides several extensions on top of Python’s </a:t>
            </a:r>
            <a:r>
              <a:rPr lang="en-US" b="1" dirty="0" err="1"/>
              <a:t>unittest.TestCase</a:t>
            </a:r>
            <a:r>
              <a:rPr lang="en-US" b="1" dirty="0"/>
              <a:t> </a:t>
            </a:r>
            <a:r>
              <a:rPr lang="en-US" dirty="0"/>
              <a:t>base class.</a:t>
            </a:r>
          </a:p>
        </p:txBody>
      </p:sp>
    </p:spTree>
    <p:extLst>
      <p:ext uri="{BB962C8B-B14F-4D97-AF65-F5344CB8AC3E}">
        <p14:creationId xmlns:p14="http://schemas.microsoft.com/office/powerpoint/2010/main" val="4067184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4B604F-7D4A-CDC0-4891-1432843B8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576" t="12081" r="33356" b="47391"/>
          <a:stretch/>
        </p:blipFill>
        <p:spPr>
          <a:xfrm>
            <a:off x="1780520" y="156754"/>
            <a:ext cx="8418280" cy="489857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684907-8873-B60D-340B-8C21D96AB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34" y="5348299"/>
            <a:ext cx="10888400" cy="162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41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E360C8-F541-3550-16C3-B4D0F5551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748" t="50807" r="17195" b="10767"/>
          <a:stretch/>
        </p:blipFill>
        <p:spPr>
          <a:xfrm>
            <a:off x="231798" y="1038497"/>
            <a:ext cx="11728403" cy="4781006"/>
          </a:xfrm>
        </p:spPr>
      </p:pic>
    </p:spTree>
    <p:extLst>
      <p:ext uri="{BB962C8B-B14F-4D97-AF65-F5344CB8AC3E}">
        <p14:creationId xmlns:p14="http://schemas.microsoft.com/office/powerpoint/2010/main" val="747968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5B3553-AC5F-7A55-ADB8-49715D98D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946" t="49006" r="55561" b="29379"/>
          <a:stretch/>
        </p:blipFill>
        <p:spPr>
          <a:xfrm>
            <a:off x="2508793" y="418011"/>
            <a:ext cx="6582956" cy="245581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9AFF12-5F8A-D06A-D051-35361CD522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465" t="36165" r="63464" b="40740"/>
          <a:stretch/>
        </p:blipFill>
        <p:spPr>
          <a:xfrm>
            <a:off x="2010865" y="2674619"/>
            <a:ext cx="3608427" cy="21488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5C2C20-851D-52E7-0E7F-201D5F2636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50" t="72114" r="46006" b="13071"/>
          <a:stretch/>
        </p:blipFill>
        <p:spPr>
          <a:xfrm>
            <a:off x="3696789" y="5058592"/>
            <a:ext cx="8300880" cy="16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28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1E569F-AF3A-DC64-69B2-29249FEA38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866" t="39400" r="46998" b="37785"/>
          <a:stretch/>
        </p:blipFill>
        <p:spPr>
          <a:xfrm>
            <a:off x="1198345" y="1894114"/>
            <a:ext cx="8958709" cy="2860766"/>
          </a:xfrm>
        </p:spPr>
      </p:pic>
    </p:spTree>
    <p:extLst>
      <p:ext uri="{BB962C8B-B14F-4D97-AF65-F5344CB8AC3E}">
        <p14:creationId xmlns:p14="http://schemas.microsoft.com/office/powerpoint/2010/main" val="2333174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6B880E-8E70-87B3-CBC2-DA970BB40D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456" t="52608" r="20867" b="23675"/>
          <a:stretch/>
        </p:blipFill>
        <p:spPr>
          <a:xfrm>
            <a:off x="778142" y="2815045"/>
            <a:ext cx="10635716" cy="2044337"/>
          </a:xfrm>
        </p:spPr>
      </p:pic>
    </p:spTree>
    <p:extLst>
      <p:ext uri="{BB962C8B-B14F-4D97-AF65-F5344CB8AC3E}">
        <p14:creationId xmlns:p14="http://schemas.microsoft.com/office/powerpoint/2010/main" val="3325859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2046</TotalTime>
  <Words>260</Words>
  <Application>Microsoft Office PowerPoint</Application>
  <PresentationFormat>Widescreen</PresentationFormat>
  <Paragraphs>17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Django</vt:lpstr>
      <vt:lpstr>Initial Set Up</vt:lpstr>
      <vt:lpstr>Initial Set 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</dc:title>
  <dc:creator>Duce, Patricia</dc:creator>
  <cp:lastModifiedBy>Duce, Patricia</cp:lastModifiedBy>
  <cp:revision>90</cp:revision>
  <cp:lastPrinted>2020-09-02T16:40:03Z</cp:lastPrinted>
  <dcterms:created xsi:type="dcterms:W3CDTF">2020-08-27T20:48:20Z</dcterms:created>
  <dcterms:modified xsi:type="dcterms:W3CDTF">2024-09-17T00:05:33Z</dcterms:modified>
</cp:coreProperties>
</file>