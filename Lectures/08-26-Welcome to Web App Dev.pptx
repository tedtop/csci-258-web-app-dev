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90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C32"/>
    <a:srgbClr val="070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2"/>
    <p:restoredTop sz="94691"/>
  </p:normalViewPr>
  <p:slideViewPr>
    <p:cSldViewPr snapToGrid="0">
      <p:cViewPr varScale="1">
        <p:scale>
          <a:sx n="86" d="100"/>
          <a:sy n="86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83A864-0E91-4AD3-A3FE-1371E7DC203C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0C27AE-4A00-4348-8225-9E1C28B8E069}">
      <dgm:prSet/>
      <dgm:spPr/>
      <dgm:t>
        <a:bodyPr/>
        <a:lstStyle/>
        <a:p>
          <a:r>
            <a:rPr lang="en-US"/>
            <a:t>A Class with two parts</a:t>
          </a:r>
        </a:p>
      </dgm:t>
    </dgm:pt>
    <dgm:pt modelId="{849AF4A1-1A1D-4A73-97A2-3136B8606B05}" type="parTrans" cxnId="{40141F69-E730-47AF-A373-9ADF209A8E1D}">
      <dgm:prSet/>
      <dgm:spPr/>
      <dgm:t>
        <a:bodyPr/>
        <a:lstStyle/>
        <a:p>
          <a:endParaRPr lang="en-US"/>
        </a:p>
      </dgm:t>
    </dgm:pt>
    <dgm:pt modelId="{5A722DF9-8351-41EE-BE2E-D22BB8128AA9}" type="sibTrans" cxnId="{40141F69-E730-47AF-A373-9ADF209A8E1D}">
      <dgm:prSet/>
      <dgm:spPr/>
      <dgm:t>
        <a:bodyPr/>
        <a:lstStyle/>
        <a:p>
          <a:endParaRPr lang="en-US"/>
        </a:p>
      </dgm:t>
    </dgm:pt>
    <dgm:pt modelId="{388754F0-869F-44A9-81F6-99B494003D2A}">
      <dgm:prSet/>
      <dgm:spPr/>
      <dgm:t>
        <a:bodyPr/>
        <a:lstStyle/>
        <a:p>
          <a:r>
            <a:rPr lang="en-US"/>
            <a:t>An instructional Lecture</a:t>
          </a:r>
        </a:p>
      </dgm:t>
    </dgm:pt>
    <dgm:pt modelId="{49220904-1377-4759-B46F-7510562740BA}" type="parTrans" cxnId="{77E199D6-6343-4A35-B2CA-3A0B09BAB415}">
      <dgm:prSet/>
      <dgm:spPr/>
      <dgm:t>
        <a:bodyPr/>
        <a:lstStyle/>
        <a:p>
          <a:endParaRPr lang="en-US"/>
        </a:p>
      </dgm:t>
    </dgm:pt>
    <dgm:pt modelId="{777D0D73-69DB-4B09-9988-A017436B08FE}" type="sibTrans" cxnId="{77E199D6-6343-4A35-B2CA-3A0B09BAB415}">
      <dgm:prSet/>
      <dgm:spPr/>
      <dgm:t>
        <a:bodyPr/>
        <a:lstStyle/>
        <a:p>
          <a:endParaRPr lang="en-US"/>
        </a:p>
      </dgm:t>
    </dgm:pt>
    <dgm:pt modelId="{483BF72E-29E4-4FB4-B9D5-BE46CF6C6D42}">
      <dgm:prSet/>
      <dgm:spPr/>
      <dgm:t>
        <a:bodyPr/>
        <a:lstStyle/>
        <a:p>
          <a:r>
            <a:rPr lang="en-US"/>
            <a:t>Guided work time</a:t>
          </a:r>
        </a:p>
      </dgm:t>
    </dgm:pt>
    <dgm:pt modelId="{7FB29651-03C0-46D2-B229-A78F86B67D93}" type="parTrans" cxnId="{879646CA-4CA5-4825-8E53-033701448BEB}">
      <dgm:prSet/>
      <dgm:spPr/>
      <dgm:t>
        <a:bodyPr/>
        <a:lstStyle/>
        <a:p>
          <a:endParaRPr lang="en-US"/>
        </a:p>
      </dgm:t>
    </dgm:pt>
    <dgm:pt modelId="{61A12524-0FB1-4631-B7A2-92961D4CE40E}" type="sibTrans" cxnId="{879646CA-4CA5-4825-8E53-033701448BEB}">
      <dgm:prSet/>
      <dgm:spPr/>
      <dgm:t>
        <a:bodyPr/>
        <a:lstStyle/>
        <a:p>
          <a:endParaRPr lang="en-US"/>
        </a:p>
      </dgm:t>
    </dgm:pt>
    <dgm:pt modelId="{45327142-5EED-4DCE-9E4E-E174F4348FFC}">
      <dgm:prSet/>
      <dgm:spPr/>
      <dgm:t>
        <a:bodyPr/>
        <a:lstStyle/>
        <a:p>
          <a:r>
            <a:rPr lang="en-US"/>
            <a:t>Full Lab Day</a:t>
          </a:r>
        </a:p>
      </dgm:t>
    </dgm:pt>
    <dgm:pt modelId="{09107624-35AF-4646-9F36-1937F4046108}" type="parTrans" cxnId="{0076F8DE-767D-4D4D-B7DA-41FDBCC0D199}">
      <dgm:prSet/>
      <dgm:spPr/>
      <dgm:t>
        <a:bodyPr/>
        <a:lstStyle/>
        <a:p>
          <a:endParaRPr lang="en-US"/>
        </a:p>
      </dgm:t>
    </dgm:pt>
    <dgm:pt modelId="{A2F3741E-940A-4220-B256-A08B0774BDD5}" type="sibTrans" cxnId="{0076F8DE-767D-4D4D-B7DA-41FDBCC0D199}">
      <dgm:prSet/>
      <dgm:spPr/>
      <dgm:t>
        <a:bodyPr/>
        <a:lstStyle/>
        <a:p>
          <a:endParaRPr lang="en-US"/>
        </a:p>
      </dgm:t>
    </dgm:pt>
    <dgm:pt modelId="{154F7ECD-7215-4E5B-8167-F605BED24B0F}">
      <dgm:prSet/>
      <dgm:spPr/>
      <dgm:t>
        <a:bodyPr/>
        <a:lstStyle/>
        <a:p>
          <a:r>
            <a:rPr lang="en-US"/>
            <a:t>Time to work on larger projects and Assignments</a:t>
          </a:r>
        </a:p>
      </dgm:t>
    </dgm:pt>
    <dgm:pt modelId="{A6008324-256A-4F43-918D-48DBC7832285}" type="parTrans" cxnId="{87FA46EB-E827-4C3D-A224-43192B73B122}">
      <dgm:prSet/>
      <dgm:spPr/>
      <dgm:t>
        <a:bodyPr/>
        <a:lstStyle/>
        <a:p>
          <a:endParaRPr lang="en-US"/>
        </a:p>
      </dgm:t>
    </dgm:pt>
    <dgm:pt modelId="{926DAD68-CDB8-40D5-BCDB-64BD9BDF005D}" type="sibTrans" cxnId="{87FA46EB-E827-4C3D-A224-43192B73B122}">
      <dgm:prSet/>
      <dgm:spPr/>
      <dgm:t>
        <a:bodyPr/>
        <a:lstStyle/>
        <a:p>
          <a:endParaRPr lang="en-US"/>
        </a:p>
      </dgm:t>
    </dgm:pt>
    <dgm:pt modelId="{8CED8E3F-E41D-2242-9B7E-FF41B0FB6A56}" type="pres">
      <dgm:prSet presAssocID="{5783A864-0E91-4AD3-A3FE-1371E7DC203C}" presName="Name0" presStyleCnt="0">
        <dgm:presLayoutVars>
          <dgm:dir/>
          <dgm:animLvl val="lvl"/>
          <dgm:resizeHandles val="exact"/>
        </dgm:presLayoutVars>
      </dgm:prSet>
      <dgm:spPr/>
    </dgm:pt>
    <dgm:pt modelId="{F6762B7A-0548-EB49-97C0-B3807731DA8A}" type="pres">
      <dgm:prSet presAssocID="{E70C27AE-4A00-4348-8225-9E1C28B8E069}" presName="composite" presStyleCnt="0"/>
      <dgm:spPr/>
    </dgm:pt>
    <dgm:pt modelId="{39FAAB5E-6194-1A41-87D7-5DE9482F28EB}" type="pres">
      <dgm:prSet presAssocID="{E70C27AE-4A00-4348-8225-9E1C28B8E06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28A2C87-9880-454F-A79D-01197A0BD15A}" type="pres">
      <dgm:prSet presAssocID="{E70C27AE-4A00-4348-8225-9E1C28B8E069}" presName="desTx" presStyleLbl="alignAccFollowNode1" presStyleIdx="0" presStyleCnt="2">
        <dgm:presLayoutVars>
          <dgm:bulletEnabled val="1"/>
        </dgm:presLayoutVars>
      </dgm:prSet>
      <dgm:spPr/>
    </dgm:pt>
    <dgm:pt modelId="{AB20A941-E2CC-C841-8268-105C21525021}" type="pres">
      <dgm:prSet presAssocID="{5A722DF9-8351-41EE-BE2E-D22BB8128AA9}" presName="space" presStyleCnt="0"/>
      <dgm:spPr/>
    </dgm:pt>
    <dgm:pt modelId="{83F26C5F-A3A6-8F41-8858-5CD4A12E6E63}" type="pres">
      <dgm:prSet presAssocID="{45327142-5EED-4DCE-9E4E-E174F4348FFC}" presName="composite" presStyleCnt="0"/>
      <dgm:spPr/>
    </dgm:pt>
    <dgm:pt modelId="{2913F531-7A56-2D42-B2FD-B53217F8965D}" type="pres">
      <dgm:prSet presAssocID="{45327142-5EED-4DCE-9E4E-E174F4348FF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AF3E89A-761B-C24F-81BE-0B71DA1D047E}" type="pres">
      <dgm:prSet presAssocID="{45327142-5EED-4DCE-9E4E-E174F4348FF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5E40437-B9EC-7840-8A94-48CDF2338B17}" type="presOf" srcId="{5783A864-0E91-4AD3-A3FE-1371E7DC203C}" destId="{8CED8E3F-E41D-2242-9B7E-FF41B0FB6A56}" srcOrd="0" destOrd="0" presId="urn:microsoft.com/office/officeart/2005/8/layout/hList1"/>
    <dgm:cxn modelId="{734D4E39-0461-A04E-8D4C-E56007F4DD02}" type="presOf" srcId="{E70C27AE-4A00-4348-8225-9E1C28B8E069}" destId="{39FAAB5E-6194-1A41-87D7-5DE9482F28EB}" srcOrd="0" destOrd="0" presId="urn:microsoft.com/office/officeart/2005/8/layout/hList1"/>
    <dgm:cxn modelId="{9CAB0465-1BCB-C349-B8AA-03C70F062A9A}" type="presOf" srcId="{483BF72E-29E4-4FB4-B9D5-BE46CF6C6D42}" destId="{B28A2C87-9880-454F-A79D-01197A0BD15A}" srcOrd="0" destOrd="1" presId="urn:microsoft.com/office/officeart/2005/8/layout/hList1"/>
    <dgm:cxn modelId="{40141F69-E730-47AF-A373-9ADF209A8E1D}" srcId="{5783A864-0E91-4AD3-A3FE-1371E7DC203C}" destId="{E70C27AE-4A00-4348-8225-9E1C28B8E069}" srcOrd="0" destOrd="0" parTransId="{849AF4A1-1A1D-4A73-97A2-3136B8606B05}" sibTransId="{5A722DF9-8351-41EE-BE2E-D22BB8128AA9}"/>
    <dgm:cxn modelId="{98552898-6618-4147-B129-020AD3A4C98D}" type="presOf" srcId="{388754F0-869F-44A9-81F6-99B494003D2A}" destId="{B28A2C87-9880-454F-A79D-01197A0BD15A}" srcOrd="0" destOrd="0" presId="urn:microsoft.com/office/officeart/2005/8/layout/hList1"/>
    <dgm:cxn modelId="{4178D1B7-A10D-844F-A256-7416F903447A}" type="presOf" srcId="{45327142-5EED-4DCE-9E4E-E174F4348FFC}" destId="{2913F531-7A56-2D42-B2FD-B53217F8965D}" srcOrd="0" destOrd="0" presId="urn:microsoft.com/office/officeart/2005/8/layout/hList1"/>
    <dgm:cxn modelId="{041FD6C0-ED6E-AD41-B460-37907F920290}" type="presOf" srcId="{154F7ECD-7215-4E5B-8167-F605BED24B0F}" destId="{EAF3E89A-761B-C24F-81BE-0B71DA1D047E}" srcOrd="0" destOrd="0" presId="urn:microsoft.com/office/officeart/2005/8/layout/hList1"/>
    <dgm:cxn modelId="{879646CA-4CA5-4825-8E53-033701448BEB}" srcId="{E70C27AE-4A00-4348-8225-9E1C28B8E069}" destId="{483BF72E-29E4-4FB4-B9D5-BE46CF6C6D42}" srcOrd="1" destOrd="0" parTransId="{7FB29651-03C0-46D2-B229-A78F86B67D93}" sibTransId="{61A12524-0FB1-4631-B7A2-92961D4CE40E}"/>
    <dgm:cxn modelId="{77E199D6-6343-4A35-B2CA-3A0B09BAB415}" srcId="{E70C27AE-4A00-4348-8225-9E1C28B8E069}" destId="{388754F0-869F-44A9-81F6-99B494003D2A}" srcOrd="0" destOrd="0" parTransId="{49220904-1377-4759-B46F-7510562740BA}" sibTransId="{777D0D73-69DB-4B09-9988-A017436B08FE}"/>
    <dgm:cxn modelId="{0076F8DE-767D-4D4D-B7DA-41FDBCC0D199}" srcId="{5783A864-0E91-4AD3-A3FE-1371E7DC203C}" destId="{45327142-5EED-4DCE-9E4E-E174F4348FFC}" srcOrd="1" destOrd="0" parTransId="{09107624-35AF-4646-9F36-1937F4046108}" sibTransId="{A2F3741E-940A-4220-B256-A08B0774BDD5}"/>
    <dgm:cxn modelId="{87FA46EB-E827-4C3D-A224-43192B73B122}" srcId="{45327142-5EED-4DCE-9E4E-E174F4348FFC}" destId="{154F7ECD-7215-4E5B-8167-F605BED24B0F}" srcOrd="0" destOrd="0" parTransId="{A6008324-256A-4F43-918D-48DBC7832285}" sibTransId="{926DAD68-CDB8-40D5-BCDB-64BD9BDF005D}"/>
    <dgm:cxn modelId="{704E1B88-B6B8-4A41-BEF5-86200F3E05F5}" type="presParOf" srcId="{8CED8E3F-E41D-2242-9B7E-FF41B0FB6A56}" destId="{F6762B7A-0548-EB49-97C0-B3807731DA8A}" srcOrd="0" destOrd="0" presId="urn:microsoft.com/office/officeart/2005/8/layout/hList1"/>
    <dgm:cxn modelId="{7048462F-E563-954D-BBFE-A65912D8B907}" type="presParOf" srcId="{F6762B7A-0548-EB49-97C0-B3807731DA8A}" destId="{39FAAB5E-6194-1A41-87D7-5DE9482F28EB}" srcOrd="0" destOrd="0" presId="urn:microsoft.com/office/officeart/2005/8/layout/hList1"/>
    <dgm:cxn modelId="{0BCBCB6D-59F5-2F4F-BE51-9C68C4AEC19C}" type="presParOf" srcId="{F6762B7A-0548-EB49-97C0-B3807731DA8A}" destId="{B28A2C87-9880-454F-A79D-01197A0BD15A}" srcOrd="1" destOrd="0" presId="urn:microsoft.com/office/officeart/2005/8/layout/hList1"/>
    <dgm:cxn modelId="{9777EF03-FA0F-F240-8964-4D998B1F6DD2}" type="presParOf" srcId="{8CED8E3F-E41D-2242-9B7E-FF41B0FB6A56}" destId="{AB20A941-E2CC-C841-8268-105C21525021}" srcOrd="1" destOrd="0" presId="urn:microsoft.com/office/officeart/2005/8/layout/hList1"/>
    <dgm:cxn modelId="{81C23565-0CD4-B34D-A9A2-24F716CEBBF5}" type="presParOf" srcId="{8CED8E3F-E41D-2242-9B7E-FF41B0FB6A56}" destId="{83F26C5F-A3A6-8F41-8858-5CD4A12E6E63}" srcOrd="2" destOrd="0" presId="urn:microsoft.com/office/officeart/2005/8/layout/hList1"/>
    <dgm:cxn modelId="{997F38B0-E906-5E49-8CA6-ECB75D14D7E0}" type="presParOf" srcId="{83F26C5F-A3A6-8F41-8858-5CD4A12E6E63}" destId="{2913F531-7A56-2D42-B2FD-B53217F8965D}" srcOrd="0" destOrd="0" presId="urn:microsoft.com/office/officeart/2005/8/layout/hList1"/>
    <dgm:cxn modelId="{E9EB0E38-14F6-1F47-9D24-04BA7823809F}" type="presParOf" srcId="{83F26C5F-A3A6-8F41-8858-5CD4A12E6E63}" destId="{EAF3E89A-761B-C24F-81BE-0B71DA1D047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BDD82B-5E6D-4713-A0BB-8ED221244EF6}" type="doc">
      <dgm:prSet loTypeId="urn:microsoft.com/office/officeart/2016/7/layout/VerticalHollowAction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9B93A22-FA6D-4F20-8248-290F0DC930B2}">
      <dgm:prSet/>
      <dgm:spPr/>
      <dgm:t>
        <a:bodyPr/>
        <a:lstStyle/>
        <a:p>
          <a:r>
            <a:rPr lang="en-US" dirty="0"/>
            <a:t>Version Control</a:t>
          </a:r>
        </a:p>
      </dgm:t>
    </dgm:pt>
    <dgm:pt modelId="{857874DC-37DE-46B4-B5E0-D90C8F02F921}" type="parTrans" cxnId="{96F023F3-EC71-4821-908B-514024C85E29}">
      <dgm:prSet/>
      <dgm:spPr/>
      <dgm:t>
        <a:bodyPr/>
        <a:lstStyle/>
        <a:p>
          <a:endParaRPr lang="en-US"/>
        </a:p>
      </dgm:t>
    </dgm:pt>
    <dgm:pt modelId="{F6416415-922D-403C-914A-524BD4BF110C}" type="sibTrans" cxnId="{96F023F3-EC71-4821-908B-514024C85E29}">
      <dgm:prSet/>
      <dgm:spPr/>
      <dgm:t>
        <a:bodyPr/>
        <a:lstStyle/>
        <a:p>
          <a:endParaRPr lang="en-US"/>
        </a:p>
      </dgm:t>
    </dgm:pt>
    <dgm:pt modelId="{9FDB8BF2-F7DF-4034-8A12-868084F4A893}">
      <dgm:prSet/>
      <dgm:spPr/>
      <dgm:t>
        <a:bodyPr/>
        <a:lstStyle/>
        <a:p>
          <a:r>
            <a:rPr lang="en-US"/>
            <a:t>use version control to create and manage team projects.</a:t>
          </a:r>
        </a:p>
      </dgm:t>
    </dgm:pt>
    <dgm:pt modelId="{EAB00FA1-A0EA-46C7-8477-4B7FC0BA393E}" type="parTrans" cxnId="{26580366-B6C4-408D-82AA-0194B0B86FD1}">
      <dgm:prSet/>
      <dgm:spPr/>
      <dgm:t>
        <a:bodyPr/>
        <a:lstStyle/>
        <a:p>
          <a:endParaRPr lang="en-US"/>
        </a:p>
      </dgm:t>
    </dgm:pt>
    <dgm:pt modelId="{3B37C712-1E8B-4134-8ED2-4F2FE6611D22}" type="sibTrans" cxnId="{26580366-B6C4-408D-82AA-0194B0B86FD1}">
      <dgm:prSet/>
      <dgm:spPr/>
      <dgm:t>
        <a:bodyPr/>
        <a:lstStyle/>
        <a:p>
          <a:endParaRPr lang="en-US"/>
        </a:p>
      </dgm:t>
    </dgm:pt>
    <dgm:pt modelId="{EE1D9617-D0E0-4E87-B4A3-3CA1545BD2AD}">
      <dgm:prSet/>
      <dgm:spPr/>
      <dgm:t>
        <a:bodyPr/>
        <a:lstStyle/>
        <a:p>
          <a:r>
            <a:rPr lang="en-US" dirty="0"/>
            <a:t>SE Topics </a:t>
          </a:r>
        </a:p>
      </dgm:t>
    </dgm:pt>
    <dgm:pt modelId="{687409BF-72F4-4245-8AA7-90399E855CA7}" type="parTrans" cxnId="{5311CCFA-AE08-4283-8E4B-14F55EEB948D}">
      <dgm:prSet/>
      <dgm:spPr/>
      <dgm:t>
        <a:bodyPr/>
        <a:lstStyle/>
        <a:p>
          <a:endParaRPr lang="en-US"/>
        </a:p>
      </dgm:t>
    </dgm:pt>
    <dgm:pt modelId="{ACF3DBB2-8482-4DA0-90F3-E873C465D18A}" type="sibTrans" cxnId="{5311CCFA-AE08-4283-8E4B-14F55EEB948D}">
      <dgm:prSet/>
      <dgm:spPr/>
      <dgm:t>
        <a:bodyPr/>
        <a:lstStyle/>
        <a:p>
          <a:endParaRPr lang="en-US"/>
        </a:p>
      </dgm:t>
    </dgm:pt>
    <dgm:pt modelId="{E2A31812-3992-4216-8DF4-400711B25732}">
      <dgm:prSet/>
      <dgm:spPr/>
      <dgm:t>
        <a:bodyPr/>
        <a:lstStyle/>
        <a:p>
          <a:r>
            <a:rPr lang="en-US"/>
            <a:t>be familiar with software engineering topics.</a:t>
          </a:r>
        </a:p>
      </dgm:t>
    </dgm:pt>
    <dgm:pt modelId="{97DA142D-8889-42D0-BB33-6FA5D662123C}" type="parTrans" cxnId="{26C8F4BE-E8EB-4FD8-882E-F984A2BF47A7}">
      <dgm:prSet/>
      <dgm:spPr/>
      <dgm:t>
        <a:bodyPr/>
        <a:lstStyle/>
        <a:p>
          <a:endParaRPr lang="en-US"/>
        </a:p>
      </dgm:t>
    </dgm:pt>
    <dgm:pt modelId="{C92349BE-C248-4498-9C80-DC7F826AF873}" type="sibTrans" cxnId="{26C8F4BE-E8EB-4FD8-882E-F984A2BF47A7}">
      <dgm:prSet/>
      <dgm:spPr/>
      <dgm:t>
        <a:bodyPr/>
        <a:lstStyle/>
        <a:p>
          <a:endParaRPr lang="en-US"/>
        </a:p>
      </dgm:t>
    </dgm:pt>
    <dgm:pt modelId="{7472F117-887E-4AE1-A86E-5E9EF9197A87}">
      <dgm:prSet/>
      <dgm:spPr/>
      <dgm:t>
        <a:bodyPr/>
        <a:lstStyle/>
        <a:p>
          <a:r>
            <a:rPr lang="en-US" dirty="0"/>
            <a:t>SD Processes</a:t>
          </a:r>
        </a:p>
      </dgm:t>
    </dgm:pt>
    <dgm:pt modelId="{B59911EB-9F56-438E-9DBF-AAF99F056759}" type="parTrans" cxnId="{B00E3626-E66E-4982-A6DB-64887B540FC5}">
      <dgm:prSet/>
      <dgm:spPr/>
      <dgm:t>
        <a:bodyPr/>
        <a:lstStyle/>
        <a:p>
          <a:endParaRPr lang="en-US"/>
        </a:p>
      </dgm:t>
    </dgm:pt>
    <dgm:pt modelId="{75281EA5-36E7-45F8-8B38-B78210654CC4}" type="sibTrans" cxnId="{B00E3626-E66E-4982-A6DB-64887B540FC5}">
      <dgm:prSet/>
      <dgm:spPr/>
      <dgm:t>
        <a:bodyPr/>
        <a:lstStyle/>
        <a:p>
          <a:endParaRPr lang="en-US"/>
        </a:p>
      </dgm:t>
    </dgm:pt>
    <dgm:pt modelId="{740B5382-686E-45F6-AFBA-F1C8510DD819}">
      <dgm:prSet/>
      <dgm:spPr/>
      <dgm:t>
        <a:bodyPr/>
        <a:lstStyle/>
        <a:p>
          <a:r>
            <a:rPr lang="en-US"/>
            <a:t>understand several software development processes (Agile, Waterfall).</a:t>
          </a:r>
        </a:p>
      </dgm:t>
    </dgm:pt>
    <dgm:pt modelId="{C5854FDD-92A4-4AB0-968F-0BBFA5FCE713}" type="parTrans" cxnId="{B9118773-0266-419B-924C-D9B5FB6D257E}">
      <dgm:prSet/>
      <dgm:spPr/>
      <dgm:t>
        <a:bodyPr/>
        <a:lstStyle/>
        <a:p>
          <a:endParaRPr lang="en-US"/>
        </a:p>
      </dgm:t>
    </dgm:pt>
    <dgm:pt modelId="{3FBF8873-CDC1-4BA5-AB04-05691F945243}" type="sibTrans" cxnId="{B9118773-0266-419B-924C-D9B5FB6D257E}">
      <dgm:prSet/>
      <dgm:spPr/>
      <dgm:t>
        <a:bodyPr/>
        <a:lstStyle/>
        <a:p>
          <a:endParaRPr lang="en-US"/>
        </a:p>
      </dgm:t>
    </dgm:pt>
    <dgm:pt modelId="{53EFBEDF-9F6C-4A6F-A73F-BC2D9285B813}">
      <dgm:prSet/>
      <dgm:spPr/>
      <dgm:t>
        <a:bodyPr/>
        <a:lstStyle/>
        <a:p>
          <a:r>
            <a:rPr lang="en-US" dirty="0"/>
            <a:t>Frameworks</a:t>
          </a:r>
        </a:p>
      </dgm:t>
    </dgm:pt>
    <dgm:pt modelId="{C11BB4D5-1474-437B-9D57-676CD31A42A1}" type="parTrans" cxnId="{29FD3E59-71F7-40BE-A12C-1E3827B0C01C}">
      <dgm:prSet/>
      <dgm:spPr/>
      <dgm:t>
        <a:bodyPr/>
        <a:lstStyle/>
        <a:p>
          <a:endParaRPr lang="en-US"/>
        </a:p>
      </dgm:t>
    </dgm:pt>
    <dgm:pt modelId="{E733CDA8-5E95-400D-ACBF-5A21DD24F0E7}" type="sibTrans" cxnId="{29FD3E59-71F7-40BE-A12C-1E3827B0C01C}">
      <dgm:prSet/>
      <dgm:spPr/>
      <dgm:t>
        <a:bodyPr/>
        <a:lstStyle/>
        <a:p>
          <a:endParaRPr lang="en-US"/>
        </a:p>
      </dgm:t>
    </dgm:pt>
    <dgm:pt modelId="{FE2C0D36-9586-4047-8CDB-FF6CA13CE62E}">
      <dgm:prSet/>
      <dgm:spPr/>
      <dgm:t>
        <a:bodyPr/>
        <a:lstStyle/>
        <a:p>
          <a:r>
            <a:rPr lang="en-US"/>
            <a:t>be introduced to contemporary tools and frameworks.</a:t>
          </a:r>
        </a:p>
      </dgm:t>
    </dgm:pt>
    <dgm:pt modelId="{2A36BD7D-A502-4365-AEEB-EBA727C9C39B}" type="parTrans" cxnId="{BE6378D4-1ACE-482E-8D88-CFCB316BDBCC}">
      <dgm:prSet/>
      <dgm:spPr/>
      <dgm:t>
        <a:bodyPr/>
        <a:lstStyle/>
        <a:p>
          <a:endParaRPr lang="en-US"/>
        </a:p>
      </dgm:t>
    </dgm:pt>
    <dgm:pt modelId="{42317AFA-1310-47BE-BB08-168239F06391}" type="sibTrans" cxnId="{BE6378D4-1ACE-482E-8D88-CFCB316BDBCC}">
      <dgm:prSet/>
      <dgm:spPr/>
      <dgm:t>
        <a:bodyPr/>
        <a:lstStyle/>
        <a:p>
          <a:endParaRPr lang="en-US"/>
        </a:p>
      </dgm:t>
    </dgm:pt>
    <dgm:pt modelId="{51EAB714-59E2-4538-9016-422056F368DE}">
      <dgm:prSet/>
      <dgm:spPr/>
      <dgm:t>
        <a:bodyPr/>
        <a:lstStyle/>
        <a:p>
          <a:r>
            <a:rPr lang="en-US" dirty="0"/>
            <a:t>Arch. Patterns</a:t>
          </a:r>
        </a:p>
      </dgm:t>
    </dgm:pt>
    <dgm:pt modelId="{CA677B22-79CA-4B77-BFCA-EC330E0EC139}" type="parTrans" cxnId="{F7192548-E230-4AD8-B7CB-C88268988127}">
      <dgm:prSet/>
      <dgm:spPr/>
      <dgm:t>
        <a:bodyPr/>
        <a:lstStyle/>
        <a:p>
          <a:endParaRPr lang="en-US"/>
        </a:p>
      </dgm:t>
    </dgm:pt>
    <dgm:pt modelId="{2DBC0F9A-B52B-43D1-A454-D919644D94A5}" type="sibTrans" cxnId="{F7192548-E230-4AD8-B7CB-C88268988127}">
      <dgm:prSet/>
      <dgm:spPr/>
      <dgm:t>
        <a:bodyPr/>
        <a:lstStyle/>
        <a:p>
          <a:endParaRPr lang="en-US"/>
        </a:p>
      </dgm:t>
    </dgm:pt>
    <dgm:pt modelId="{41B25CBE-CAA1-432B-919B-B2A6CA304EBE}">
      <dgm:prSet/>
      <dgm:spPr/>
      <dgm:t>
        <a:bodyPr/>
        <a:lstStyle/>
        <a:p>
          <a:r>
            <a:rPr lang="en-US"/>
            <a:t>understand architectural patterns</a:t>
          </a:r>
        </a:p>
      </dgm:t>
    </dgm:pt>
    <dgm:pt modelId="{59370FDC-A4C9-46D2-88F8-C51D8F671A4A}" type="parTrans" cxnId="{FEE86958-B241-4F73-AE36-A7AB928DBA95}">
      <dgm:prSet/>
      <dgm:spPr/>
      <dgm:t>
        <a:bodyPr/>
        <a:lstStyle/>
        <a:p>
          <a:endParaRPr lang="en-US"/>
        </a:p>
      </dgm:t>
    </dgm:pt>
    <dgm:pt modelId="{160FF7BD-767B-45D4-91BA-F4D55B66EBCF}" type="sibTrans" cxnId="{FEE86958-B241-4F73-AE36-A7AB928DBA95}">
      <dgm:prSet/>
      <dgm:spPr/>
      <dgm:t>
        <a:bodyPr/>
        <a:lstStyle/>
        <a:p>
          <a:endParaRPr lang="en-US"/>
        </a:p>
      </dgm:t>
    </dgm:pt>
    <dgm:pt modelId="{BB90BEAF-EBDB-4489-89AC-9E3FD76BA920}">
      <dgm:prSet/>
      <dgm:spPr/>
      <dgm:t>
        <a:bodyPr/>
        <a:lstStyle/>
        <a:p>
          <a:r>
            <a:rPr lang="en-US" dirty="0"/>
            <a:t>Design Patterns</a:t>
          </a:r>
        </a:p>
      </dgm:t>
    </dgm:pt>
    <dgm:pt modelId="{FAB3ACE8-B5FC-4A2C-9DF9-E366F24A85C6}" type="parTrans" cxnId="{228EF408-EFE0-41F9-B234-70171D7AB672}">
      <dgm:prSet/>
      <dgm:spPr/>
      <dgm:t>
        <a:bodyPr/>
        <a:lstStyle/>
        <a:p>
          <a:endParaRPr lang="en-US"/>
        </a:p>
      </dgm:t>
    </dgm:pt>
    <dgm:pt modelId="{FBB48BEC-B9E4-4EF2-84C7-3A7EF47ABEE2}" type="sibTrans" cxnId="{228EF408-EFE0-41F9-B234-70171D7AB672}">
      <dgm:prSet/>
      <dgm:spPr/>
      <dgm:t>
        <a:bodyPr/>
        <a:lstStyle/>
        <a:p>
          <a:endParaRPr lang="en-US"/>
        </a:p>
      </dgm:t>
    </dgm:pt>
    <dgm:pt modelId="{F76CC2B8-E0D6-4DCA-94B3-DB2C276D6F00}">
      <dgm:prSet/>
      <dgm:spPr/>
      <dgm:t>
        <a:bodyPr/>
        <a:lstStyle/>
        <a:p>
          <a:r>
            <a:rPr lang="en-US"/>
            <a:t>understand design patterns</a:t>
          </a:r>
        </a:p>
      </dgm:t>
    </dgm:pt>
    <dgm:pt modelId="{4A1EDE3A-1A44-4983-ACA8-F75BD8BBEE96}" type="parTrans" cxnId="{64A2BE30-9591-46AE-B4FA-2ED734077E07}">
      <dgm:prSet/>
      <dgm:spPr/>
      <dgm:t>
        <a:bodyPr/>
        <a:lstStyle/>
        <a:p>
          <a:endParaRPr lang="en-US"/>
        </a:p>
      </dgm:t>
    </dgm:pt>
    <dgm:pt modelId="{5C570412-B3ED-46F0-B653-56D5AC64CA5C}" type="sibTrans" cxnId="{64A2BE30-9591-46AE-B4FA-2ED734077E07}">
      <dgm:prSet/>
      <dgm:spPr/>
      <dgm:t>
        <a:bodyPr/>
        <a:lstStyle/>
        <a:p>
          <a:endParaRPr lang="en-US"/>
        </a:p>
      </dgm:t>
    </dgm:pt>
    <dgm:pt modelId="{893C7FAC-C6D7-4470-8CBE-49327083F5C8}">
      <dgm:prSet/>
      <dgm:spPr/>
      <dgm:t>
        <a:bodyPr/>
        <a:lstStyle/>
        <a:p>
          <a:r>
            <a:rPr lang="en-US"/>
            <a:t>Design and build</a:t>
          </a:r>
        </a:p>
      </dgm:t>
    </dgm:pt>
    <dgm:pt modelId="{8572F775-13F0-4A56-ACF4-6E882816C689}" type="parTrans" cxnId="{156878DC-9449-4785-9ACA-B733966ED86D}">
      <dgm:prSet/>
      <dgm:spPr/>
      <dgm:t>
        <a:bodyPr/>
        <a:lstStyle/>
        <a:p>
          <a:endParaRPr lang="en-US"/>
        </a:p>
      </dgm:t>
    </dgm:pt>
    <dgm:pt modelId="{88C17224-4D29-4987-9EA7-7DAF4F12A987}" type="sibTrans" cxnId="{156878DC-9449-4785-9ACA-B733966ED86D}">
      <dgm:prSet/>
      <dgm:spPr/>
      <dgm:t>
        <a:bodyPr/>
        <a:lstStyle/>
        <a:p>
          <a:endParaRPr lang="en-US"/>
        </a:p>
      </dgm:t>
    </dgm:pt>
    <dgm:pt modelId="{BCF9F3C0-B635-4E08-9B2C-5EE6C237BFFE}">
      <dgm:prSet/>
      <dgm:spPr/>
      <dgm:t>
        <a:bodyPr/>
        <a:lstStyle/>
        <a:p>
          <a:r>
            <a:rPr lang="en-US"/>
            <a:t>design and build a software project using a popular framework. </a:t>
          </a:r>
        </a:p>
      </dgm:t>
    </dgm:pt>
    <dgm:pt modelId="{2B7D9723-0CEB-4B3E-9E85-AD29A42381D4}" type="parTrans" cxnId="{A3B94AD8-3694-4780-BDC8-A47F70FE9C2D}">
      <dgm:prSet/>
      <dgm:spPr/>
      <dgm:t>
        <a:bodyPr/>
        <a:lstStyle/>
        <a:p>
          <a:endParaRPr lang="en-US"/>
        </a:p>
      </dgm:t>
    </dgm:pt>
    <dgm:pt modelId="{5AB0D568-5F2C-427F-9DEC-74E3A4E0ED6B}" type="sibTrans" cxnId="{A3B94AD8-3694-4780-BDC8-A47F70FE9C2D}">
      <dgm:prSet/>
      <dgm:spPr/>
      <dgm:t>
        <a:bodyPr/>
        <a:lstStyle/>
        <a:p>
          <a:endParaRPr lang="en-US"/>
        </a:p>
      </dgm:t>
    </dgm:pt>
    <dgm:pt modelId="{74927A41-40EC-D046-A41E-213CD3CD7DBE}" type="pres">
      <dgm:prSet presAssocID="{5EBDD82B-5E6D-4713-A0BB-8ED221244EF6}" presName="Name0" presStyleCnt="0">
        <dgm:presLayoutVars>
          <dgm:dir/>
          <dgm:animLvl val="lvl"/>
          <dgm:resizeHandles val="exact"/>
        </dgm:presLayoutVars>
      </dgm:prSet>
      <dgm:spPr/>
    </dgm:pt>
    <dgm:pt modelId="{EFD1B4F5-6652-584F-AA1A-39C6A8E6FDA4}" type="pres">
      <dgm:prSet presAssocID="{69B93A22-FA6D-4F20-8248-290F0DC930B2}" presName="linNode" presStyleCnt="0"/>
      <dgm:spPr/>
    </dgm:pt>
    <dgm:pt modelId="{E535D2AB-EAB9-B049-B985-474FB17EE0A3}" type="pres">
      <dgm:prSet presAssocID="{69B93A22-FA6D-4F20-8248-290F0DC930B2}" presName="parentText" presStyleLbl="solidFgAcc1" presStyleIdx="0" presStyleCnt="7">
        <dgm:presLayoutVars>
          <dgm:chMax val="1"/>
          <dgm:bulletEnabled/>
        </dgm:presLayoutVars>
      </dgm:prSet>
      <dgm:spPr/>
    </dgm:pt>
    <dgm:pt modelId="{E01F743B-1EF6-6C4F-A38C-7703AD3283F1}" type="pres">
      <dgm:prSet presAssocID="{69B93A22-FA6D-4F20-8248-290F0DC930B2}" presName="descendantText" presStyleLbl="alignNode1" presStyleIdx="0" presStyleCnt="7">
        <dgm:presLayoutVars>
          <dgm:bulletEnabled/>
        </dgm:presLayoutVars>
      </dgm:prSet>
      <dgm:spPr/>
    </dgm:pt>
    <dgm:pt modelId="{C762921A-1442-4C48-B2C0-DF275F4AE14F}" type="pres">
      <dgm:prSet presAssocID="{F6416415-922D-403C-914A-524BD4BF110C}" presName="sp" presStyleCnt="0"/>
      <dgm:spPr/>
    </dgm:pt>
    <dgm:pt modelId="{1B18D4F5-BF77-7141-AD42-1E140D8DC0AF}" type="pres">
      <dgm:prSet presAssocID="{EE1D9617-D0E0-4E87-B4A3-3CA1545BD2AD}" presName="linNode" presStyleCnt="0"/>
      <dgm:spPr/>
    </dgm:pt>
    <dgm:pt modelId="{BD454396-348E-9F47-A39E-5E971BD1FD03}" type="pres">
      <dgm:prSet presAssocID="{EE1D9617-D0E0-4E87-B4A3-3CA1545BD2AD}" presName="parentText" presStyleLbl="solidFgAcc1" presStyleIdx="1" presStyleCnt="7">
        <dgm:presLayoutVars>
          <dgm:chMax val="1"/>
          <dgm:bulletEnabled/>
        </dgm:presLayoutVars>
      </dgm:prSet>
      <dgm:spPr/>
    </dgm:pt>
    <dgm:pt modelId="{DF87C242-71B2-3644-AC37-BB4A7728F3FF}" type="pres">
      <dgm:prSet presAssocID="{EE1D9617-D0E0-4E87-B4A3-3CA1545BD2AD}" presName="descendantText" presStyleLbl="alignNode1" presStyleIdx="1" presStyleCnt="7">
        <dgm:presLayoutVars>
          <dgm:bulletEnabled/>
        </dgm:presLayoutVars>
      </dgm:prSet>
      <dgm:spPr/>
    </dgm:pt>
    <dgm:pt modelId="{0E3364EA-C6DD-3048-BDC3-F2F958454122}" type="pres">
      <dgm:prSet presAssocID="{ACF3DBB2-8482-4DA0-90F3-E873C465D18A}" presName="sp" presStyleCnt="0"/>
      <dgm:spPr/>
    </dgm:pt>
    <dgm:pt modelId="{39252992-5AB1-594F-AA7B-605E9A7EC84B}" type="pres">
      <dgm:prSet presAssocID="{7472F117-887E-4AE1-A86E-5E9EF9197A87}" presName="linNode" presStyleCnt="0"/>
      <dgm:spPr/>
    </dgm:pt>
    <dgm:pt modelId="{6A7499FB-AE9C-F047-94F6-9B42834076DB}" type="pres">
      <dgm:prSet presAssocID="{7472F117-887E-4AE1-A86E-5E9EF9197A87}" presName="parentText" presStyleLbl="solidFgAcc1" presStyleIdx="2" presStyleCnt="7">
        <dgm:presLayoutVars>
          <dgm:chMax val="1"/>
          <dgm:bulletEnabled/>
        </dgm:presLayoutVars>
      </dgm:prSet>
      <dgm:spPr/>
    </dgm:pt>
    <dgm:pt modelId="{0991C5E8-17D9-C949-9BBB-B02B7F20F653}" type="pres">
      <dgm:prSet presAssocID="{7472F117-887E-4AE1-A86E-5E9EF9197A87}" presName="descendantText" presStyleLbl="alignNode1" presStyleIdx="2" presStyleCnt="7">
        <dgm:presLayoutVars>
          <dgm:bulletEnabled/>
        </dgm:presLayoutVars>
      </dgm:prSet>
      <dgm:spPr/>
    </dgm:pt>
    <dgm:pt modelId="{503729F3-4FC2-1141-915F-342B41D18E35}" type="pres">
      <dgm:prSet presAssocID="{75281EA5-36E7-45F8-8B38-B78210654CC4}" presName="sp" presStyleCnt="0"/>
      <dgm:spPr/>
    </dgm:pt>
    <dgm:pt modelId="{E72C9292-2502-8F4C-946F-D7DDBEE07B01}" type="pres">
      <dgm:prSet presAssocID="{53EFBEDF-9F6C-4A6F-A73F-BC2D9285B813}" presName="linNode" presStyleCnt="0"/>
      <dgm:spPr/>
    </dgm:pt>
    <dgm:pt modelId="{58E5BEE2-ABCF-A841-A1D2-104975E83D1F}" type="pres">
      <dgm:prSet presAssocID="{53EFBEDF-9F6C-4A6F-A73F-BC2D9285B813}" presName="parentText" presStyleLbl="solidFgAcc1" presStyleIdx="3" presStyleCnt="7">
        <dgm:presLayoutVars>
          <dgm:chMax val="1"/>
          <dgm:bulletEnabled/>
        </dgm:presLayoutVars>
      </dgm:prSet>
      <dgm:spPr/>
    </dgm:pt>
    <dgm:pt modelId="{D84C6094-AFE2-3B46-BADA-07F37833FE62}" type="pres">
      <dgm:prSet presAssocID="{53EFBEDF-9F6C-4A6F-A73F-BC2D9285B813}" presName="descendantText" presStyleLbl="alignNode1" presStyleIdx="3" presStyleCnt="7">
        <dgm:presLayoutVars>
          <dgm:bulletEnabled/>
        </dgm:presLayoutVars>
      </dgm:prSet>
      <dgm:spPr/>
    </dgm:pt>
    <dgm:pt modelId="{DC13D2A8-1A8E-3543-AF3C-02D765E41263}" type="pres">
      <dgm:prSet presAssocID="{E733CDA8-5E95-400D-ACBF-5A21DD24F0E7}" presName="sp" presStyleCnt="0"/>
      <dgm:spPr/>
    </dgm:pt>
    <dgm:pt modelId="{72366D41-E529-3747-8F4C-E9305140B85C}" type="pres">
      <dgm:prSet presAssocID="{51EAB714-59E2-4538-9016-422056F368DE}" presName="linNode" presStyleCnt="0"/>
      <dgm:spPr/>
    </dgm:pt>
    <dgm:pt modelId="{57D82CB3-62E4-B440-B582-0D2A0EA88E8A}" type="pres">
      <dgm:prSet presAssocID="{51EAB714-59E2-4538-9016-422056F368DE}" presName="parentText" presStyleLbl="solidFgAcc1" presStyleIdx="4" presStyleCnt="7">
        <dgm:presLayoutVars>
          <dgm:chMax val="1"/>
          <dgm:bulletEnabled/>
        </dgm:presLayoutVars>
      </dgm:prSet>
      <dgm:spPr/>
    </dgm:pt>
    <dgm:pt modelId="{9F0CF7AB-B667-8941-8EBC-CC797130E264}" type="pres">
      <dgm:prSet presAssocID="{51EAB714-59E2-4538-9016-422056F368DE}" presName="descendantText" presStyleLbl="alignNode1" presStyleIdx="4" presStyleCnt="7">
        <dgm:presLayoutVars>
          <dgm:bulletEnabled/>
        </dgm:presLayoutVars>
      </dgm:prSet>
      <dgm:spPr/>
    </dgm:pt>
    <dgm:pt modelId="{C7CAC0B6-97CB-564C-BBC0-557955EAC25F}" type="pres">
      <dgm:prSet presAssocID="{2DBC0F9A-B52B-43D1-A454-D919644D94A5}" presName="sp" presStyleCnt="0"/>
      <dgm:spPr/>
    </dgm:pt>
    <dgm:pt modelId="{241F6666-47E8-F94F-9054-B5413402556F}" type="pres">
      <dgm:prSet presAssocID="{BB90BEAF-EBDB-4489-89AC-9E3FD76BA920}" presName="linNode" presStyleCnt="0"/>
      <dgm:spPr/>
    </dgm:pt>
    <dgm:pt modelId="{471DA1F3-9113-C24D-A9B4-8EC731E0FEFE}" type="pres">
      <dgm:prSet presAssocID="{BB90BEAF-EBDB-4489-89AC-9E3FD76BA920}" presName="parentText" presStyleLbl="solidFgAcc1" presStyleIdx="5" presStyleCnt="7">
        <dgm:presLayoutVars>
          <dgm:chMax val="1"/>
          <dgm:bulletEnabled/>
        </dgm:presLayoutVars>
      </dgm:prSet>
      <dgm:spPr/>
    </dgm:pt>
    <dgm:pt modelId="{2BFC9EF5-37D0-EF4F-8AD8-2089AAE25D2B}" type="pres">
      <dgm:prSet presAssocID="{BB90BEAF-EBDB-4489-89AC-9E3FD76BA920}" presName="descendantText" presStyleLbl="alignNode1" presStyleIdx="5" presStyleCnt="7">
        <dgm:presLayoutVars>
          <dgm:bulletEnabled/>
        </dgm:presLayoutVars>
      </dgm:prSet>
      <dgm:spPr/>
    </dgm:pt>
    <dgm:pt modelId="{BD1F0108-1B77-234E-B1AC-A246F46630FF}" type="pres">
      <dgm:prSet presAssocID="{FBB48BEC-B9E4-4EF2-84C7-3A7EF47ABEE2}" presName="sp" presStyleCnt="0"/>
      <dgm:spPr/>
    </dgm:pt>
    <dgm:pt modelId="{5BA406FA-08B4-BD40-A1AD-7CC5D66090E5}" type="pres">
      <dgm:prSet presAssocID="{893C7FAC-C6D7-4470-8CBE-49327083F5C8}" presName="linNode" presStyleCnt="0"/>
      <dgm:spPr/>
    </dgm:pt>
    <dgm:pt modelId="{7A433800-0671-384F-A7F7-6CDEC9FEEE09}" type="pres">
      <dgm:prSet presAssocID="{893C7FAC-C6D7-4470-8CBE-49327083F5C8}" presName="parentText" presStyleLbl="solidFgAcc1" presStyleIdx="6" presStyleCnt="7">
        <dgm:presLayoutVars>
          <dgm:chMax val="1"/>
          <dgm:bulletEnabled/>
        </dgm:presLayoutVars>
      </dgm:prSet>
      <dgm:spPr/>
    </dgm:pt>
    <dgm:pt modelId="{85791F68-7201-4041-959D-6517D658C44B}" type="pres">
      <dgm:prSet presAssocID="{893C7FAC-C6D7-4470-8CBE-49327083F5C8}" presName="descendantText" presStyleLbl="alignNode1" presStyleIdx="6" presStyleCnt="7">
        <dgm:presLayoutVars>
          <dgm:bulletEnabled/>
        </dgm:presLayoutVars>
      </dgm:prSet>
      <dgm:spPr/>
    </dgm:pt>
  </dgm:ptLst>
  <dgm:cxnLst>
    <dgm:cxn modelId="{9A3D0104-361E-B54B-8019-9E496DEDC594}" type="presOf" srcId="{F76CC2B8-E0D6-4DCA-94B3-DB2C276D6F00}" destId="{2BFC9EF5-37D0-EF4F-8AD8-2089AAE25D2B}" srcOrd="0" destOrd="0" presId="urn:microsoft.com/office/officeart/2016/7/layout/VerticalHollowActionList"/>
    <dgm:cxn modelId="{228EF408-EFE0-41F9-B234-70171D7AB672}" srcId="{5EBDD82B-5E6D-4713-A0BB-8ED221244EF6}" destId="{BB90BEAF-EBDB-4489-89AC-9E3FD76BA920}" srcOrd="5" destOrd="0" parTransId="{FAB3ACE8-B5FC-4A2C-9DF9-E366F24A85C6}" sibTransId="{FBB48BEC-B9E4-4EF2-84C7-3A7EF47ABEE2}"/>
    <dgm:cxn modelId="{E69D9019-3B10-A146-A0F3-6CC6E046332F}" type="presOf" srcId="{BB90BEAF-EBDB-4489-89AC-9E3FD76BA920}" destId="{471DA1F3-9113-C24D-A9B4-8EC731E0FEFE}" srcOrd="0" destOrd="0" presId="urn:microsoft.com/office/officeart/2016/7/layout/VerticalHollowActionList"/>
    <dgm:cxn modelId="{B00E3626-E66E-4982-A6DB-64887B540FC5}" srcId="{5EBDD82B-5E6D-4713-A0BB-8ED221244EF6}" destId="{7472F117-887E-4AE1-A86E-5E9EF9197A87}" srcOrd="2" destOrd="0" parTransId="{B59911EB-9F56-438E-9DBF-AAF99F056759}" sibTransId="{75281EA5-36E7-45F8-8B38-B78210654CC4}"/>
    <dgm:cxn modelId="{64A2BE30-9591-46AE-B4FA-2ED734077E07}" srcId="{BB90BEAF-EBDB-4489-89AC-9E3FD76BA920}" destId="{F76CC2B8-E0D6-4DCA-94B3-DB2C276D6F00}" srcOrd="0" destOrd="0" parTransId="{4A1EDE3A-1A44-4983-ACA8-F75BD8BBEE96}" sibTransId="{5C570412-B3ED-46F0-B653-56D5AC64CA5C}"/>
    <dgm:cxn modelId="{F7192548-E230-4AD8-B7CB-C88268988127}" srcId="{5EBDD82B-5E6D-4713-A0BB-8ED221244EF6}" destId="{51EAB714-59E2-4538-9016-422056F368DE}" srcOrd="4" destOrd="0" parTransId="{CA677B22-79CA-4B77-BFCA-EC330E0EC139}" sibTransId="{2DBC0F9A-B52B-43D1-A454-D919644D94A5}"/>
    <dgm:cxn modelId="{FEE86958-B241-4F73-AE36-A7AB928DBA95}" srcId="{51EAB714-59E2-4538-9016-422056F368DE}" destId="{41B25CBE-CAA1-432B-919B-B2A6CA304EBE}" srcOrd="0" destOrd="0" parTransId="{59370FDC-A4C9-46D2-88F8-C51D8F671A4A}" sibTransId="{160FF7BD-767B-45D4-91BA-F4D55B66EBCF}"/>
    <dgm:cxn modelId="{29FD3E59-71F7-40BE-A12C-1E3827B0C01C}" srcId="{5EBDD82B-5E6D-4713-A0BB-8ED221244EF6}" destId="{53EFBEDF-9F6C-4A6F-A73F-BC2D9285B813}" srcOrd="3" destOrd="0" parTransId="{C11BB4D5-1474-437B-9D57-676CD31A42A1}" sibTransId="{E733CDA8-5E95-400D-ACBF-5A21DD24F0E7}"/>
    <dgm:cxn modelId="{26580366-B6C4-408D-82AA-0194B0B86FD1}" srcId="{69B93A22-FA6D-4F20-8248-290F0DC930B2}" destId="{9FDB8BF2-F7DF-4034-8A12-868084F4A893}" srcOrd="0" destOrd="0" parTransId="{EAB00FA1-A0EA-46C7-8477-4B7FC0BA393E}" sibTransId="{3B37C712-1E8B-4134-8ED2-4F2FE6611D22}"/>
    <dgm:cxn modelId="{B9118773-0266-419B-924C-D9B5FB6D257E}" srcId="{7472F117-887E-4AE1-A86E-5E9EF9197A87}" destId="{740B5382-686E-45F6-AFBA-F1C8510DD819}" srcOrd="0" destOrd="0" parTransId="{C5854FDD-92A4-4AB0-968F-0BBFA5FCE713}" sibTransId="{3FBF8873-CDC1-4BA5-AB04-05691F945243}"/>
    <dgm:cxn modelId="{3F01CB78-B2AF-3640-9B2F-AAA91AE4DA88}" type="presOf" srcId="{EE1D9617-D0E0-4E87-B4A3-3CA1545BD2AD}" destId="{BD454396-348E-9F47-A39E-5E971BD1FD03}" srcOrd="0" destOrd="0" presId="urn:microsoft.com/office/officeart/2016/7/layout/VerticalHollowActionList"/>
    <dgm:cxn modelId="{4EB91F7C-5D76-1740-9B2D-296AB1BFAA7D}" type="presOf" srcId="{740B5382-686E-45F6-AFBA-F1C8510DD819}" destId="{0991C5E8-17D9-C949-9BBB-B02B7F20F653}" srcOrd="0" destOrd="0" presId="urn:microsoft.com/office/officeart/2016/7/layout/VerticalHollowActionList"/>
    <dgm:cxn modelId="{CF50BD87-7BDE-0046-9B14-9CF8C381CF44}" type="presOf" srcId="{BCF9F3C0-B635-4E08-9B2C-5EE6C237BFFE}" destId="{85791F68-7201-4041-959D-6517D658C44B}" srcOrd="0" destOrd="0" presId="urn:microsoft.com/office/officeart/2016/7/layout/VerticalHollowActionList"/>
    <dgm:cxn modelId="{7897B09D-4306-0C40-BB55-38C9BDED4098}" type="presOf" srcId="{893C7FAC-C6D7-4470-8CBE-49327083F5C8}" destId="{7A433800-0671-384F-A7F7-6CDEC9FEEE09}" srcOrd="0" destOrd="0" presId="urn:microsoft.com/office/officeart/2016/7/layout/VerticalHollowActionList"/>
    <dgm:cxn modelId="{680D2DAE-E3CA-B243-8502-F4BD8E9481B4}" type="presOf" srcId="{E2A31812-3992-4216-8DF4-400711B25732}" destId="{DF87C242-71B2-3644-AC37-BB4A7728F3FF}" srcOrd="0" destOrd="0" presId="urn:microsoft.com/office/officeart/2016/7/layout/VerticalHollowActionList"/>
    <dgm:cxn modelId="{16E12BB4-D50B-4E41-B91E-CF0E451CEEC6}" type="presOf" srcId="{53EFBEDF-9F6C-4A6F-A73F-BC2D9285B813}" destId="{58E5BEE2-ABCF-A841-A1D2-104975E83D1F}" srcOrd="0" destOrd="0" presId="urn:microsoft.com/office/officeart/2016/7/layout/VerticalHollowActionList"/>
    <dgm:cxn modelId="{26C8F4BE-E8EB-4FD8-882E-F984A2BF47A7}" srcId="{EE1D9617-D0E0-4E87-B4A3-3CA1545BD2AD}" destId="{E2A31812-3992-4216-8DF4-400711B25732}" srcOrd="0" destOrd="0" parTransId="{97DA142D-8889-42D0-BB33-6FA5D662123C}" sibTransId="{C92349BE-C248-4498-9C80-DC7F826AF873}"/>
    <dgm:cxn modelId="{014087BF-367E-A848-AB9C-F890560AAF04}" type="presOf" srcId="{51EAB714-59E2-4538-9016-422056F368DE}" destId="{57D82CB3-62E4-B440-B582-0D2A0EA88E8A}" srcOrd="0" destOrd="0" presId="urn:microsoft.com/office/officeart/2016/7/layout/VerticalHollowActionList"/>
    <dgm:cxn modelId="{2581E3C6-7A0B-FB45-8224-51AAAD9EB8E8}" type="presOf" srcId="{FE2C0D36-9586-4047-8CDB-FF6CA13CE62E}" destId="{D84C6094-AFE2-3B46-BADA-07F37833FE62}" srcOrd="0" destOrd="0" presId="urn:microsoft.com/office/officeart/2016/7/layout/VerticalHollowActionList"/>
    <dgm:cxn modelId="{BE6378D4-1ACE-482E-8D88-CFCB316BDBCC}" srcId="{53EFBEDF-9F6C-4A6F-A73F-BC2D9285B813}" destId="{FE2C0D36-9586-4047-8CDB-FF6CA13CE62E}" srcOrd="0" destOrd="0" parTransId="{2A36BD7D-A502-4365-AEEB-EBA727C9C39B}" sibTransId="{42317AFA-1310-47BE-BB08-168239F06391}"/>
    <dgm:cxn modelId="{98E0A0D5-46F9-A741-98B7-A971C1C472B0}" type="presOf" srcId="{7472F117-887E-4AE1-A86E-5E9EF9197A87}" destId="{6A7499FB-AE9C-F047-94F6-9B42834076DB}" srcOrd="0" destOrd="0" presId="urn:microsoft.com/office/officeart/2016/7/layout/VerticalHollowActionList"/>
    <dgm:cxn modelId="{A3B94AD8-3694-4780-BDC8-A47F70FE9C2D}" srcId="{893C7FAC-C6D7-4470-8CBE-49327083F5C8}" destId="{BCF9F3C0-B635-4E08-9B2C-5EE6C237BFFE}" srcOrd="0" destOrd="0" parTransId="{2B7D9723-0CEB-4B3E-9E85-AD29A42381D4}" sibTransId="{5AB0D568-5F2C-427F-9DEC-74E3A4E0ED6B}"/>
    <dgm:cxn modelId="{156878DC-9449-4785-9ACA-B733966ED86D}" srcId="{5EBDD82B-5E6D-4713-A0BB-8ED221244EF6}" destId="{893C7FAC-C6D7-4470-8CBE-49327083F5C8}" srcOrd="6" destOrd="0" parTransId="{8572F775-13F0-4A56-ACF4-6E882816C689}" sibTransId="{88C17224-4D29-4987-9EA7-7DAF4F12A987}"/>
    <dgm:cxn modelId="{A59FF3E0-1246-3A44-ABC0-46D6C1A256BF}" type="presOf" srcId="{5EBDD82B-5E6D-4713-A0BB-8ED221244EF6}" destId="{74927A41-40EC-D046-A41E-213CD3CD7DBE}" srcOrd="0" destOrd="0" presId="urn:microsoft.com/office/officeart/2016/7/layout/VerticalHollowActionList"/>
    <dgm:cxn modelId="{96F023F3-EC71-4821-908B-514024C85E29}" srcId="{5EBDD82B-5E6D-4713-A0BB-8ED221244EF6}" destId="{69B93A22-FA6D-4F20-8248-290F0DC930B2}" srcOrd="0" destOrd="0" parTransId="{857874DC-37DE-46B4-B5E0-D90C8F02F921}" sibTransId="{F6416415-922D-403C-914A-524BD4BF110C}"/>
    <dgm:cxn modelId="{EB649BF5-63B0-0844-AB5C-2EA7458FA89D}" type="presOf" srcId="{41B25CBE-CAA1-432B-919B-B2A6CA304EBE}" destId="{9F0CF7AB-B667-8941-8EBC-CC797130E264}" srcOrd="0" destOrd="0" presId="urn:microsoft.com/office/officeart/2016/7/layout/VerticalHollowActionList"/>
    <dgm:cxn modelId="{B65210F9-CD11-D346-951F-AED70B64CD3B}" type="presOf" srcId="{9FDB8BF2-F7DF-4034-8A12-868084F4A893}" destId="{E01F743B-1EF6-6C4F-A38C-7703AD3283F1}" srcOrd="0" destOrd="0" presId="urn:microsoft.com/office/officeart/2016/7/layout/VerticalHollowActionList"/>
    <dgm:cxn modelId="{5311CCFA-AE08-4283-8E4B-14F55EEB948D}" srcId="{5EBDD82B-5E6D-4713-A0BB-8ED221244EF6}" destId="{EE1D9617-D0E0-4E87-B4A3-3CA1545BD2AD}" srcOrd="1" destOrd="0" parTransId="{687409BF-72F4-4245-8AA7-90399E855CA7}" sibTransId="{ACF3DBB2-8482-4DA0-90F3-E873C465D18A}"/>
    <dgm:cxn modelId="{4C1AFCFB-A829-644C-94C8-BE1A056056AA}" type="presOf" srcId="{69B93A22-FA6D-4F20-8248-290F0DC930B2}" destId="{E535D2AB-EAB9-B049-B985-474FB17EE0A3}" srcOrd="0" destOrd="0" presId="urn:microsoft.com/office/officeart/2016/7/layout/VerticalHollowActionList"/>
    <dgm:cxn modelId="{679C1883-7C92-2940-A8AA-C05AE54C6A48}" type="presParOf" srcId="{74927A41-40EC-D046-A41E-213CD3CD7DBE}" destId="{EFD1B4F5-6652-584F-AA1A-39C6A8E6FDA4}" srcOrd="0" destOrd="0" presId="urn:microsoft.com/office/officeart/2016/7/layout/VerticalHollowActionList"/>
    <dgm:cxn modelId="{68ABDF2B-E668-A645-80A9-F9F796C4F904}" type="presParOf" srcId="{EFD1B4F5-6652-584F-AA1A-39C6A8E6FDA4}" destId="{E535D2AB-EAB9-B049-B985-474FB17EE0A3}" srcOrd="0" destOrd="0" presId="urn:microsoft.com/office/officeart/2016/7/layout/VerticalHollowActionList"/>
    <dgm:cxn modelId="{D113A663-D3E7-8642-A674-F8C271983D1B}" type="presParOf" srcId="{EFD1B4F5-6652-584F-AA1A-39C6A8E6FDA4}" destId="{E01F743B-1EF6-6C4F-A38C-7703AD3283F1}" srcOrd="1" destOrd="0" presId="urn:microsoft.com/office/officeart/2016/7/layout/VerticalHollowActionList"/>
    <dgm:cxn modelId="{5DC7D857-1304-B94C-B7D2-A8BB85D00461}" type="presParOf" srcId="{74927A41-40EC-D046-A41E-213CD3CD7DBE}" destId="{C762921A-1442-4C48-B2C0-DF275F4AE14F}" srcOrd="1" destOrd="0" presId="urn:microsoft.com/office/officeart/2016/7/layout/VerticalHollowActionList"/>
    <dgm:cxn modelId="{744ADC93-F4D9-844B-9520-CD0863302F8E}" type="presParOf" srcId="{74927A41-40EC-D046-A41E-213CD3CD7DBE}" destId="{1B18D4F5-BF77-7141-AD42-1E140D8DC0AF}" srcOrd="2" destOrd="0" presId="urn:microsoft.com/office/officeart/2016/7/layout/VerticalHollowActionList"/>
    <dgm:cxn modelId="{D2091442-B7E0-FD44-84F9-335089D5994E}" type="presParOf" srcId="{1B18D4F5-BF77-7141-AD42-1E140D8DC0AF}" destId="{BD454396-348E-9F47-A39E-5E971BD1FD03}" srcOrd="0" destOrd="0" presId="urn:microsoft.com/office/officeart/2016/7/layout/VerticalHollowActionList"/>
    <dgm:cxn modelId="{D38C2A9C-A321-0043-965F-778FD7354EE4}" type="presParOf" srcId="{1B18D4F5-BF77-7141-AD42-1E140D8DC0AF}" destId="{DF87C242-71B2-3644-AC37-BB4A7728F3FF}" srcOrd="1" destOrd="0" presId="urn:microsoft.com/office/officeart/2016/7/layout/VerticalHollowActionList"/>
    <dgm:cxn modelId="{2F22C83A-B01D-4C45-90F8-32F4D4885146}" type="presParOf" srcId="{74927A41-40EC-D046-A41E-213CD3CD7DBE}" destId="{0E3364EA-C6DD-3048-BDC3-F2F958454122}" srcOrd="3" destOrd="0" presId="urn:microsoft.com/office/officeart/2016/7/layout/VerticalHollowActionList"/>
    <dgm:cxn modelId="{C2706B90-97AB-B140-A2E2-83B86ACB7036}" type="presParOf" srcId="{74927A41-40EC-D046-A41E-213CD3CD7DBE}" destId="{39252992-5AB1-594F-AA7B-605E9A7EC84B}" srcOrd="4" destOrd="0" presId="urn:microsoft.com/office/officeart/2016/7/layout/VerticalHollowActionList"/>
    <dgm:cxn modelId="{0D895FB8-E871-7141-8832-17440A263F59}" type="presParOf" srcId="{39252992-5AB1-594F-AA7B-605E9A7EC84B}" destId="{6A7499FB-AE9C-F047-94F6-9B42834076DB}" srcOrd="0" destOrd="0" presId="urn:microsoft.com/office/officeart/2016/7/layout/VerticalHollowActionList"/>
    <dgm:cxn modelId="{7DEED13B-2EF7-9B4A-9E58-0BDF19867ECC}" type="presParOf" srcId="{39252992-5AB1-594F-AA7B-605E9A7EC84B}" destId="{0991C5E8-17D9-C949-9BBB-B02B7F20F653}" srcOrd="1" destOrd="0" presId="urn:microsoft.com/office/officeart/2016/7/layout/VerticalHollowActionList"/>
    <dgm:cxn modelId="{9A2CB592-D255-804C-837C-076962F03CC2}" type="presParOf" srcId="{74927A41-40EC-D046-A41E-213CD3CD7DBE}" destId="{503729F3-4FC2-1141-915F-342B41D18E35}" srcOrd="5" destOrd="0" presId="urn:microsoft.com/office/officeart/2016/7/layout/VerticalHollowActionList"/>
    <dgm:cxn modelId="{AF0AD0D3-D4B7-604C-A295-FD20C481B5CD}" type="presParOf" srcId="{74927A41-40EC-D046-A41E-213CD3CD7DBE}" destId="{E72C9292-2502-8F4C-946F-D7DDBEE07B01}" srcOrd="6" destOrd="0" presId="urn:microsoft.com/office/officeart/2016/7/layout/VerticalHollowActionList"/>
    <dgm:cxn modelId="{3BF883D9-8CB3-7140-A3CA-5A725C8A8CAD}" type="presParOf" srcId="{E72C9292-2502-8F4C-946F-D7DDBEE07B01}" destId="{58E5BEE2-ABCF-A841-A1D2-104975E83D1F}" srcOrd="0" destOrd="0" presId="urn:microsoft.com/office/officeart/2016/7/layout/VerticalHollowActionList"/>
    <dgm:cxn modelId="{AABE55B3-1AE9-A643-ABA9-459A5A4AEA50}" type="presParOf" srcId="{E72C9292-2502-8F4C-946F-D7DDBEE07B01}" destId="{D84C6094-AFE2-3B46-BADA-07F37833FE62}" srcOrd="1" destOrd="0" presId="urn:microsoft.com/office/officeart/2016/7/layout/VerticalHollowActionList"/>
    <dgm:cxn modelId="{A4B10D0D-55DE-104B-917D-947490A46319}" type="presParOf" srcId="{74927A41-40EC-D046-A41E-213CD3CD7DBE}" destId="{DC13D2A8-1A8E-3543-AF3C-02D765E41263}" srcOrd="7" destOrd="0" presId="urn:microsoft.com/office/officeart/2016/7/layout/VerticalHollowActionList"/>
    <dgm:cxn modelId="{BFE6CE65-94BC-2647-B39C-161ED8834C70}" type="presParOf" srcId="{74927A41-40EC-D046-A41E-213CD3CD7DBE}" destId="{72366D41-E529-3747-8F4C-E9305140B85C}" srcOrd="8" destOrd="0" presId="urn:microsoft.com/office/officeart/2016/7/layout/VerticalHollowActionList"/>
    <dgm:cxn modelId="{DD8A45E3-2481-9C44-83DF-FCB8452F5F50}" type="presParOf" srcId="{72366D41-E529-3747-8F4C-E9305140B85C}" destId="{57D82CB3-62E4-B440-B582-0D2A0EA88E8A}" srcOrd="0" destOrd="0" presId="urn:microsoft.com/office/officeart/2016/7/layout/VerticalHollowActionList"/>
    <dgm:cxn modelId="{B07C8BDA-4798-A842-AF1B-F0153D5C50E6}" type="presParOf" srcId="{72366D41-E529-3747-8F4C-E9305140B85C}" destId="{9F0CF7AB-B667-8941-8EBC-CC797130E264}" srcOrd="1" destOrd="0" presId="urn:microsoft.com/office/officeart/2016/7/layout/VerticalHollowActionList"/>
    <dgm:cxn modelId="{706EFAAD-CDAC-7848-98D4-1391FDDA5CBB}" type="presParOf" srcId="{74927A41-40EC-D046-A41E-213CD3CD7DBE}" destId="{C7CAC0B6-97CB-564C-BBC0-557955EAC25F}" srcOrd="9" destOrd="0" presId="urn:microsoft.com/office/officeart/2016/7/layout/VerticalHollowActionList"/>
    <dgm:cxn modelId="{E1A5F1F0-8266-E04E-B193-924327AA7D85}" type="presParOf" srcId="{74927A41-40EC-D046-A41E-213CD3CD7DBE}" destId="{241F6666-47E8-F94F-9054-B5413402556F}" srcOrd="10" destOrd="0" presId="urn:microsoft.com/office/officeart/2016/7/layout/VerticalHollowActionList"/>
    <dgm:cxn modelId="{4CF298DC-428D-AE4B-B1F5-CE553A19DEC6}" type="presParOf" srcId="{241F6666-47E8-F94F-9054-B5413402556F}" destId="{471DA1F3-9113-C24D-A9B4-8EC731E0FEFE}" srcOrd="0" destOrd="0" presId="urn:microsoft.com/office/officeart/2016/7/layout/VerticalHollowActionList"/>
    <dgm:cxn modelId="{FE7EBF0F-9FF3-004F-8256-C925D4577E07}" type="presParOf" srcId="{241F6666-47E8-F94F-9054-B5413402556F}" destId="{2BFC9EF5-37D0-EF4F-8AD8-2089AAE25D2B}" srcOrd="1" destOrd="0" presId="urn:microsoft.com/office/officeart/2016/7/layout/VerticalHollowActionList"/>
    <dgm:cxn modelId="{CF8B105B-3E19-0E43-891D-D804F5BAE212}" type="presParOf" srcId="{74927A41-40EC-D046-A41E-213CD3CD7DBE}" destId="{BD1F0108-1B77-234E-B1AC-A246F46630FF}" srcOrd="11" destOrd="0" presId="urn:microsoft.com/office/officeart/2016/7/layout/VerticalHollowActionList"/>
    <dgm:cxn modelId="{73B647E7-52B8-1242-AB01-8F9982FAC2BA}" type="presParOf" srcId="{74927A41-40EC-D046-A41E-213CD3CD7DBE}" destId="{5BA406FA-08B4-BD40-A1AD-7CC5D66090E5}" srcOrd="12" destOrd="0" presId="urn:microsoft.com/office/officeart/2016/7/layout/VerticalHollowActionList"/>
    <dgm:cxn modelId="{896E98AF-39C8-644B-984A-CECDDA87DD41}" type="presParOf" srcId="{5BA406FA-08B4-BD40-A1AD-7CC5D66090E5}" destId="{7A433800-0671-384F-A7F7-6CDEC9FEEE09}" srcOrd="0" destOrd="0" presId="urn:microsoft.com/office/officeart/2016/7/layout/VerticalHollowActionList"/>
    <dgm:cxn modelId="{2AF5ED1A-16DA-6247-8130-1DE47E2A1E67}" type="presParOf" srcId="{5BA406FA-08B4-BD40-A1AD-7CC5D66090E5}" destId="{85791F68-7201-4041-959D-6517D658C44B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AAB5E-6194-1A41-87D7-5DE9482F28EB}">
      <dsp:nvSpPr>
        <dsp:cNvPr id="0" name=""/>
        <dsp:cNvSpPr/>
      </dsp:nvSpPr>
      <dsp:spPr>
        <a:xfrm>
          <a:off x="45" y="46342"/>
          <a:ext cx="4395996" cy="13848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 Class with two parts</a:t>
          </a:r>
        </a:p>
      </dsp:txBody>
      <dsp:txXfrm>
        <a:off x="45" y="46342"/>
        <a:ext cx="4395996" cy="1384899"/>
      </dsp:txXfrm>
    </dsp:sp>
    <dsp:sp modelId="{B28A2C87-9880-454F-A79D-01197A0BD15A}">
      <dsp:nvSpPr>
        <dsp:cNvPr id="0" name=""/>
        <dsp:cNvSpPr/>
      </dsp:nvSpPr>
      <dsp:spPr>
        <a:xfrm>
          <a:off x="45" y="1431242"/>
          <a:ext cx="4395996" cy="276421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An instructional Lecture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Guided work time</a:t>
          </a:r>
        </a:p>
      </dsp:txBody>
      <dsp:txXfrm>
        <a:off x="45" y="1431242"/>
        <a:ext cx="4395996" cy="2764214"/>
      </dsp:txXfrm>
    </dsp:sp>
    <dsp:sp modelId="{2913F531-7A56-2D42-B2FD-B53217F8965D}">
      <dsp:nvSpPr>
        <dsp:cNvPr id="0" name=""/>
        <dsp:cNvSpPr/>
      </dsp:nvSpPr>
      <dsp:spPr>
        <a:xfrm>
          <a:off x="5011482" y="46342"/>
          <a:ext cx="4395996" cy="13848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154432" rIns="270256" bIns="154432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Full Lab Day</a:t>
          </a:r>
        </a:p>
      </dsp:txBody>
      <dsp:txXfrm>
        <a:off x="5011482" y="46342"/>
        <a:ext cx="4395996" cy="1384899"/>
      </dsp:txXfrm>
    </dsp:sp>
    <dsp:sp modelId="{EAF3E89A-761B-C24F-81BE-0B71DA1D047E}">
      <dsp:nvSpPr>
        <dsp:cNvPr id="0" name=""/>
        <dsp:cNvSpPr/>
      </dsp:nvSpPr>
      <dsp:spPr>
        <a:xfrm>
          <a:off x="5011482" y="1431242"/>
          <a:ext cx="4395996" cy="276421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692" tIns="202692" rIns="270256" bIns="304038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/>
            <a:t>Time to work on larger projects and Assignments</a:t>
          </a:r>
        </a:p>
      </dsp:txBody>
      <dsp:txXfrm>
        <a:off x="5011482" y="1431242"/>
        <a:ext cx="4395996" cy="2764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F743B-1EF6-6C4F-A38C-7703AD3283F1}">
      <dsp:nvSpPr>
        <dsp:cNvPr id="0" name=""/>
        <dsp:cNvSpPr/>
      </dsp:nvSpPr>
      <dsp:spPr>
        <a:xfrm>
          <a:off x="2103120" y="2039"/>
          <a:ext cx="8412480" cy="590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version control to create and manage team projects.</a:t>
          </a:r>
        </a:p>
      </dsp:txBody>
      <dsp:txXfrm>
        <a:off x="2103120" y="2039"/>
        <a:ext cx="8412480" cy="590660"/>
      </dsp:txXfrm>
    </dsp:sp>
    <dsp:sp modelId="{E535D2AB-EAB9-B049-B985-474FB17EE0A3}">
      <dsp:nvSpPr>
        <dsp:cNvPr id="0" name=""/>
        <dsp:cNvSpPr/>
      </dsp:nvSpPr>
      <dsp:spPr>
        <a:xfrm>
          <a:off x="0" y="2039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Version Control</a:t>
          </a:r>
        </a:p>
      </dsp:txBody>
      <dsp:txXfrm>
        <a:off x="0" y="2039"/>
        <a:ext cx="2103120" cy="590660"/>
      </dsp:txXfrm>
    </dsp:sp>
    <dsp:sp modelId="{DF87C242-71B2-3644-AC37-BB4A7728F3FF}">
      <dsp:nvSpPr>
        <dsp:cNvPr id="0" name=""/>
        <dsp:cNvSpPr/>
      </dsp:nvSpPr>
      <dsp:spPr>
        <a:xfrm>
          <a:off x="2103120" y="628139"/>
          <a:ext cx="8412480" cy="590660"/>
        </a:xfrm>
        <a:prstGeom prst="rect">
          <a:avLst/>
        </a:prstGeom>
        <a:solidFill>
          <a:schemeClr val="accent2">
            <a:hueOff val="1073935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5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 familiar with software engineering topics.</a:t>
          </a:r>
        </a:p>
      </dsp:txBody>
      <dsp:txXfrm>
        <a:off x="2103120" y="628139"/>
        <a:ext cx="8412480" cy="590660"/>
      </dsp:txXfrm>
    </dsp:sp>
    <dsp:sp modelId="{BD454396-348E-9F47-A39E-5E971BD1FD03}">
      <dsp:nvSpPr>
        <dsp:cNvPr id="0" name=""/>
        <dsp:cNvSpPr/>
      </dsp:nvSpPr>
      <dsp:spPr>
        <a:xfrm>
          <a:off x="0" y="628139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073935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 Topics </a:t>
          </a:r>
        </a:p>
      </dsp:txBody>
      <dsp:txXfrm>
        <a:off x="0" y="628139"/>
        <a:ext cx="2103120" cy="590660"/>
      </dsp:txXfrm>
    </dsp:sp>
    <dsp:sp modelId="{0991C5E8-17D9-C949-9BBB-B02B7F20F653}">
      <dsp:nvSpPr>
        <dsp:cNvPr id="0" name=""/>
        <dsp:cNvSpPr/>
      </dsp:nvSpPr>
      <dsp:spPr>
        <a:xfrm>
          <a:off x="2103120" y="1254239"/>
          <a:ext cx="8412480" cy="590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several software development processes (Agile, Waterfall).</a:t>
          </a:r>
        </a:p>
      </dsp:txBody>
      <dsp:txXfrm>
        <a:off x="2103120" y="1254239"/>
        <a:ext cx="8412480" cy="590660"/>
      </dsp:txXfrm>
    </dsp:sp>
    <dsp:sp modelId="{6A7499FB-AE9C-F047-94F6-9B42834076DB}">
      <dsp:nvSpPr>
        <dsp:cNvPr id="0" name=""/>
        <dsp:cNvSpPr/>
      </dsp:nvSpPr>
      <dsp:spPr>
        <a:xfrm>
          <a:off x="0" y="1254239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SD Processes</a:t>
          </a:r>
        </a:p>
      </dsp:txBody>
      <dsp:txXfrm>
        <a:off x="0" y="1254239"/>
        <a:ext cx="2103120" cy="590660"/>
      </dsp:txXfrm>
    </dsp:sp>
    <dsp:sp modelId="{D84C6094-AFE2-3B46-BADA-07F37833FE62}">
      <dsp:nvSpPr>
        <dsp:cNvPr id="0" name=""/>
        <dsp:cNvSpPr/>
      </dsp:nvSpPr>
      <dsp:spPr>
        <a:xfrm>
          <a:off x="2103120" y="1880338"/>
          <a:ext cx="8412480" cy="590660"/>
        </a:xfrm>
        <a:prstGeom prst="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 introduced to contemporary tools and frameworks.</a:t>
          </a:r>
        </a:p>
      </dsp:txBody>
      <dsp:txXfrm>
        <a:off x="2103120" y="1880338"/>
        <a:ext cx="8412480" cy="590660"/>
      </dsp:txXfrm>
    </dsp:sp>
    <dsp:sp modelId="{58E5BEE2-ABCF-A841-A1D2-104975E83D1F}">
      <dsp:nvSpPr>
        <dsp:cNvPr id="0" name=""/>
        <dsp:cNvSpPr/>
      </dsp:nvSpPr>
      <dsp:spPr>
        <a:xfrm>
          <a:off x="0" y="1880338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Frameworks</a:t>
          </a:r>
        </a:p>
      </dsp:txBody>
      <dsp:txXfrm>
        <a:off x="0" y="1880338"/>
        <a:ext cx="2103120" cy="590660"/>
      </dsp:txXfrm>
    </dsp:sp>
    <dsp:sp modelId="{9F0CF7AB-B667-8941-8EBC-CC797130E264}">
      <dsp:nvSpPr>
        <dsp:cNvPr id="0" name=""/>
        <dsp:cNvSpPr/>
      </dsp:nvSpPr>
      <dsp:spPr>
        <a:xfrm>
          <a:off x="2103120" y="2506438"/>
          <a:ext cx="8412480" cy="590660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architectural patterns</a:t>
          </a:r>
        </a:p>
      </dsp:txBody>
      <dsp:txXfrm>
        <a:off x="2103120" y="2506438"/>
        <a:ext cx="8412480" cy="590660"/>
      </dsp:txXfrm>
    </dsp:sp>
    <dsp:sp modelId="{57D82CB3-62E4-B440-B582-0D2A0EA88E8A}">
      <dsp:nvSpPr>
        <dsp:cNvPr id="0" name=""/>
        <dsp:cNvSpPr/>
      </dsp:nvSpPr>
      <dsp:spPr>
        <a:xfrm>
          <a:off x="0" y="2506438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Arch. Patterns</a:t>
          </a:r>
        </a:p>
      </dsp:txBody>
      <dsp:txXfrm>
        <a:off x="0" y="2506438"/>
        <a:ext cx="2103120" cy="590660"/>
      </dsp:txXfrm>
    </dsp:sp>
    <dsp:sp modelId="{2BFC9EF5-37D0-EF4F-8AD8-2089AAE25D2B}">
      <dsp:nvSpPr>
        <dsp:cNvPr id="0" name=""/>
        <dsp:cNvSpPr/>
      </dsp:nvSpPr>
      <dsp:spPr>
        <a:xfrm>
          <a:off x="2103120" y="3132538"/>
          <a:ext cx="8412480" cy="590660"/>
        </a:xfrm>
        <a:prstGeom prst="rect">
          <a:avLst/>
        </a:prstGeom>
        <a:solidFill>
          <a:schemeClr val="accent2">
            <a:hueOff val="5369677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7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design patterns</a:t>
          </a:r>
        </a:p>
      </dsp:txBody>
      <dsp:txXfrm>
        <a:off x="2103120" y="3132538"/>
        <a:ext cx="8412480" cy="590660"/>
      </dsp:txXfrm>
    </dsp:sp>
    <dsp:sp modelId="{471DA1F3-9113-C24D-A9B4-8EC731E0FEFE}">
      <dsp:nvSpPr>
        <dsp:cNvPr id="0" name=""/>
        <dsp:cNvSpPr/>
      </dsp:nvSpPr>
      <dsp:spPr>
        <a:xfrm>
          <a:off x="0" y="3132538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5369677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Design Patterns</a:t>
          </a:r>
        </a:p>
      </dsp:txBody>
      <dsp:txXfrm>
        <a:off x="0" y="3132538"/>
        <a:ext cx="2103120" cy="590660"/>
      </dsp:txXfrm>
    </dsp:sp>
    <dsp:sp modelId="{85791F68-7201-4041-959D-6517D658C44B}">
      <dsp:nvSpPr>
        <dsp:cNvPr id="0" name=""/>
        <dsp:cNvSpPr/>
      </dsp:nvSpPr>
      <dsp:spPr>
        <a:xfrm>
          <a:off x="2103120" y="3758638"/>
          <a:ext cx="8412480" cy="59066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150028" rIns="163225" bIns="1500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 and build a software project using a popular framework. </a:t>
          </a:r>
        </a:p>
      </dsp:txBody>
      <dsp:txXfrm>
        <a:off x="2103120" y="3758638"/>
        <a:ext cx="8412480" cy="590660"/>
      </dsp:txXfrm>
    </dsp:sp>
    <dsp:sp modelId="{7A433800-0671-384F-A7F7-6CDEC9FEEE09}">
      <dsp:nvSpPr>
        <dsp:cNvPr id="0" name=""/>
        <dsp:cNvSpPr/>
      </dsp:nvSpPr>
      <dsp:spPr>
        <a:xfrm>
          <a:off x="0" y="3758638"/>
          <a:ext cx="2103120" cy="5906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58344" rIns="111290" bIns="5834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Design and build</a:t>
          </a:r>
        </a:p>
      </dsp:txBody>
      <dsp:txXfrm>
        <a:off x="0" y="3758638"/>
        <a:ext cx="2103120" cy="590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D88CA-84FA-8A47-B7EC-57E0B00F9B2E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CCD7A-8C61-8248-889D-6EB2E1E81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9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7cb4356b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7cb4356b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996ea971e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996ea971e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686E-02E3-FC96-C8A7-FDBA55DE4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06DF9-9575-C42B-8F64-E8B0558F7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1A357-29EA-C577-CFBC-31DED053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6E1A0-C139-44FE-D31D-6910D14F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D2779-F6AB-43FE-89D7-2F40724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90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2D58-3278-17B2-BE84-7356C220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2CD59-9CA4-30C3-EBA6-9B77CC4F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745BA-C89C-5D50-E473-1929A5F4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DE4F-007A-7881-0B52-10C9D2D0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70C4-CA4C-3E7B-7563-D6D736A4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0D20-D46F-392C-A75B-7BE2E8F3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6BFE3-00BD-2F25-2AD0-DC71CD105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022D-A7C1-33A8-DCDF-AD5FE0FD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505D9-57DB-38D3-E38B-0DD8CE348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62AD-E8C7-A02A-61CE-832B70FE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3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C835-5290-4320-0D8D-ACA1DEED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DE50-2392-09E3-BC64-2E26272AF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FEA4A-8BA0-6DA9-36C4-4C231D772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F29DE-0E39-799D-A64F-7FC753CB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A0F97-FFB6-A27E-5D63-D9CAB2F3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95671-6717-6CA8-59D7-AF20CD08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0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7896D-20A4-47FC-F1A1-5F10A80D0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23DF8-C7C4-4878-E4A4-15770AD4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58A1-A6BC-CCC0-D419-AB83B7518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5E1D2-27A6-DC11-273F-9A62A028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F516B-C77D-65B1-E336-B75D75B10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75A708-38DA-A922-6EF2-78433304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219DE-B218-46B6-9C6F-3E13C047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DA29F-F13E-AC0C-555B-CDD9C69C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5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C03-C5C5-A294-8F4F-8DF44981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6DA14-72AA-2240-B334-21A48AE9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A22F3-4FB6-4495-B0C8-4610169E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65DD9-2B4C-2AE2-D3AE-41577F2A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7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744F5-3601-203D-9DC7-1F6336A1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AAF90-750B-8CA9-EF0B-724E052B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8C43C-4C46-F8B5-A09A-176A6799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4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17E7-599D-DFCA-EA22-9C306A57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0E945-5671-0153-9ED8-42841635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EE491-8BFE-8056-14D9-DA8458F81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05C0D-A00D-6C0A-E931-42C2929AB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6F3FE-05A6-BA78-01F9-3F91CE7C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BE1F3-FCD8-E797-5BE0-F39E8865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8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1B76-8245-5D5E-219B-8544526A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425B7-3293-C5C6-3BD8-7DB3C8DC2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383EF-9F81-D79D-7851-1E90F9957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CD608-BE6A-2528-3C6C-AC1977C4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B5F43-A133-5890-2F1E-D778CDC5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0CBC3-5B72-D541-982B-2E2DD3A3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8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1A50-F315-FCB3-6F80-296757FD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DEFB4-A9A0-E82F-D0A6-239CF0715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DCA65-40DD-D343-1F81-6EBE1240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D586-BF9E-C841-1684-165AB739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9285-41EA-899A-EAFF-4BDBBBD0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8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70DE5-049A-0C61-01A9-D1EB2097A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DA97B-8432-5D92-7A07-C10842C36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FE40C-E740-10B5-3027-4B5916AC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C6CD7-0C79-565A-95BC-8AA634A9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D75E5-3B99-CA5A-0CFD-A86D3CFD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69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126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6649B-8AE8-4629-6217-BABB9F3A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62F64-E9B0-DA45-B94A-C29C7E402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F80C3-506A-6266-E966-E9B99BA5F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9355D-9ADB-FD42-89D4-10016B40E924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4C721-8280-0933-0896-C99D8750C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73422-B37B-0D91-00A4-1DB546651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66AE6-1E0A-7542-850D-64AFC9ABE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1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A7B24E-1E21-A413-F389-998441825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900"/>
            <a:ext cx="4940300" cy="5245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A3D3B-4902-0EF8-1770-338D116F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292" y="5874656"/>
            <a:ext cx="649515" cy="997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4111B4-FF12-211E-E4EE-0B5CE375F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00" y="3294743"/>
            <a:ext cx="7242958" cy="3577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AC6325-C11E-9434-5CE0-8CC34DE67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8600" y="1612900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Gill Sans Ultra Bold" panose="020B0A02020104020203" pitchFamily="34" charset="77"/>
              </a:rPr>
              <a:t>Welcome to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  <a:latin typeface="Gill Sans Ultra Bold" panose="020B0A02020104020203" pitchFamily="34" charset="77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Gill Sans Ultra Bold" panose="020B0A02020104020203" pitchFamily="34" charset="77"/>
              </a:rPr>
              <a:t>Web App Development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8F5DE3-1659-DE17-EA00-7F64DF1A0464}"/>
              </a:ext>
            </a:extLst>
          </p:cNvPr>
          <p:cNvSpPr txBox="1">
            <a:spLocks/>
          </p:cNvSpPr>
          <p:nvPr/>
        </p:nvSpPr>
        <p:spPr>
          <a:xfrm>
            <a:off x="5090884" y="156209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Gill Sans Ultra Bold" panose="020B0A02020104020203" pitchFamily="34" charset="77"/>
              </a:rPr>
              <a:t>Welcome to </a:t>
            </a:r>
            <a:b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Gill Sans Ultra Bold" panose="020B0A02020104020203" pitchFamily="34" charset="77"/>
              </a:rPr>
            </a:b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Gill Sans Ultra Bold" panose="020B0A02020104020203" pitchFamily="34" charset="77"/>
              </a:rPr>
              <a:t>Web App Development</a:t>
            </a:r>
          </a:p>
        </p:txBody>
      </p:sp>
    </p:spTree>
    <p:extLst>
      <p:ext uri="{BB962C8B-B14F-4D97-AF65-F5344CB8AC3E}">
        <p14:creationId xmlns:p14="http://schemas.microsoft.com/office/powerpoint/2010/main" val="424304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3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We’ll Be Talking About Today</a:t>
            </a:r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alpha val="80000"/>
                  </a:schemeClr>
                </a:solidFill>
              </a:rPr>
              <a:t>Discuss Class Format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alpha val="80000"/>
                  </a:schemeClr>
                </a:solidFill>
              </a:rPr>
              <a:t>Grading Scheme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alpha val="80000"/>
                  </a:schemeClr>
                </a:solidFill>
              </a:rPr>
              <a:t>Key Objectives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alpha val="80000"/>
                  </a:schemeClr>
                </a:solidFill>
              </a:rPr>
              <a:t>Deliverables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alpha val="80000"/>
                  </a:schemeClr>
                </a:solidFill>
              </a:rPr>
              <a:t>Tools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1" name="Google Shape;61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541932" y="1943148"/>
            <a:ext cx="4369112" cy="18787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D45FC-619E-3151-5A66-51D2D699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Two Classes a Week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E51C66C-4759-E72E-2646-379D3ACB6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244767"/>
              </p:ext>
            </p:extLst>
          </p:nvPr>
        </p:nvGraphicFramePr>
        <p:xfrm>
          <a:off x="1392238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0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ook cover with a horse&#10;&#10;AI-generated content may be incorrect.">
            <a:extLst>
              <a:ext uri="{FF2B5EF4-FFF2-40B4-BE49-F238E27FC236}">
                <a16:creationId xmlns:a16="http://schemas.microsoft.com/office/drawing/2014/main" id="{FDBEEDA6-FEE5-5BB5-D25C-931CA9DC0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070" y="230408"/>
            <a:ext cx="4861860" cy="6397183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474DDB92-31B6-F923-A090-88BA424D12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BA530-2A0A-8D1E-F67F-67689B774CE4}"/>
              </a:ext>
            </a:extLst>
          </p:cNvPr>
          <p:cNvSpPr txBox="1"/>
          <p:nvPr/>
        </p:nvSpPr>
        <p:spPr>
          <a:xfrm>
            <a:off x="689548" y="614597"/>
            <a:ext cx="2263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j-lt"/>
              </a:rPr>
              <a:t>Our Book</a:t>
            </a:r>
          </a:p>
        </p:txBody>
      </p:sp>
    </p:spTree>
    <p:extLst>
      <p:ext uri="{BB962C8B-B14F-4D97-AF65-F5344CB8AC3E}">
        <p14:creationId xmlns:p14="http://schemas.microsoft.com/office/powerpoint/2010/main" val="199047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90ACA-C604-B0EC-A3B7-96B33E1C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Grading Scheme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F6E6C4-755B-D326-55BC-EC186EC0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064185"/>
            <a:ext cx="7188199" cy="47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3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42292E-65B7-B671-0462-DF8009D3BA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2136C-E0D6-CC37-1A17-CC1945DB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+mj-lt"/>
                <a:ea typeface="+mj-ea"/>
                <a:cs typeface="+mj-cs"/>
              </a:rPr>
              <a:t>Course Learning Outcomes</a:t>
            </a:r>
            <a:br>
              <a:rPr lang="en-US">
                <a:latin typeface="+mj-lt"/>
                <a:ea typeface="+mj-ea"/>
                <a:cs typeface="+mj-cs"/>
              </a:rPr>
            </a:br>
            <a:endParaRPr lang="en-US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F8DA438-9D98-FDC9-F840-3A43652EB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8048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326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B00F-8BE2-D384-F0EE-4F7DD8E6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60E49-A469-608A-B572-C4EA33B2E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Small, book-based Assignments</a:t>
            </a:r>
          </a:p>
          <a:p>
            <a:pPr lvl="1"/>
            <a:r>
              <a:rPr lang="en-US" dirty="0"/>
              <a:t>Will be varied in complexity and size</a:t>
            </a:r>
          </a:p>
          <a:p>
            <a:pPr lvl="1"/>
            <a:r>
              <a:rPr lang="en-US" dirty="0"/>
              <a:t>~1-2 per week</a:t>
            </a:r>
          </a:p>
          <a:p>
            <a:pPr lvl="1"/>
            <a:endParaRPr lang="en-US" dirty="0"/>
          </a:p>
          <a:p>
            <a:r>
              <a:rPr lang="en-US" dirty="0"/>
              <a:t>Short, book-based Quizzes </a:t>
            </a:r>
          </a:p>
          <a:p>
            <a:pPr lvl="1"/>
            <a:r>
              <a:rPr lang="en-US" dirty="0"/>
              <a:t>~1-2 per week</a:t>
            </a:r>
          </a:p>
          <a:p>
            <a:pPr lvl="1"/>
            <a:endParaRPr lang="en-US" dirty="0"/>
          </a:p>
          <a:p>
            <a:r>
              <a:rPr lang="en-US" dirty="0"/>
              <a:t>One Large Group Project</a:t>
            </a:r>
          </a:p>
          <a:p>
            <a:pPr lvl="1"/>
            <a:r>
              <a:rPr lang="en-US" dirty="0"/>
              <a:t>Made up of Several Sprints and Final Submission</a:t>
            </a:r>
          </a:p>
          <a:p>
            <a:pPr lvl="1"/>
            <a:r>
              <a:rPr lang="en-US" dirty="0"/>
              <a:t>Includes a Presentation of Work</a:t>
            </a:r>
          </a:p>
        </p:txBody>
      </p:sp>
    </p:spTree>
    <p:extLst>
      <p:ext uri="{BB962C8B-B14F-4D97-AF65-F5344CB8AC3E}">
        <p14:creationId xmlns:p14="http://schemas.microsoft.com/office/powerpoint/2010/main" val="206380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B75F-8218-C427-2475-912B5BE0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Tools- GitHub and Git SCM CLI Tools</a:t>
            </a:r>
          </a:p>
        </p:txBody>
      </p:sp>
      <p:pic>
        <p:nvPicPr>
          <p:cNvPr id="6" name="Google Shape;247;p45">
            <a:extLst>
              <a:ext uri="{FF2B5EF4-FFF2-40B4-BE49-F238E27FC236}">
                <a16:creationId xmlns:a16="http://schemas.microsoft.com/office/drawing/2014/main" id="{C7DDE8FD-FBE6-B467-4F28-127E3F37A2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594"/>
          <a:stretch/>
        </p:blipFill>
        <p:spPr>
          <a:xfrm>
            <a:off x="1597511" y="1356967"/>
            <a:ext cx="3064430" cy="5027810"/>
          </a:xfrm>
          <a:prstGeom prst="roundRect">
            <a:avLst>
              <a:gd name="adj" fmla="val 4608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" name="Google Shape;249;p45">
            <a:extLst>
              <a:ext uri="{FF2B5EF4-FFF2-40B4-BE49-F238E27FC236}">
                <a16:creationId xmlns:a16="http://schemas.microsoft.com/office/drawing/2014/main" id="{13B8A827-5082-141A-BC22-ADB242720A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078" y="2120567"/>
            <a:ext cx="5155677" cy="3969363"/>
          </a:xfrm>
          <a:prstGeom prst="roundRect">
            <a:avLst>
              <a:gd name="adj" fmla="val 4278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4849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645D-D21B-B655-DCE5-4153B885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– An Editor and Python</a:t>
            </a:r>
          </a:p>
        </p:txBody>
      </p:sp>
      <p:pic>
        <p:nvPicPr>
          <p:cNvPr id="4" name="Google Shape;248;p45">
            <a:extLst>
              <a:ext uri="{FF2B5EF4-FFF2-40B4-BE49-F238E27FC236}">
                <a16:creationId xmlns:a16="http://schemas.microsoft.com/office/drawing/2014/main" id="{B439142E-08D5-B83C-AA7E-C805D236DF2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353" y="1554106"/>
            <a:ext cx="5529505" cy="4710527"/>
          </a:xfrm>
          <a:prstGeom prst="roundRect">
            <a:avLst>
              <a:gd name="adj" fmla="val 2914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038A3B-3AF6-4D2F-63F7-0F83DF050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601" y="2097872"/>
            <a:ext cx="5645046" cy="4363900"/>
          </a:xfrm>
          <a:prstGeom prst="roundRect">
            <a:avLst>
              <a:gd name="adj" fmla="val 361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3915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C79A-526D-E6B1-FD12-675F78C0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- Django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C4FAB-4EAF-CDF7-DE49-C5ACDD1A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4" y="1536633"/>
            <a:ext cx="5844877" cy="4555200"/>
          </a:xfrm>
          <a:prstGeom prst="roundRect">
            <a:avLst>
              <a:gd name="adj" fmla="val 288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074" name="Picture 2" descr="Django logo and symbol, meaning, history, PNG">
            <a:extLst>
              <a:ext uri="{FF2B5EF4-FFF2-40B4-BE49-F238E27FC236}">
                <a16:creationId xmlns:a16="http://schemas.microsoft.com/office/drawing/2014/main" id="{7406D66E-DCA1-A1D1-1116-B3B169C19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131" y="2710715"/>
            <a:ext cx="5686269" cy="355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1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5D87-DD62-EB97-E098-1134EF29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3DF44-5B34-0818-E339-795C8F858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856048" cy="4555200"/>
          </a:xfrm>
        </p:spPr>
        <p:txBody>
          <a:bodyPr/>
          <a:lstStyle/>
          <a:p>
            <a:r>
              <a:rPr lang="en-US" dirty="0"/>
              <a:t>The department has a new Discord server, and we have a channel on it.</a:t>
            </a:r>
          </a:p>
          <a:p>
            <a:endParaRPr lang="en-US" dirty="0"/>
          </a:p>
          <a:p>
            <a:r>
              <a:rPr lang="en-US" dirty="0"/>
              <a:t>This will be a good place to ask questions, see announcements, and even join the class remotely when approved to do so.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1233F-EA5D-4762-19A5-357A57BA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49" y="766167"/>
            <a:ext cx="5395209" cy="549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3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dirty="0"/>
              <a:t>Closing</a:t>
            </a:r>
            <a:endParaRPr dirty="0"/>
          </a:p>
        </p:txBody>
      </p:sp>
      <p:sp>
        <p:nvSpPr>
          <p:cNvPr id="224" name="Google Shape;224;p4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" dirty="0"/>
              <a:t>Office Hours </a:t>
            </a:r>
            <a:r>
              <a:rPr lang="en-US" dirty="0">
                <a:effectLst/>
              </a:rPr>
              <a:t>In SS-411</a:t>
            </a:r>
            <a:r>
              <a:rPr lang="en" dirty="0"/>
              <a:t>: </a:t>
            </a:r>
            <a:endParaRPr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Tu &amp; Th 4pm – 5pm</a:t>
            </a:r>
          </a:p>
          <a:p>
            <a:pPr marL="152396" indent="0">
              <a:buNone/>
            </a:pPr>
            <a:r>
              <a:rPr lang="en-US" sz="2400" dirty="0">
                <a:solidFill>
                  <a:srgbClr val="000000"/>
                </a:solidFill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Mon &amp; Wed 2pm–3pm</a:t>
            </a:r>
          </a:p>
          <a:p>
            <a:pPr marL="152396" indent="0">
              <a:buNone/>
            </a:pPr>
            <a:r>
              <a:rPr lang="en-US" dirty="0">
                <a:effectLst/>
              </a:rPr>
              <a:t>		</a:t>
            </a:r>
          </a:p>
          <a:p>
            <a:pPr marL="152396" indent="0">
              <a:buNone/>
            </a:pPr>
            <a:r>
              <a:rPr lang="en" dirty="0"/>
              <a:t>Have a great first week and I’ll see you on Thursday!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263</Words>
  <Application>Microsoft Macintosh PowerPoint</Application>
  <PresentationFormat>Widescreen</PresentationFormat>
  <Paragraphs>56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Gill Sans Nova Light</vt:lpstr>
      <vt:lpstr>Gill Sans Ultra Bold</vt:lpstr>
      <vt:lpstr>Merriweather</vt:lpstr>
      <vt:lpstr>Office Theme</vt:lpstr>
      <vt:lpstr>Welcome to  Web App Development</vt:lpstr>
      <vt:lpstr>What We’ll Be Talking About Today</vt:lpstr>
      <vt:lpstr>Two Classes a Week</vt:lpstr>
      <vt:lpstr>PowerPoint Presentation</vt:lpstr>
      <vt:lpstr>Grading Scheme</vt:lpstr>
      <vt:lpstr>Course Learning Outcomes </vt:lpstr>
      <vt:lpstr>Deliverables</vt:lpstr>
      <vt:lpstr>Tools- GitHub and Git SCM CLI Tools</vt:lpstr>
      <vt:lpstr>Tools – An Editor and Python</vt:lpstr>
      <vt:lpstr>Tools - Django</vt:lpstr>
      <vt:lpstr>Discord</vt:lpstr>
      <vt:lpstr>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Luther, Sam</dc:creator>
  <cp:lastModifiedBy>Luther, Sam</cp:lastModifiedBy>
  <cp:revision>1</cp:revision>
  <dcterms:created xsi:type="dcterms:W3CDTF">2025-08-26T14:34:49Z</dcterms:created>
  <dcterms:modified xsi:type="dcterms:W3CDTF">2025-08-26T16:23:19Z</dcterms:modified>
</cp:coreProperties>
</file>