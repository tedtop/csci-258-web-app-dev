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3C77EA-AE40-450E-88FF-230CF3E413C7}" v="4" dt="2024-10-07T18:57:13.8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4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ce, Patricia" userId="63213659-433f-4003-8b64-f125efbf754c" providerId="ADAL" clId="{453C77EA-AE40-450E-88FF-230CF3E413C7}"/>
    <pc:docChg chg="undo custSel addSld modSld">
      <pc:chgData name="Duce, Patricia" userId="63213659-433f-4003-8b64-f125efbf754c" providerId="ADAL" clId="{453C77EA-AE40-450E-88FF-230CF3E413C7}" dt="2024-10-08T02:55:04.184" v="605" actId="478"/>
      <pc:docMkLst>
        <pc:docMk/>
      </pc:docMkLst>
      <pc:sldChg chg="delSp modSp new mod">
        <pc:chgData name="Duce, Patricia" userId="63213659-433f-4003-8b64-f125efbf754c" providerId="ADAL" clId="{453C77EA-AE40-450E-88FF-230CF3E413C7}" dt="2024-10-07T17:46:32.807" v="18" actId="478"/>
        <pc:sldMkLst>
          <pc:docMk/>
          <pc:sldMk cId="2918336873" sldId="256"/>
        </pc:sldMkLst>
        <pc:spChg chg="mod">
          <ac:chgData name="Duce, Patricia" userId="63213659-433f-4003-8b64-f125efbf754c" providerId="ADAL" clId="{453C77EA-AE40-450E-88FF-230CF3E413C7}" dt="2024-10-07T17:46:27.996" v="17" actId="20577"/>
          <ac:spMkLst>
            <pc:docMk/>
            <pc:sldMk cId="2918336873" sldId="256"/>
            <ac:spMk id="2" creationId="{83AD7419-B98C-792A-14B6-953E83437892}"/>
          </ac:spMkLst>
        </pc:spChg>
        <pc:spChg chg="del">
          <ac:chgData name="Duce, Patricia" userId="63213659-433f-4003-8b64-f125efbf754c" providerId="ADAL" clId="{453C77EA-AE40-450E-88FF-230CF3E413C7}" dt="2024-10-07T17:46:32.807" v="18" actId="478"/>
          <ac:spMkLst>
            <pc:docMk/>
            <pc:sldMk cId="2918336873" sldId="256"/>
            <ac:spMk id="3" creationId="{068082AB-20C8-D3AB-73CC-851B6744C249}"/>
          </ac:spMkLst>
        </pc:spChg>
      </pc:sldChg>
      <pc:sldChg chg="delSp modSp new mod">
        <pc:chgData name="Duce, Patricia" userId="63213659-433f-4003-8b64-f125efbf754c" providerId="ADAL" clId="{453C77EA-AE40-450E-88FF-230CF3E413C7}" dt="2024-10-07T17:49:17.749" v="100" actId="5793"/>
        <pc:sldMkLst>
          <pc:docMk/>
          <pc:sldMk cId="3060831165" sldId="257"/>
        </pc:sldMkLst>
        <pc:spChg chg="del">
          <ac:chgData name="Duce, Patricia" userId="63213659-433f-4003-8b64-f125efbf754c" providerId="ADAL" clId="{453C77EA-AE40-450E-88FF-230CF3E413C7}" dt="2024-10-07T17:49:13.859" v="99" actId="478"/>
          <ac:spMkLst>
            <pc:docMk/>
            <pc:sldMk cId="3060831165" sldId="257"/>
            <ac:spMk id="2" creationId="{12C36791-C604-5508-3B44-5A5EA92C5556}"/>
          </ac:spMkLst>
        </pc:spChg>
        <pc:spChg chg="mod">
          <ac:chgData name="Duce, Patricia" userId="63213659-433f-4003-8b64-f125efbf754c" providerId="ADAL" clId="{453C77EA-AE40-450E-88FF-230CF3E413C7}" dt="2024-10-07T17:49:17.749" v="100" actId="5793"/>
          <ac:spMkLst>
            <pc:docMk/>
            <pc:sldMk cId="3060831165" sldId="257"/>
            <ac:spMk id="3" creationId="{D63C05FB-5041-B938-85FC-B027853DDC4B}"/>
          </ac:spMkLst>
        </pc:spChg>
      </pc:sldChg>
      <pc:sldChg chg="addSp delSp modSp new mod">
        <pc:chgData name="Duce, Patricia" userId="63213659-433f-4003-8b64-f125efbf754c" providerId="ADAL" clId="{453C77EA-AE40-450E-88FF-230CF3E413C7}" dt="2024-10-07T17:53:11.706" v="125" actId="113"/>
        <pc:sldMkLst>
          <pc:docMk/>
          <pc:sldMk cId="4008887660" sldId="258"/>
        </pc:sldMkLst>
        <pc:spChg chg="del">
          <ac:chgData name="Duce, Patricia" userId="63213659-433f-4003-8b64-f125efbf754c" providerId="ADAL" clId="{453C77EA-AE40-450E-88FF-230CF3E413C7}" dt="2024-10-07T17:50:19.366" v="106" actId="478"/>
          <ac:spMkLst>
            <pc:docMk/>
            <pc:sldMk cId="4008887660" sldId="258"/>
            <ac:spMk id="2" creationId="{F7BF469B-DF91-D5E0-37EE-6A595322C462}"/>
          </ac:spMkLst>
        </pc:spChg>
        <pc:spChg chg="del">
          <ac:chgData name="Duce, Patricia" userId="63213659-433f-4003-8b64-f125efbf754c" providerId="ADAL" clId="{453C77EA-AE40-450E-88FF-230CF3E413C7}" dt="2024-10-07T17:50:17.695" v="105" actId="478"/>
          <ac:spMkLst>
            <pc:docMk/>
            <pc:sldMk cId="4008887660" sldId="258"/>
            <ac:spMk id="3" creationId="{188DC010-FC81-884D-35DF-4691CA5074AE}"/>
          </ac:spMkLst>
        </pc:spChg>
        <pc:spChg chg="add mod">
          <ac:chgData name="Duce, Patricia" userId="63213659-433f-4003-8b64-f125efbf754c" providerId="ADAL" clId="{453C77EA-AE40-450E-88FF-230CF3E413C7}" dt="2024-10-07T17:53:11.706" v="125" actId="113"/>
          <ac:spMkLst>
            <pc:docMk/>
            <pc:sldMk cId="4008887660" sldId="258"/>
            <ac:spMk id="7" creationId="{5B6B260E-C1A1-D80E-ADBD-E55CA5883088}"/>
          </ac:spMkLst>
        </pc:spChg>
        <pc:picChg chg="add mod modCrop">
          <ac:chgData name="Duce, Patricia" userId="63213659-433f-4003-8b64-f125efbf754c" providerId="ADAL" clId="{453C77EA-AE40-450E-88FF-230CF3E413C7}" dt="2024-10-07T17:51:21.285" v="112" actId="1076"/>
          <ac:picMkLst>
            <pc:docMk/>
            <pc:sldMk cId="4008887660" sldId="258"/>
            <ac:picMk id="5" creationId="{18312EB6-F8F1-8577-5035-F2398011516E}"/>
          </ac:picMkLst>
        </pc:picChg>
      </pc:sldChg>
      <pc:sldChg chg="addSp delSp modSp new mod">
        <pc:chgData name="Duce, Patricia" userId="63213659-433f-4003-8b64-f125efbf754c" providerId="ADAL" clId="{453C77EA-AE40-450E-88FF-230CF3E413C7}" dt="2024-10-07T17:55:58.568" v="138" actId="113"/>
        <pc:sldMkLst>
          <pc:docMk/>
          <pc:sldMk cId="1894484636" sldId="259"/>
        </pc:sldMkLst>
        <pc:spChg chg="del">
          <ac:chgData name="Duce, Patricia" userId="63213659-433f-4003-8b64-f125efbf754c" providerId="ADAL" clId="{453C77EA-AE40-450E-88FF-230CF3E413C7}" dt="2024-10-07T17:54:46.690" v="127" actId="478"/>
          <ac:spMkLst>
            <pc:docMk/>
            <pc:sldMk cId="1894484636" sldId="259"/>
            <ac:spMk id="2" creationId="{62AE329F-8176-B69F-C1D2-DE481F09A45B}"/>
          </ac:spMkLst>
        </pc:spChg>
        <pc:spChg chg="del">
          <ac:chgData name="Duce, Patricia" userId="63213659-433f-4003-8b64-f125efbf754c" providerId="ADAL" clId="{453C77EA-AE40-450E-88FF-230CF3E413C7}" dt="2024-10-07T17:54:44.574" v="126" actId="22"/>
          <ac:spMkLst>
            <pc:docMk/>
            <pc:sldMk cId="1894484636" sldId="259"/>
            <ac:spMk id="3" creationId="{C1D20D1E-3F11-1C3B-B7C7-1743756D681A}"/>
          </ac:spMkLst>
        </pc:spChg>
        <pc:spChg chg="add mod">
          <ac:chgData name="Duce, Patricia" userId="63213659-433f-4003-8b64-f125efbf754c" providerId="ADAL" clId="{453C77EA-AE40-450E-88FF-230CF3E413C7}" dt="2024-10-07T17:55:58.568" v="138" actId="113"/>
          <ac:spMkLst>
            <pc:docMk/>
            <pc:sldMk cId="1894484636" sldId="259"/>
            <ac:spMk id="7" creationId="{61D3A599-7C07-F0D5-8660-92D8BF72BF3B}"/>
          </ac:spMkLst>
        </pc:spChg>
        <pc:picChg chg="add mod ord modCrop">
          <ac:chgData name="Duce, Patricia" userId="63213659-433f-4003-8b64-f125efbf754c" providerId="ADAL" clId="{453C77EA-AE40-450E-88FF-230CF3E413C7}" dt="2024-10-07T17:55:07.796" v="133" actId="1076"/>
          <ac:picMkLst>
            <pc:docMk/>
            <pc:sldMk cId="1894484636" sldId="259"/>
            <ac:picMk id="5" creationId="{2286FB8C-9157-088B-B06A-F50A6BBBC64F}"/>
          </ac:picMkLst>
        </pc:picChg>
      </pc:sldChg>
      <pc:sldChg chg="addSp delSp modSp new mod">
        <pc:chgData name="Duce, Patricia" userId="63213659-433f-4003-8b64-f125efbf754c" providerId="ADAL" clId="{453C77EA-AE40-450E-88FF-230CF3E413C7}" dt="2024-10-07T18:34:37.833" v="159" actId="113"/>
        <pc:sldMkLst>
          <pc:docMk/>
          <pc:sldMk cId="905634628" sldId="260"/>
        </pc:sldMkLst>
        <pc:spChg chg="del">
          <ac:chgData name="Duce, Patricia" userId="63213659-433f-4003-8b64-f125efbf754c" providerId="ADAL" clId="{453C77EA-AE40-450E-88FF-230CF3E413C7}" dt="2024-10-07T17:56:34.854" v="141" actId="478"/>
          <ac:spMkLst>
            <pc:docMk/>
            <pc:sldMk cId="905634628" sldId="260"/>
            <ac:spMk id="2" creationId="{A238022A-56A4-6D86-39F5-89540613AAE6}"/>
          </ac:spMkLst>
        </pc:spChg>
        <pc:spChg chg="del">
          <ac:chgData name="Duce, Patricia" userId="63213659-433f-4003-8b64-f125efbf754c" providerId="ADAL" clId="{453C77EA-AE40-450E-88FF-230CF3E413C7}" dt="2024-10-07T17:56:30.476" v="140" actId="22"/>
          <ac:spMkLst>
            <pc:docMk/>
            <pc:sldMk cId="905634628" sldId="260"/>
            <ac:spMk id="3" creationId="{4A3ABD16-708E-FB1E-DC5A-A08991F5A882}"/>
          </ac:spMkLst>
        </pc:spChg>
        <pc:spChg chg="add mod">
          <ac:chgData name="Duce, Patricia" userId="63213659-433f-4003-8b64-f125efbf754c" providerId="ADAL" clId="{453C77EA-AE40-450E-88FF-230CF3E413C7}" dt="2024-10-07T18:34:37.833" v="159" actId="113"/>
          <ac:spMkLst>
            <pc:docMk/>
            <pc:sldMk cId="905634628" sldId="260"/>
            <ac:spMk id="7" creationId="{04991661-354D-33CD-C6FB-32FE68255EF6}"/>
          </ac:spMkLst>
        </pc:spChg>
        <pc:picChg chg="add mod ord modCrop">
          <ac:chgData name="Duce, Patricia" userId="63213659-433f-4003-8b64-f125efbf754c" providerId="ADAL" clId="{453C77EA-AE40-450E-88FF-230CF3E413C7}" dt="2024-10-07T17:56:57.632" v="146" actId="14100"/>
          <ac:picMkLst>
            <pc:docMk/>
            <pc:sldMk cId="905634628" sldId="260"/>
            <ac:picMk id="5" creationId="{283ED616-936E-725D-BB1F-F1F325F59CF2}"/>
          </ac:picMkLst>
        </pc:picChg>
      </pc:sldChg>
      <pc:sldChg chg="addSp delSp modSp new mod">
        <pc:chgData name="Duce, Patricia" userId="63213659-433f-4003-8b64-f125efbf754c" providerId="ADAL" clId="{453C77EA-AE40-450E-88FF-230CF3E413C7}" dt="2024-10-07T18:38:08.102" v="222" actId="1076"/>
        <pc:sldMkLst>
          <pc:docMk/>
          <pc:sldMk cId="3379039338" sldId="261"/>
        </pc:sldMkLst>
        <pc:spChg chg="del">
          <ac:chgData name="Duce, Patricia" userId="63213659-433f-4003-8b64-f125efbf754c" providerId="ADAL" clId="{453C77EA-AE40-450E-88FF-230CF3E413C7}" dt="2024-10-07T18:35:22.861" v="162" actId="478"/>
          <ac:spMkLst>
            <pc:docMk/>
            <pc:sldMk cId="3379039338" sldId="261"/>
            <ac:spMk id="2" creationId="{641C6079-5CEC-35F8-C712-43F1A2C6D86A}"/>
          </ac:spMkLst>
        </pc:spChg>
        <pc:spChg chg="del">
          <ac:chgData name="Duce, Patricia" userId="63213659-433f-4003-8b64-f125efbf754c" providerId="ADAL" clId="{453C77EA-AE40-450E-88FF-230CF3E413C7}" dt="2024-10-07T18:35:19.834" v="161" actId="22"/>
          <ac:spMkLst>
            <pc:docMk/>
            <pc:sldMk cId="3379039338" sldId="261"/>
            <ac:spMk id="3" creationId="{8050222C-9D33-1D8A-F2BE-FF194CE6DB5D}"/>
          </ac:spMkLst>
        </pc:spChg>
        <pc:spChg chg="add mod">
          <ac:chgData name="Duce, Patricia" userId="63213659-433f-4003-8b64-f125efbf754c" providerId="ADAL" clId="{453C77EA-AE40-450E-88FF-230CF3E413C7}" dt="2024-10-07T18:38:08.102" v="222" actId="1076"/>
          <ac:spMkLst>
            <pc:docMk/>
            <pc:sldMk cId="3379039338" sldId="261"/>
            <ac:spMk id="6" creationId="{4273E663-31E5-D198-D84E-5FA1BCF5C804}"/>
          </ac:spMkLst>
        </pc:spChg>
        <pc:picChg chg="add mod ord modCrop">
          <ac:chgData name="Duce, Patricia" userId="63213659-433f-4003-8b64-f125efbf754c" providerId="ADAL" clId="{453C77EA-AE40-450E-88FF-230CF3E413C7}" dt="2024-10-07T18:35:38.238" v="167" actId="1076"/>
          <ac:picMkLst>
            <pc:docMk/>
            <pc:sldMk cId="3379039338" sldId="261"/>
            <ac:picMk id="5" creationId="{892DC171-F7EB-16DD-0F0B-462EC537122E}"/>
          </ac:picMkLst>
        </pc:picChg>
      </pc:sldChg>
      <pc:sldChg chg="addSp delSp modSp new mod">
        <pc:chgData name="Duce, Patricia" userId="63213659-433f-4003-8b64-f125efbf754c" providerId="ADAL" clId="{453C77EA-AE40-450E-88FF-230CF3E413C7}" dt="2024-10-07T18:38:42.590" v="229" actId="14100"/>
        <pc:sldMkLst>
          <pc:docMk/>
          <pc:sldMk cId="3858078411" sldId="262"/>
        </pc:sldMkLst>
        <pc:spChg chg="del">
          <ac:chgData name="Duce, Patricia" userId="63213659-433f-4003-8b64-f125efbf754c" providerId="ADAL" clId="{453C77EA-AE40-450E-88FF-230CF3E413C7}" dt="2024-10-07T18:38:35.556" v="226" actId="478"/>
          <ac:spMkLst>
            <pc:docMk/>
            <pc:sldMk cId="3858078411" sldId="262"/>
            <ac:spMk id="2" creationId="{4DDD5514-24A0-EB05-8D61-4E71D154DC8C}"/>
          </ac:spMkLst>
        </pc:spChg>
        <pc:spChg chg="del">
          <ac:chgData name="Duce, Patricia" userId="63213659-433f-4003-8b64-f125efbf754c" providerId="ADAL" clId="{453C77EA-AE40-450E-88FF-230CF3E413C7}" dt="2024-10-07T18:38:23.393" v="223" actId="22"/>
          <ac:spMkLst>
            <pc:docMk/>
            <pc:sldMk cId="3858078411" sldId="262"/>
            <ac:spMk id="3" creationId="{D1D7E88A-3E9E-F4F6-C877-74E37321FFCD}"/>
          </ac:spMkLst>
        </pc:spChg>
        <pc:picChg chg="add mod ord modCrop">
          <ac:chgData name="Duce, Patricia" userId="63213659-433f-4003-8b64-f125efbf754c" providerId="ADAL" clId="{453C77EA-AE40-450E-88FF-230CF3E413C7}" dt="2024-10-07T18:38:42.590" v="229" actId="14100"/>
          <ac:picMkLst>
            <pc:docMk/>
            <pc:sldMk cId="3858078411" sldId="262"/>
            <ac:picMk id="5" creationId="{4143E600-ED13-1F5A-8B48-30A0366ADA77}"/>
          </ac:picMkLst>
        </pc:picChg>
      </pc:sldChg>
      <pc:sldChg chg="delSp modSp new mod">
        <pc:chgData name="Duce, Patricia" userId="63213659-433f-4003-8b64-f125efbf754c" providerId="ADAL" clId="{453C77EA-AE40-450E-88FF-230CF3E413C7}" dt="2024-10-07T18:43:07.998" v="239" actId="20577"/>
        <pc:sldMkLst>
          <pc:docMk/>
          <pc:sldMk cId="583980852" sldId="263"/>
        </pc:sldMkLst>
        <pc:spChg chg="del">
          <ac:chgData name="Duce, Patricia" userId="63213659-433f-4003-8b64-f125efbf754c" providerId="ADAL" clId="{453C77EA-AE40-450E-88FF-230CF3E413C7}" dt="2024-10-07T18:43:00.673" v="233" actId="478"/>
          <ac:spMkLst>
            <pc:docMk/>
            <pc:sldMk cId="583980852" sldId="263"/>
            <ac:spMk id="2" creationId="{C449D5E4-216D-EC36-1A9D-FF108F1EB108}"/>
          </ac:spMkLst>
        </pc:spChg>
        <pc:spChg chg="mod">
          <ac:chgData name="Duce, Patricia" userId="63213659-433f-4003-8b64-f125efbf754c" providerId="ADAL" clId="{453C77EA-AE40-450E-88FF-230CF3E413C7}" dt="2024-10-07T18:43:07.998" v="239" actId="20577"/>
          <ac:spMkLst>
            <pc:docMk/>
            <pc:sldMk cId="583980852" sldId="263"/>
            <ac:spMk id="3" creationId="{3205ED55-2706-39D9-F7D3-18F65D8B420A}"/>
          </ac:spMkLst>
        </pc:spChg>
      </pc:sldChg>
      <pc:sldChg chg="addSp delSp modSp new mod">
        <pc:chgData name="Duce, Patricia" userId="63213659-433f-4003-8b64-f125efbf754c" providerId="ADAL" clId="{453C77EA-AE40-450E-88FF-230CF3E413C7}" dt="2024-10-07T18:54:14.118" v="270" actId="113"/>
        <pc:sldMkLst>
          <pc:docMk/>
          <pc:sldMk cId="1711860567" sldId="264"/>
        </pc:sldMkLst>
        <pc:spChg chg="mod">
          <ac:chgData name="Duce, Patricia" userId="63213659-433f-4003-8b64-f125efbf754c" providerId="ADAL" clId="{453C77EA-AE40-450E-88FF-230CF3E413C7}" dt="2024-10-07T18:52:11.130" v="251" actId="20577"/>
          <ac:spMkLst>
            <pc:docMk/>
            <pc:sldMk cId="1711860567" sldId="264"/>
            <ac:spMk id="2" creationId="{B05D4B5A-F07D-E3B3-1019-964F01B7F2C7}"/>
          </ac:spMkLst>
        </pc:spChg>
        <pc:spChg chg="del">
          <ac:chgData name="Duce, Patricia" userId="63213659-433f-4003-8b64-f125efbf754c" providerId="ADAL" clId="{453C77EA-AE40-450E-88FF-230CF3E413C7}" dt="2024-10-07T18:52:06.577" v="241" actId="22"/>
          <ac:spMkLst>
            <pc:docMk/>
            <pc:sldMk cId="1711860567" sldId="264"/>
            <ac:spMk id="3" creationId="{012FEAD3-EA2A-40DC-5F13-FAA7C0CF240A}"/>
          </ac:spMkLst>
        </pc:spChg>
        <pc:spChg chg="add mod">
          <ac:chgData name="Duce, Patricia" userId="63213659-433f-4003-8b64-f125efbf754c" providerId="ADAL" clId="{453C77EA-AE40-450E-88FF-230CF3E413C7}" dt="2024-10-07T18:54:14.118" v="270" actId="113"/>
          <ac:spMkLst>
            <pc:docMk/>
            <pc:sldMk cId="1711860567" sldId="264"/>
            <ac:spMk id="7" creationId="{C6D1A160-3BA3-8BB0-D445-0F16D09571EF}"/>
          </ac:spMkLst>
        </pc:spChg>
        <pc:picChg chg="add mod ord modCrop">
          <ac:chgData name="Duce, Patricia" userId="63213659-433f-4003-8b64-f125efbf754c" providerId="ADAL" clId="{453C77EA-AE40-450E-88FF-230CF3E413C7}" dt="2024-10-07T18:52:30.790" v="256" actId="14100"/>
          <ac:picMkLst>
            <pc:docMk/>
            <pc:sldMk cId="1711860567" sldId="264"/>
            <ac:picMk id="5" creationId="{66C03595-BC18-D1AB-095D-70DD942836B3}"/>
          </ac:picMkLst>
        </pc:picChg>
      </pc:sldChg>
      <pc:sldChg chg="addSp delSp modSp new mod">
        <pc:chgData name="Duce, Patricia" userId="63213659-433f-4003-8b64-f125efbf754c" providerId="ADAL" clId="{453C77EA-AE40-450E-88FF-230CF3E413C7}" dt="2024-10-07T18:54:55.038" v="278" actId="1076"/>
        <pc:sldMkLst>
          <pc:docMk/>
          <pc:sldMk cId="952779106" sldId="265"/>
        </pc:sldMkLst>
        <pc:spChg chg="del">
          <ac:chgData name="Duce, Patricia" userId="63213659-433f-4003-8b64-f125efbf754c" providerId="ADAL" clId="{453C77EA-AE40-450E-88FF-230CF3E413C7}" dt="2024-10-07T18:54:51.732" v="275" actId="478"/>
          <ac:spMkLst>
            <pc:docMk/>
            <pc:sldMk cId="952779106" sldId="265"/>
            <ac:spMk id="2" creationId="{301F802C-99E2-676E-2FE3-2F95DD6C85FE}"/>
          </ac:spMkLst>
        </pc:spChg>
        <pc:spChg chg="del">
          <ac:chgData name="Duce, Patricia" userId="63213659-433f-4003-8b64-f125efbf754c" providerId="ADAL" clId="{453C77EA-AE40-450E-88FF-230CF3E413C7}" dt="2024-10-07T18:54:36.524" v="272" actId="22"/>
          <ac:spMkLst>
            <pc:docMk/>
            <pc:sldMk cId="952779106" sldId="265"/>
            <ac:spMk id="3" creationId="{CD53656D-BCED-8D26-8B25-D5DAD1D7960F}"/>
          </ac:spMkLst>
        </pc:spChg>
        <pc:picChg chg="add mod ord modCrop">
          <ac:chgData name="Duce, Patricia" userId="63213659-433f-4003-8b64-f125efbf754c" providerId="ADAL" clId="{453C77EA-AE40-450E-88FF-230CF3E413C7}" dt="2024-10-07T18:54:55.038" v="278" actId="1076"/>
          <ac:picMkLst>
            <pc:docMk/>
            <pc:sldMk cId="952779106" sldId="265"/>
            <ac:picMk id="5" creationId="{5D0C2690-960F-B7A9-0EEF-ADCA17970A1B}"/>
          </ac:picMkLst>
        </pc:picChg>
      </pc:sldChg>
      <pc:sldChg chg="addSp delSp modSp new mod">
        <pc:chgData name="Duce, Patricia" userId="63213659-433f-4003-8b64-f125efbf754c" providerId="ADAL" clId="{453C77EA-AE40-450E-88FF-230CF3E413C7}" dt="2024-10-07T18:59:35.312" v="309" actId="113"/>
        <pc:sldMkLst>
          <pc:docMk/>
          <pc:sldMk cId="2300963435" sldId="266"/>
        </pc:sldMkLst>
        <pc:spChg chg="del">
          <ac:chgData name="Duce, Patricia" userId="63213659-433f-4003-8b64-f125efbf754c" providerId="ADAL" clId="{453C77EA-AE40-450E-88FF-230CF3E413C7}" dt="2024-10-07T18:56:21.476" v="281" actId="478"/>
          <ac:spMkLst>
            <pc:docMk/>
            <pc:sldMk cId="2300963435" sldId="266"/>
            <ac:spMk id="2" creationId="{3A31B7C0-885B-D275-52A8-676D62D71BE4}"/>
          </ac:spMkLst>
        </pc:spChg>
        <pc:spChg chg="del">
          <ac:chgData name="Duce, Patricia" userId="63213659-433f-4003-8b64-f125efbf754c" providerId="ADAL" clId="{453C77EA-AE40-450E-88FF-230CF3E413C7}" dt="2024-10-07T18:56:18.889" v="280" actId="22"/>
          <ac:spMkLst>
            <pc:docMk/>
            <pc:sldMk cId="2300963435" sldId="266"/>
            <ac:spMk id="3" creationId="{830D3CE7-6D4F-9A67-920D-544A5A714467}"/>
          </ac:spMkLst>
        </pc:spChg>
        <pc:spChg chg="add del">
          <ac:chgData name="Duce, Patricia" userId="63213659-433f-4003-8b64-f125efbf754c" providerId="ADAL" clId="{453C77EA-AE40-450E-88FF-230CF3E413C7}" dt="2024-10-07T18:57:13.832" v="288"/>
          <ac:spMkLst>
            <pc:docMk/>
            <pc:sldMk cId="2300963435" sldId="266"/>
            <ac:spMk id="6" creationId="{5DB64623-CFED-CB1C-E358-C3E4422A75E1}"/>
          </ac:spMkLst>
        </pc:spChg>
        <pc:spChg chg="add mod">
          <ac:chgData name="Duce, Patricia" userId="63213659-433f-4003-8b64-f125efbf754c" providerId="ADAL" clId="{453C77EA-AE40-450E-88FF-230CF3E413C7}" dt="2024-10-07T18:59:35.312" v="309" actId="113"/>
          <ac:spMkLst>
            <pc:docMk/>
            <pc:sldMk cId="2300963435" sldId="266"/>
            <ac:spMk id="8" creationId="{3CF693E0-A81B-4F42-6A5B-A1FAEEA5A341}"/>
          </ac:spMkLst>
        </pc:spChg>
        <pc:picChg chg="add mod ord modCrop">
          <ac:chgData name="Duce, Patricia" userId="63213659-433f-4003-8b64-f125efbf754c" providerId="ADAL" clId="{453C77EA-AE40-450E-88FF-230CF3E413C7}" dt="2024-10-07T18:57:40.454" v="294" actId="1076"/>
          <ac:picMkLst>
            <pc:docMk/>
            <pc:sldMk cId="2300963435" sldId="266"/>
            <ac:picMk id="5" creationId="{EF090FA4-5D6E-21BC-AA00-02C0374468B4}"/>
          </ac:picMkLst>
        </pc:picChg>
      </pc:sldChg>
      <pc:sldChg chg="addSp delSp modSp new mod">
        <pc:chgData name="Duce, Patricia" userId="63213659-433f-4003-8b64-f125efbf754c" providerId="ADAL" clId="{453C77EA-AE40-450E-88FF-230CF3E413C7}" dt="2024-10-07T19:00:08.765" v="317" actId="14100"/>
        <pc:sldMkLst>
          <pc:docMk/>
          <pc:sldMk cId="3593725848" sldId="267"/>
        </pc:sldMkLst>
        <pc:spChg chg="del">
          <ac:chgData name="Duce, Patricia" userId="63213659-433f-4003-8b64-f125efbf754c" providerId="ADAL" clId="{453C77EA-AE40-450E-88FF-230CF3E413C7}" dt="2024-10-07T18:59:51.972" v="312" actId="478"/>
          <ac:spMkLst>
            <pc:docMk/>
            <pc:sldMk cId="3593725848" sldId="267"/>
            <ac:spMk id="2" creationId="{A26A4DB8-3A56-CF00-BB81-387A2B6257B3}"/>
          </ac:spMkLst>
        </pc:spChg>
        <pc:spChg chg="del">
          <ac:chgData name="Duce, Patricia" userId="63213659-433f-4003-8b64-f125efbf754c" providerId="ADAL" clId="{453C77EA-AE40-450E-88FF-230CF3E413C7}" dt="2024-10-07T18:59:49.617" v="311" actId="22"/>
          <ac:spMkLst>
            <pc:docMk/>
            <pc:sldMk cId="3593725848" sldId="267"/>
            <ac:spMk id="3" creationId="{5C54D5C4-97BC-F2F7-60E9-F7E0E62CF32D}"/>
          </ac:spMkLst>
        </pc:spChg>
        <pc:picChg chg="add mod ord modCrop">
          <ac:chgData name="Duce, Patricia" userId="63213659-433f-4003-8b64-f125efbf754c" providerId="ADAL" clId="{453C77EA-AE40-450E-88FF-230CF3E413C7}" dt="2024-10-07T19:00:08.765" v="317" actId="14100"/>
          <ac:picMkLst>
            <pc:docMk/>
            <pc:sldMk cId="3593725848" sldId="267"/>
            <ac:picMk id="5" creationId="{EFB719B6-A88F-2C1E-E451-EF152EFAAB2E}"/>
          </ac:picMkLst>
        </pc:picChg>
      </pc:sldChg>
      <pc:sldChg chg="addSp delSp modSp new mod">
        <pc:chgData name="Duce, Patricia" userId="63213659-433f-4003-8b64-f125efbf754c" providerId="ADAL" clId="{453C77EA-AE40-450E-88FF-230CF3E413C7}" dt="2024-10-07T19:01:05.430" v="325" actId="14100"/>
        <pc:sldMkLst>
          <pc:docMk/>
          <pc:sldMk cId="3366852882" sldId="268"/>
        </pc:sldMkLst>
        <pc:spChg chg="del">
          <ac:chgData name="Duce, Patricia" userId="63213659-433f-4003-8b64-f125efbf754c" providerId="ADAL" clId="{453C77EA-AE40-450E-88FF-230CF3E413C7}" dt="2024-10-07T19:00:46.411" v="320" actId="478"/>
          <ac:spMkLst>
            <pc:docMk/>
            <pc:sldMk cId="3366852882" sldId="268"/>
            <ac:spMk id="2" creationId="{594E7CDB-2B83-CED4-CE68-D4684E7EAF7C}"/>
          </ac:spMkLst>
        </pc:spChg>
        <pc:spChg chg="del">
          <ac:chgData name="Duce, Patricia" userId="63213659-433f-4003-8b64-f125efbf754c" providerId="ADAL" clId="{453C77EA-AE40-450E-88FF-230CF3E413C7}" dt="2024-10-07T19:00:40.961" v="319" actId="22"/>
          <ac:spMkLst>
            <pc:docMk/>
            <pc:sldMk cId="3366852882" sldId="268"/>
            <ac:spMk id="3" creationId="{C5D9C84F-E8D0-3CBA-95CC-5971336CD9CA}"/>
          </ac:spMkLst>
        </pc:spChg>
        <pc:picChg chg="add mod ord modCrop">
          <ac:chgData name="Duce, Patricia" userId="63213659-433f-4003-8b64-f125efbf754c" providerId="ADAL" clId="{453C77EA-AE40-450E-88FF-230CF3E413C7}" dt="2024-10-07T19:01:05.430" v="325" actId="14100"/>
          <ac:picMkLst>
            <pc:docMk/>
            <pc:sldMk cId="3366852882" sldId="268"/>
            <ac:picMk id="5" creationId="{88C1A369-AB98-5AC1-5129-E1E2D2865FE3}"/>
          </ac:picMkLst>
        </pc:picChg>
      </pc:sldChg>
      <pc:sldChg chg="addSp delSp modSp new mod">
        <pc:chgData name="Duce, Patricia" userId="63213659-433f-4003-8b64-f125efbf754c" providerId="ADAL" clId="{453C77EA-AE40-450E-88FF-230CF3E413C7}" dt="2024-10-07T19:04:52.189" v="332" actId="1076"/>
        <pc:sldMkLst>
          <pc:docMk/>
          <pc:sldMk cId="2275266986" sldId="269"/>
        </pc:sldMkLst>
        <pc:spChg chg="del">
          <ac:chgData name="Duce, Patricia" userId="63213659-433f-4003-8b64-f125efbf754c" providerId="ADAL" clId="{453C77EA-AE40-450E-88FF-230CF3E413C7}" dt="2024-10-07T19:04:38.142" v="328" actId="478"/>
          <ac:spMkLst>
            <pc:docMk/>
            <pc:sldMk cId="2275266986" sldId="269"/>
            <ac:spMk id="2" creationId="{EE363067-6DC4-F388-E7EB-D31B8D68D748}"/>
          </ac:spMkLst>
        </pc:spChg>
        <pc:spChg chg="del">
          <ac:chgData name="Duce, Patricia" userId="63213659-433f-4003-8b64-f125efbf754c" providerId="ADAL" clId="{453C77EA-AE40-450E-88FF-230CF3E413C7}" dt="2024-10-07T19:04:35.294" v="327" actId="22"/>
          <ac:spMkLst>
            <pc:docMk/>
            <pc:sldMk cId="2275266986" sldId="269"/>
            <ac:spMk id="3" creationId="{BF780833-4DB7-0FB5-554A-1AA6D2D91CBF}"/>
          </ac:spMkLst>
        </pc:spChg>
        <pc:picChg chg="add mod ord modCrop">
          <ac:chgData name="Duce, Patricia" userId="63213659-433f-4003-8b64-f125efbf754c" providerId="ADAL" clId="{453C77EA-AE40-450E-88FF-230CF3E413C7}" dt="2024-10-07T19:04:52.189" v="332" actId="1076"/>
          <ac:picMkLst>
            <pc:docMk/>
            <pc:sldMk cId="2275266986" sldId="269"/>
            <ac:picMk id="5" creationId="{9052F1F8-5EF7-1AC8-C318-00011243B12E}"/>
          </ac:picMkLst>
        </pc:picChg>
      </pc:sldChg>
      <pc:sldChg chg="addSp delSp modSp new mod">
        <pc:chgData name="Duce, Patricia" userId="63213659-433f-4003-8b64-f125efbf754c" providerId="ADAL" clId="{453C77EA-AE40-450E-88FF-230CF3E413C7}" dt="2024-10-07T19:05:28.285" v="339" actId="1076"/>
        <pc:sldMkLst>
          <pc:docMk/>
          <pc:sldMk cId="1619228664" sldId="270"/>
        </pc:sldMkLst>
        <pc:spChg chg="del">
          <ac:chgData name="Duce, Patricia" userId="63213659-433f-4003-8b64-f125efbf754c" providerId="ADAL" clId="{453C77EA-AE40-450E-88FF-230CF3E413C7}" dt="2024-10-07T19:05:14.127" v="335" actId="478"/>
          <ac:spMkLst>
            <pc:docMk/>
            <pc:sldMk cId="1619228664" sldId="270"/>
            <ac:spMk id="2" creationId="{9655881D-DE1C-DE35-D8F9-8BB9CCC18ABB}"/>
          </ac:spMkLst>
        </pc:spChg>
        <pc:spChg chg="del">
          <ac:chgData name="Duce, Patricia" userId="63213659-433f-4003-8b64-f125efbf754c" providerId="ADAL" clId="{453C77EA-AE40-450E-88FF-230CF3E413C7}" dt="2024-10-07T19:05:11.246" v="334" actId="22"/>
          <ac:spMkLst>
            <pc:docMk/>
            <pc:sldMk cId="1619228664" sldId="270"/>
            <ac:spMk id="3" creationId="{B9404115-2AA5-E07E-256B-2F582F927D46}"/>
          </ac:spMkLst>
        </pc:spChg>
        <pc:picChg chg="add mod ord modCrop">
          <ac:chgData name="Duce, Patricia" userId="63213659-433f-4003-8b64-f125efbf754c" providerId="ADAL" clId="{453C77EA-AE40-450E-88FF-230CF3E413C7}" dt="2024-10-07T19:05:28.285" v="339" actId="1076"/>
          <ac:picMkLst>
            <pc:docMk/>
            <pc:sldMk cId="1619228664" sldId="270"/>
            <ac:picMk id="5" creationId="{AC6E67F7-5F8F-3F3B-B828-0D6C79C64A14}"/>
          </ac:picMkLst>
        </pc:picChg>
      </pc:sldChg>
      <pc:sldChg chg="delSp modSp new mod">
        <pc:chgData name="Duce, Patricia" userId="63213659-433f-4003-8b64-f125efbf754c" providerId="ADAL" clId="{453C77EA-AE40-450E-88FF-230CF3E413C7}" dt="2024-10-07T19:06:43.089" v="348" actId="113"/>
        <pc:sldMkLst>
          <pc:docMk/>
          <pc:sldMk cId="22896622" sldId="271"/>
        </pc:sldMkLst>
        <pc:spChg chg="del">
          <ac:chgData name="Duce, Patricia" userId="63213659-433f-4003-8b64-f125efbf754c" providerId="ADAL" clId="{453C77EA-AE40-450E-88FF-230CF3E413C7}" dt="2024-10-07T19:06:19.431" v="343" actId="478"/>
          <ac:spMkLst>
            <pc:docMk/>
            <pc:sldMk cId="22896622" sldId="271"/>
            <ac:spMk id="2" creationId="{C320B6EA-5537-9F5D-D30D-C7BC7E267383}"/>
          </ac:spMkLst>
        </pc:spChg>
        <pc:spChg chg="mod">
          <ac:chgData name="Duce, Patricia" userId="63213659-433f-4003-8b64-f125efbf754c" providerId="ADAL" clId="{453C77EA-AE40-450E-88FF-230CF3E413C7}" dt="2024-10-07T19:06:43.089" v="348" actId="113"/>
          <ac:spMkLst>
            <pc:docMk/>
            <pc:sldMk cId="22896622" sldId="271"/>
            <ac:spMk id="3" creationId="{C8157719-E1B7-99B6-E154-542C2DF1EEA6}"/>
          </ac:spMkLst>
        </pc:spChg>
      </pc:sldChg>
      <pc:sldChg chg="addSp delSp modSp new mod">
        <pc:chgData name="Duce, Patricia" userId="63213659-433f-4003-8b64-f125efbf754c" providerId="ADAL" clId="{453C77EA-AE40-450E-88FF-230CF3E413C7}" dt="2024-10-07T19:08:02.976" v="358" actId="1076"/>
        <pc:sldMkLst>
          <pc:docMk/>
          <pc:sldMk cId="430623173" sldId="272"/>
        </pc:sldMkLst>
        <pc:spChg chg="del">
          <ac:chgData name="Duce, Patricia" userId="63213659-433f-4003-8b64-f125efbf754c" providerId="ADAL" clId="{453C77EA-AE40-450E-88FF-230CF3E413C7}" dt="2024-10-07T19:07:12.438" v="351" actId="478"/>
          <ac:spMkLst>
            <pc:docMk/>
            <pc:sldMk cId="430623173" sldId="272"/>
            <ac:spMk id="2" creationId="{C4E98343-EBA5-DB77-396F-DD983B3DB52C}"/>
          </ac:spMkLst>
        </pc:spChg>
        <pc:spChg chg="del">
          <ac:chgData name="Duce, Patricia" userId="63213659-433f-4003-8b64-f125efbf754c" providerId="ADAL" clId="{453C77EA-AE40-450E-88FF-230CF3E413C7}" dt="2024-10-07T19:07:09.692" v="350" actId="22"/>
          <ac:spMkLst>
            <pc:docMk/>
            <pc:sldMk cId="430623173" sldId="272"/>
            <ac:spMk id="3" creationId="{52804BAE-C64E-1163-4825-AEE2BCBC5AE0}"/>
          </ac:spMkLst>
        </pc:spChg>
        <pc:spChg chg="add mod">
          <ac:chgData name="Duce, Patricia" userId="63213659-433f-4003-8b64-f125efbf754c" providerId="ADAL" clId="{453C77EA-AE40-450E-88FF-230CF3E413C7}" dt="2024-10-07T19:08:02.976" v="358" actId="1076"/>
          <ac:spMkLst>
            <pc:docMk/>
            <pc:sldMk cId="430623173" sldId="272"/>
            <ac:spMk id="7" creationId="{05AE0444-CA26-6582-5114-2212546B1366}"/>
          </ac:spMkLst>
        </pc:spChg>
        <pc:picChg chg="add mod ord modCrop">
          <ac:chgData name="Duce, Patricia" userId="63213659-433f-4003-8b64-f125efbf754c" providerId="ADAL" clId="{453C77EA-AE40-450E-88FF-230CF3E413C7}" dt="2024-10-07T19:07:26.542" v="355" actId="14100"/>
          <ac:picMkLst>
            <pc:docMk/>
            <pc:sldMk cId="430623173" sldId="272"/>
            <ac:picMk id="5" creationId="{EEDF6925-57B3-BE2B-088C-25048AEF9A29}"/>
          </ac:picMkLst>
        </pc:picChg>
      </pc:sldChg>
      <pc:sldChg chg="addSp delSp modSp new mod">
        <pc:chgData name="Duce, Patricia" userId="63213659-433f-4003-8b64-f125efbf754c" providerId="ADAL" clId="{453C77EA-AE40-450E-88FF-230CF3E413C7}" dt="2024-10-07T19:08:54.870" v="367" actId="1076"/>
        <pc:sldMkLst>
          <pc:docMk/>
          <pc:sldMk cId="2938355979" sldId="273"/>
        </pc:sldMkLst>
        <pc:spChg chg="del">
          <ac:chgData name="Duce, Patricia" userId="63213659-433f-4003-8b64-f125efbf754c" providerId="ADAL" clId="{453C77EA-AE40-450E-88FF-230CF3E413C7}" dt="2024-10-07T19:08:48.920" v="364" actId="478"/>
          <ac:spMkLst>
            <pc:docMk/>
            <pc:sldMk cId="2938355979" sldId="273"/>
            <ac:spMk id="2" creationId="{ACEE22C3-85AC-B519-2E76-7C544D0742AB}"/>
          </ac:spMkLst>
        </pc:spChg>
        <pc:spChg chg="del">
          <ac:chgData name="Duce, Patricia" userId="63213659-433f-4003-8b64-f125efbf754c" providerId="ADAL" clId="{453C77EA-AE40-450E-88FF-230CF3E413C7}" dt="2024-10-07T19:08:47.248" v="363" actId="478"/>
          <ac:spMkLst>
            <pc:docMk/>
            <pc:sldMk cId="2938355979" sldId="273"/>
            <ac:spMk id="3" creationId="{496A301D-E4DD-4F10-2C57-A14F80151CA4}"/>
          </ac:spMkLst>
        </pc:spChg>
        <pc:picChg chg="add mod modCrop">
          <ac:chgData name="Duce, Patricia" userId="63213659-433f-4003-8b64-f125efbf754c" providerId="ADAL" clId="{453C77EA-AE40-450E-88FF-230CF3E413C7}" dt="2024-10-07T19:08:54.870" v="367" actId="1076"/>
          <ac:picMkLst>
            <pc:docMk/>
            <pc:sldMk cId="2938355979" sldId="273"/>
            <ac:picMk id="5" creationId="{C47F42FF-6C03-DC5F-3DB3-D1D13B617813}"/>
          </ac:picMkLst>
        </pc:picChg>
      </pc:sldChg>
      <pc:sldChg chg="addSp delSp modSp new mod">
        <pc:chgData name="Duce, Patricia" userId="63213659-433f-4003-8b64-f125efbf754c" providerId="ADAL" clId="{453C77EA-AE40-450E-88FF-230CF3E413C7}" dt="2024-10-07T19:10:36.486" v="378" actId="1076"/>
        <pc:sldMkLst>
          <pc:docMk/>
          <pc:sldMk cId="2417917798" sldId="274"/>
        </pc:sldMkLst>
        <pc:spChg chg="del">
          <ac:chgData name="Duce, Patricia" userId="63213659-433f-4003-8b64-f125efbf754c" providerId="ADAL" clId="{453C77EA-AE40-450E-88FF-230CF3E413C7}" dt="2024-10-07T19:09:47.544" v="372" actId="478"/>
          <ac:spMkLst>
            <pc:docMk/>
            <pc:sldMk cId="2417917798" sldId="274"/>
            <ac:spMk id="2" creationId="{52B0158E-6AC5-A65B-E35D-0DB386CBFA39}"/>
          </ac:spMkLst>
        </pc:spChg>
        <pc:spChg chg="del">
          <ac:chgData name="Duce, Patricia" userId="63213659-433f-4003-8b64-f125efbf754c" providerId="ADAL" clId="{453C77EA-AE40-450E-88FF-230CF3E413C7}" dt="2024-10-07T19:09:31.595" v="369" actId="22"/>
          <ac:spMkLst>
            <pc:docMk/>
            <pc:sldMk cId="2417917798" sldId="274"/>
            <ac:spMk id="3" creationId="{F3029F4D-C7FB-41EE-8D3E-A80D1C72C443}"/>
          </ac:spMkLst>
        </pc:spChg>
        <pc:picChg chg="add mod ord modCrop">
          <ac:chgData name="Duce, Patricia" userId="63213659-433f-4003-8b64-f125efbf754c" providerId="ADAL" clId="{453C77EA-AE40-450E-88FF-230CF3E413C7}" dt="2024-10-07T19:10:36.486" v="378" actId="1076"/>
          <ac:picMkLst>
            <pc:docMk/>
            <pc:sldMk cId="2417917798" sldId="274"/>
            <ac:picMk id="5" creationId="{E5E0AA3C-B5DD-6F2A-37FC-A22917411077}"/>
          </ac:picMkLst>
        </pc:picChg>
      </pc:sldChg>
      <pc:sldChg chg="addSp delSp modSp new mod">
        <pc:chgData name="Duce, Patricia" userId="63213659-433f-4003-8b64-f125efbf754c" providerId="ADAL" clId="{453C77EA-AE40-450E-88FF-230CF3E413C7}" dt="2024-10-07T19:11:46.181" v="388" actId="1076"/>
        <pc:sldMkLst>
          <pc:docMk/>
          <pc:sldMk cId="3284242351" sldId="275"/>
        </pc:sldMkLst>
        <pc:spChg chg="del">
          <ac:chgData name="Duce, Patricia" userId="63213659-433f-4003-8b64-f125efbf754c" providerId="ADAL" clId="{453C77EA-AE40-450E-88FF-230CF3E413C7}" dt="2024-10-07T19:11:39.047" v="383" actId="478"/>
          <ac:spMkLst>
            <pc:docMk/>
            <pc:sldMk cId="3284242351" sldId="275"/>
            <ac:spMk id="2" creationId="{6E36124E-F57F-2534-BC0E-9B75E02C9B39}"/>
          </ac:spMkLst>
        </pc:spChg>
        <pc:spChg chg="del">
          <ac:chgData name="Duce, Patricia" userId="63213659-433f-4003-8b64-f125efbf754c" providerId="ADAL" clId="{453C77EA-AE40-450E-88FF-230CF3E413C7}" dt="2024-10-07T19:11:28.138" v="380" actId="22"/>
          <ac:spMkLst>
            <pc:docMk/>
            <pc:sldMk cId="3284242351" sldId="275"/>
            <ac:spMk id="3" creationId="{DCD7FC72-83DA-790D-5233-FDE0297F1892}"/>
          </ac:spMkLst>
        </pc:spChg>
        <pc:picChg chg="add mod ord modCrop">
          <ac:chgData name="Duce, Patricia" userId="63213659-433f-4003-8b64-f125efbf754c" providerId="ADAL" clId="{453C77EA-AE40-450E-88FF-230CF3E413C7}" dt="2024-10-07T19:11:46.181" v="388" actId="1076"/>
          <ac:picMkLst>
            <pc:docMk/>
            <pc:sldMk cId="3284242351" sldId="275"/>
            <ac:picMk id="5" creationId="{B097046E-E2CB-0F6D-403A-86760A591884}"/>
          </ac:picMkLst>
        </pc:picChg>
      </pc:sldChg>
      <pc:sldChg chg="addSp delSp modSp new mod">
        <pc:chgData name="Duce, Patricia" userId="63213659-433f-4003-8b64-f125efbf754c" providerId="ADAL" clId="{453C77EA-AE40-450E-88FF-230CF3E413C7}" dt="2024-10-07T19:18:59.673" v="435" actId="20577"/>
        <pc:sldMkLst>
          <pc:docMk/>
          <pc:sldMk cId="2816223836" sldId="276"/>
        </pc:sldMkLst>
        <pc:spChg chg="mod">
          <ac:chgData name="Duce, Patricia" userId="63213659-433f-4003-8b64-f125efbf754c" providerId="ADAL" clId="{453C77EA-AE40-450E-88FF-230CF3E413C7}" dt="2024-10-07T19:15:53.719" v="399" actId="20577"/>
          <ac:spMkLst>
            <pc:docMk/>
            <pc:sldMk cId="2816223836" sldId="276"/>
            <ac:spMk id="2" creationId="{0F1B0607-BCE1-3F37-FBBB-6AC87BC58F70}"/>
          </ac:spMkLst>
        </pc:spChg>
        <pc:spChg chg="del">
          <ac:chgData name="Duce, Patricia" userId="63213659-433f-4003-8b64-f125efbf754c" providerId="ADAL" clId="{453C77EA-AE40-450E-88FF-230CF3E413C7}" dt="2024-10-07T19:16:02.477" v="400" actId="22"/>
          <ac:spMkLst>
            <pc:docMk/>
            <pc:sldMk cId="2816223836" sldId="276"/>
            <ac:spMk id="3" creationId="{55BC07E6-4DBC-ADCF-857F-6AF5B2C5263A}"/>
          </ac:spMkLst>
        </pc:spChg>
        <pc:spChg chg="add mod">
          <ac:chgData name="Duce, Patricia" userId="63213659-433f-4003-8b64-f125efbf754c" providerId="ADAL" clId="{453C77EA-AE40-450E-88FF-230CF3E413C7}" dt="2024-10-07T19:18:59.673" v="435" actId="20577"/>
          <ac:spMkLst>
            <pc:docMk/>
            <pc:sldMk cId="2816223836" sldId="276"/>
            <ac:spMk id="7" creationId="{20C1E4AE-4338-2574-1CA1-365420E18AD1}"/>
          </ac:spMkLst>
        </pc:spChg>
        <pc:picChg chg="add mod ord modCrop">
          <ac:chgData name="Duce, Patricia" userId="63213659-433f-4003-8b64-f125efbf754c" providerId="ADAL" clId="{453C77EA-AE40-450E-88FF-230CF3E413C7}" dt="2024-10-07T19:18:12.333" v="407" actId="1076"/>
          <ac:picMkLst>
            <pc:docMk/>
            <pc:sldMk cId="2816223836" sldId="276"/>
            <ac:picMk id="5" creationId="{E68384E5-D1E2-7E69-D653-2992259D950F}"/>
          </ac:picMkLst>
        </pc:picChg>
      </pc:sldChg>
      <pc:sldChg chg="addSp delSp modSp new mod">
        <pc:chgData name="Duce, Patricia" userId="63213659-433f-4003-8b64-f125efbf754c" providerId="ADAL" clId="{453C77EA-AE40-450E-88FF-230CF3E413C7}" dt="2024-10-07T19:19:50.359" v="443" actId="14100"/>
        <pc:sldMkLst>
          <pc:docMk/>
          <pc:sldMk cId="2601678814" sldId="277"/>
        </pc:sldMkLst>
        <pc:spChg chg="del">
          <ac:chgData name="Duce, Patricia" userId="63213659-433f-4003-8b64-f125efbf754c" providerId="ADAL" clId="{453C77EA-AE40-450E-88FF-230CF3E413C7}" dt="2024-10-07T19:19:43.911" v="440" actId="478"/>
          <ac:spMkLst>
            <pc:docMk/>
            <pc:sldMk cId="2601678814" sldId="277"/>
            <ac:spMk id="2" creationId="{DD05E4A6-78BC-C69E-ED68-92C019A69AE6}"/>
          </ac:spMkLst>
        </pc:spChg>
        <pc:spChg chg="del mod">
          <ac:chgData name="Duce, Patricia" userId="63213659-433f-4003-8b64-f125efbf754c" providerId="ADAL" clId="{453C77EA-AE40-450E-88FF-230CF3E413C7}" dt="2024-10-07T19:19:45.189" v="441" actId="478"/>
          <ac:spMkLst>
            <pc:docMk/>
            <pc:sldMk cId="2601678814" sldId="277"/>
            <ac:spMk id="3" creationId="{80EB3B86-A9C1-073B-5AE7-751961AA1873}"/>
          </ac:spMkLst>
        </pc:spChg>
        <pc:picChg chg="add mod modCrop">
          <ac:chgData name="Duce, Patricia" userId="63213659-433f-4003-8b64-f125efbf754c" providerId="ADAL" clId="{453C77EA-AE40-450E-88FF-230CF3E413C7}" dt="2024-10-07T19:19:50.359" v="443" actId="14100"/>
          <ac:picMkLst>
            <pc:docMk/>
            <pc:sldMk cId="2601678814" sldId="277"/>
            <ac:picMk id="5" creationId="{243FF2F7-D23C-FDBD-C365-7EF16D60E31B}"/>
          </ac:picMkLst>
        </pc:picChg>
      </pc:sldChg>
      <pc:sldChg chg="addSp delSp modSp new mod">
        <pc:chgData name="Duce, Patricia" userId="63213659-433f-4003-8b64-f125efbf754c" providerId="ADAL" clId="{453C77EA-AE40-450E-88FF-230CF3E413C7}" dt="2024-10-07T19:21:13.152" v="452" actId="1076"/>
        <pc:sldMkLst>
          <pc:docMk/>
          <pc:sldMk cId="242814293" sldId="278"/>
        </pc:sldMkLst>
        <pc:spChg chg="del">
          <ac:chgData name="Duce, Patricia" userId="63213659-433f-4003-8b64-f125efbf754c" providerId="ADAL" clId="{453C77EA-AE40-450E-88FF-230CF3E413C7}" dt="2024-10-07T19:21:09.332" v="449" actId="478"/>
          <ac:spMkLst>
            <pc:docMk/>
            <pc:sldMk cId="242814293" sldId="278"/>
            <ac:spMk id="2" creationId="{74ECE51B-77CD-E03A-5F8B-57110E00D6B8}"/>
          </ac:spMkLst>
        </pc:spChg>
        <pc:spChg chg="del">
          <ac:chgData name="Duce, Patricia" userId="63213659-433f-4003-8b64-f125efbf754c" providerId="ADAL" clId="{453C77EA-AE40-450E-88FF-230CF3E413C7}" dt="2024-10-07T19:20:58.975" v="446" actId="22"/>
          <ac:spMkLst>
            <pc:docMk/>
            <pc:sldMk cId="242814293" sldId="278"/>
            <ac:spMk id="3" creationId="{DDE43EC7-AA5D-9733-5F90-6D6CE4323648}"/>
          </ac:spMkLst>
        </pc:spChg>
        <pc:picChg chg="add mod ord modCrop">
          <ac:chgData name="Duce, Patricia" userId="63213659-433f-4003-8b64-f125efbf754c" providerId="ADAL" clId="{453C77EA-AE40-450E-88FF-230CF3E413C7}" dt="2024-10-07T19:21:13.152" v="452" actId="1076"/>
          <ac:picMkLst>
            <pc:docMk/>
            <pc:sldMk cId="242814293" sldId="278"/>
            <ac:picMk id="5" creationId="{BF590A79-E8A2-BAC0-92D5-833BED5A99E9}"/>
          </ac:picMkLst>
        </pc:picChg>
      </pc:sldChg>
      <pc:sldChg chg="addSp delSp modSp new mod">
        <pc:chgData name="Duce, Patricia" userId="63213659-433f-4003-8b64-f125efbf754c" providerId="ADAL" clId="{453C77EA-AE40-450E-88FF-230CF3E413C7}" dt="2024-10-07T19:21:50.128" v="459" actId="14100"/>
        <pc:sldMkLst>
          <pc:docMk/>
          <pc:sldMk cId="3989701677" sldId="279"/>
        </pc:sldMkLst>
        <pc:spChg chg="del">
          <ac:chgData name="Duce, Patricia" userId="63213659-433f-4003-8b64-f125efbf754c" providerId="ADAL" clId="{453C77EA-AE40-450E-88FF-230CF3E413C7}" dt="2024-10-07T19:21:43.313" v="456" actId="478"/>
          <ac:spMkLst>
            <pc:docMk/>
            <pc:sldMk cId="3989701677" sldId="279"/>
            <ac:spMk id="2" creationId="{F37295F0-CE17-2838-0480-CC11577C6F76}"/>
          </ac:spMkLst>
        </pc:spChg>
        <pc:spChg chg="del">
          <ac:chgData name="Duce, Patricia" userId="63213659-433f-4003-8b64-f125efbf754c" providerId="ADAL" clId="{453C77EA-AE40-450E-88FF-230CF3E413C7}" dt="2024-10-07T19:21:31.741" v="453" actId="22"/>
          <ac:spMkLst>
            <pc:docMk/>
            <pc:sldMk cId="3989701677" sldId="279"/>
            <ac:spMk id="3" creationId="{EFD47FE4-1C93-2BB7-E199-2A04DEDDCF93}"/>
          </ac:spMkLst>
        </pc:spChg>
        <pc:picChg chg="add mod ord modCrop">
          <ac:chgData name="Duce, Patricia" userId="63213659-433f-4003-8b64-f125efbf754c" providerId="ADAL" clId="{453C77EA-AE40-450E-88FF-230CF3E413C7}" dt="2024-10-07T19:21:50.128" v="459" actId="14100"/>
          <ac:picMkLst>
            <pc:docMk/>
            <pc:sldMk cId="3989701677" sldId="279"/>
            <ac:picMk id="5" creationId="{A28D08DA-4929-3EEE-56ED-0600AD0BC3CF}"/>
          </ac:picMkLst>
        </pc:picChg>
      </pc:sldChg>
      <pc:sldChg chg="addSp delSp modSp new mod">
        <pc:chgData name="Duce, Patricia" userId="63213659-433f-4003-8b64-f125efbf754c" providerId="ADAL" clId="{453C77EA-AE40-450E-88FF-230CF3E413C7}" dt="2024-10-07T19:22:41.601" v="467" actId="14100"/>
        <pc:sldMkLst>
          <pc:docMk/>
          <pc:sldMk cId="2281853899" sldId="280"/>
        </pc:sldMkLst>
        <pc:spChg chg="del">
          <ac:chgData name="Duce, Patricia" userId="63213659-433f-4003-8b64-f125efbf754c" providerId="ADAL" clId="{453C77EA-AE40-450E-88FF-230CF3E413C7}" dt="2024-10-07T19:22:26.371" v="462" actId="478"/>
          <ac:spMkLst>
            <pc:docMk/>
            <pc:sldMk cId="2281853899" sldId="280"/>
            <ac:spMk id="2" creationId="{0665B995-E1B6-B6F2-E153-3FD1D4E0909F}"/>
          </ac:spMkLst>
        </pc:spChg>
        <pc:spChg chg="del">
          <ac:chgData name="Duce, Patricia" userId="63213659-433f-4003-8b64-f125efbf754c" providerId="ADAL" clId="{453C77EA-AE40-450E-88FF-230CF3E413C7}" dt="2024-10-07T19:22:23.327" v="461" actId="22"/>
          <ac:spMkLst>
            <pc:docMk/>
            <pc:sldMk cId="2281853899" sldId="280"/>
            <ac:spMk id="3" creationId="{474B5D2D-E74D-4354-611B-7377F477EC12}"/>
          </ac:spMkLst>
        </pc:spChg>
        <pc:picChg chg="add mod ord modCrop">
          <ac:chgData name="Duce, Patricia" userId="63213659-433f-4003-8b64-f125efbf754c" providerId="ADAL" clId="{453C77EA-AE40-450E-88FF-230CF3E413C7}" dt="2024-10-07T19:22:41.601" v="467" actId="14100"/>
          <ac:picMkLst>
            <pc:docMk/>
            <pc:sldMk cId="2281853899" sldId="280"/>
            <ac:picMk id="5" creationId="{55678654-CBCF-0537-4CA1-DF8AD4132FF0}"/>
          </ac:picMkLst>
        </pc:picChg>
      </pc:sldChg>
      <pc:sldChg chg="addSp delSp modSp new mod">
        <pc:chgData name="Duce, Patricia" userId="63213659-433f-4003-8b64-f125efbf754c" providerId="ADAL" clId="{453C77EA-AE40-450E-88FF-230CF3E413C7}" dt="2024-10-07T19:23:17.017" v="475" actId="1076"/>
        <pc:sldMkLst>
          <pc:docMk/>
          <pc:sldMk cId="10804358" sldId="281"/>
        </pc:sldMkLst>
        <pc:spChg chg="del">
          <ac:chgData name="Duce, Patricia" userId="63213659-433f-4003-8b64-f125efbf754c" providerId="ADAL" clId="{453C77EA-AE40-450E-88FF-230CF3E413C7}" dt="2024-10-07T19:22:59.277" v="470" actId="478"/>
          <ac:spMkLst>
            <pc:docMk/>
            <pc:sldMk cId="10804358" sldId="281"/>
            <ac:spMk id="2" creationId="{3C513286-CCDD-F0BB-6880-1A7093DAAFD6}"/>
          </ac:spMkLst>
        </pc:spChg>
        <pc:spChg chg="del">
          <ac:chgData name="Duce, Patricia" userId="63213659-433f-4003-8b64-f125efbf754c" providerId="ADAL" clId="{453C77EA-AE40-450E-88FF-230CF3E413C7}" dt="2024-10-07T19:22:56.078" v="469" actId="22"/>
          <ac:spMkLst>
            <pc:docMk/>
            <pc:sldMk cId="10804358" sldId="281"/>
            <ac:spMk id="3" creationId="{7B1E5929-F400-867E-BF9D-23FD53B73F5F}"/>
          </ac:spMkLst>
        </pc:spChg>
        <pc:picChg chg="add mod ord modCrop">
          <ac:chgData name="Duce, Patricia" userId="63213659-433f-4003-8b64-f125efbf754c" providerId="ADAL" clId="{453C77EA-AE40-450E-88FF-230CF3E413C7}" dt="2024-10-07T19:23:17.017" v="475" actId="1076"/>
          <ac:picMkLst>
            <pc:docMk/>
            <pc:sldMk cId="10804358" sldId="281"/>
            <ac:picMk id="5" creationId="{7A42F208-8C9F-A2D0-5E71-ACBFC88A16F3}"/>
          </ac:picMkLst>
        </pc:picChg>
      </pc:sldChg>
      <pc:sldChg chg="addSp delSp modSp new mod">
        <pc:chgData name="Duce, Patricia" userId="63213659-433f-4003-8b64-f125efbf754c" providerId="ADAL" clId="{453C77EA-AE40-450E-88FF-230CF3E413C7}" dt="2024-10-07T19:24:11.193" v="482" actId="1076"/>
        <pc:sldMkLst>
          <pc:docMk/>
          <pc:sldMk cId="1327776219" sldId="282"/>
        </pc:sldMkLst>
        <pc:spChg chg="del">
          <ac:chgData name="Duce, Patricia" userId="63213659-433f-4003-8b64-f125efbf754c" providerId="ADAL" clId="{453C77EA-AE40-450E-88FF-230CF3E413C7}" dt="2024-10-07T19:23:57.023" v="478" actId="478"/>
          <ac:spMkLst>
            <pc:docMk/>
            <pc:sldMk cId="1327776219" sldId="282"/>
            <ac:spMk id="2" creationId="{1C800865-C453-B19E-B82E-C98BD7C9AD94}"/>
          </ac:spMkLst>
        </pc:spChg>
        <pc:spChg chg="del">
          <ac:chgData name="Duce, Patricia" userId="63213659-433f-4003-8b64-f125efbf754c" providerId="ADAL" clId="{453C77EA-AE40-450E-88FF-230CF3E413C7}" dt="2024-10-07T19:23:54.679" v="477" actId="22"/>
          <ac:spMkLst>
            <pc:docMk/>
            <pc:sldMk cId="1327776219" sldId="282"/>
            <ac:spMk id="3" creationId="{DE3A3B2C-F581-55F6-A36F-6F1FF9963682}"/>
          </ac:spMkLst>
        </pc:spChg>
        <pc:picChg chg="add mod ord modCrop">
          <ac:chgData name="Duce, Patricia" userId="63213659-433f-4003-8b64-f125efbf754c" providerId="ADAL" clId="{453C77EA-AE40-450E-88FF-230CF3E413C7}" dt="2024-10-07T19:24:11.193" v="482" actId="1076"/>
          <ac:picMkLst>
            <pc:docMk/>
            <pc:sldMk cId="1327776219" sldId="282"/>
            <ac:picMk id="5" creationId="{BBE5C2EF-1BE0-3C20-2BC8-FBA5F56DC024}"/>
          </ac:picMkLst>
        </pc:picChg>
      </pc:sldChg>
      <pc:sldChg chg="delSp modSp new mod">
        <pc:chgData name="Duce, Patricia" userId="63213659-433f-4003-8b64-f125efbf754c" providerId="ADAL" clId="{453C77EA-AE40-450E-88FF-230CF3E413C7}" dt="2024-10-08T02:40:36.095" v="509" actId="113"/>
        <pc:sldMkLst>
          <pc:docMk/>
          <pc:sldMk cId="107991108" sldId="283"/>
        </pc:sldMkLst>
        <pc:spChg chg="del">
          <ac:chgData name="Duce, Patricia" userId="63213659-433f-4003-8b64-f125efbf754c" providerId="ADAL" clId="{453C77EA-AE40-450E-88FF-230CF3E413C7}" dt="2024-10-08T02:39:22.954" v="486" actId="478"/>
          <ac:spMkLst>
            <pc:docMk/>
            <pc:sldMk cId="107991108" sldId="283"/>
            <ac:spMk id="2" creationId="{7C536DFB-8A16-F031-250D-8D6EB49E490B}"/>
          </ac:spMkLst>
        </pc:spChg>
        <pc:spChg chg="mod">
          <ac:chgData name="Duce, Patricia" userId="63213659-433f-4003-8b64-f125efbf754c" providerId="ADAL" clId="{453C77EA-AE40-450E-88FF-230CF3E413C7}" dt="2024-10-08T02:40:36.095" v="509" actId="113"/>
          <ac:spMkLst>
            <pc:docMk/>
            <pc:sldMk cId="107991108" sldId="283"/>
            <ac:spMk id="3" creationId="{F160E6D6-0E96-9B9E-4A50-6455A5DD3CC6}"/>
          </ac:spMkLst>
        </pc:spChg>
      </pc:sldChg>
      <pc:sldChg chg="delSp modSp new mod">
        <pc:chgData name="Duce, Patricia" userId="63213659-433f-4003-8b64-f125efbf754c" providerId="ADAL" clId="{453C77EA-AE40-450E-88FF-230CF3E413C7}" dt="2024-10-08T02:42:33.307" v="518" actId="20577"/>
        <pc:sldMkLst>
          <pc:docMk/>
          <pc:sldMk cId="2459767309" sldId="284"/>
        </pc:sldMkLst>
        <pc:spChg chg="del">
          <ac:chgData name="Duce, Patricia" userId="63213659-433f-4003-8b64-f125efbf754c" providerId="ADAL" clId="{453C77EA-AE40-450E-88FF-230CF3E413C7}" dt="2024-10-08T02:42:00.315" v="513" actId="478"/>
          <ac:spMkLst>
            <pc:docMk/>
            <pc:sldMk cId="2459767309" sldId="284"/>
            <ac:spMk id="2" creationId="{EEF35648-702E-E792-F6A2-83C7A125BC16}"/>
          </ac:spMkLst>
        </pc:spChg>
        <pc:spChg chg="mod">
          <ac:chgData name="Duce, Patricia" userId="63213659-433f-4003-8b64-f125efbf754c" providerId="ADAL" clId="{453C77EA-AE40-450E-88FF-230CF3E413C7}" dt="2024-10-08T02:42:33.307" v="518" actId="20577"/>
          <ac:spMkLst>
            <pc:docMk/>
            <pc:sldMk cId="2459767309" sldId="284"/>
            <ac:spMk id="3" creationId="{4D6DCC3B-720F-1F77-56FF-3BA7AC88FA50}"/>
          </ac:spMkLst>
        </pc:spChg>
      </pc:sldChg>
      <pc:sldChg chg="addSp delSp modSp new mod">
        <pc:chgData name="Duce, Patricia" userId="63213659-433f-4003-8b64-f125efbf754c" providerId="ADAL" clId="{453C77EA-AE40-450E-88FF-230CF3E413C7}" dt="2024-10-08T02:44:05.734" v="528" actId="255"/>
        <pc:sldMkLst>
          <pc:docMk/>
          <pc:sldMk cId="1476271265" sldId="285"/>
        </pc:sldMkLst>
        <pc:spChg chg="del">
          <ac:chgData name="Duce, Patricia" userId="63213659-433f-4003-8b64-f125efbf754c" providerId="ADAL" clId="{453C77EA-AE40-450E-88FF-230CF3E413C7}" dt="2024-10-08T02:43:34.691" v="525" actId="478"/>
          <ac:spMkLst>
            <pc:docMk/>
            <pc:sldMk cId="1476271265" sldId="285"/>
            <ac:spMk id="2" creationId="{4118E4C9-59B7-2833-F795-6BB90C2CB315}"/>
          </ac:spMkLst>
        </pc:spChg>
        <pc:spChg chg="del">
          <ac:chgData name="Duce, Patricia" userId="63213659-433f-4003-8b64-f125efbf754c" providerId="ADAL" clId="{453C77EA-AE40-450E-88FF-230CF3E413C7}" dt="2024-10-08T02:43:14.278" v="520" actId="22"/>
          <ac:spMkLst>
            <pc:docMk/>
            <pc:sldMk cId="1476271265" sldId="285"/>
            <ac:spMk id="3" creationId="{13ABA0A0-6619-F79E-257D-C8D56A0CB995}"/>
          </ac:spMkLst>
        </pc:spChg>
        <pc:spChg chg="add mod">
          <ac:chgData name="Duce, Patricia" userId="63213659-433f-4003-8b64-f125efbf754c" providerId="ADAL" clId="{453C77EA-AE40-450E-88FF-230CF3E413C7}" dt="2024-10-08T02:44:05.734" v="528" actId="255"/>
          <ac:spMkLst>
            <pc:docMk/>
            <pc:sldMk cId="1476271265" sldId="285"/>
            <ac:spMk id="7" creationId="{22BC0181-1154-0E51-391F-A4B32EADF42F}"/>
          </ac:spMkLst>
        </pc:spChg>
        <pc:picChg chg="add mod ord modCrop">
          <ac:chgData name="Duce, Patricia" userId="63213659-433f-4003-8b64-f125efbf754c" providerId="ADAL" clId="{453C77EA-AE40-450E-88FF-230CF3E413C7}" dt="2024-10-08T02:43:31.910" v="524" actId="1076"/>
          <ac:picMkLst>
            <pc:docMk/>
            <pc:sldMk cId="1476271265" sldId="285"/>
            <ac:picMk id="5" creationId="{8E1B5E85-2DFA-2F4C-E840-4A558C07072A}"/>
          </ac:picMkLst>
        </pc:picChg>
      </pc:sldChg>
      <pc:sldChg chg="delSp modSp new mod">
        <pc:chgData name="Duce, Patricia" userId="63213659-433f-4003-8b64-f125efbf754c" providerId="ADAL" clId="{453C77EA-AE40-450E-88FF-230CF3E413C7}" dt="2024-10-08T02:47:00.403" v="538" actId="20577"/>
        <pc:sldMkLst>
          <pc:docMk/>
          <pc:sldMk cId="3949948738" sldId="286"/>
        </pc:sldMkLst>
        <pc:spChg chg="del">
          <ac:chgData name="Duce, Patricia" userId="63213659-433f-4003-8b64-f125efbf754c" providerId="ADAL" clId="{453C77EA-AE40-450E-88FF-230CF3E413C7}" dt="2024-10-08T02:46:38.765" v="532" actId="478"/>
          <ac:spMkLst>
            <pc:docMk/>
            <pc:sldMk cId="3949948738" sldId="286"/>
            <ac:spMk id="2" creationId="{94150110-7475-05E2-A28C-6E4368858277}"/>
          </ac:spMkLst>
        </pc:spChg>
        <pc:spChg chg="mod">
          <ac:chgData name="Duce, Patricia" userId="63213659-433f-4003-8b64-f125efbf754c" providerId="ADAL" clId="{453C77EA-AE40-450E-88FF-230CF3E413C7}" dt="2024-10-08T02:47:00.403" v="538" actId="20577"/>
          <ac:spMkLst>
            <pc:docMk/>
            <pc:sldMk cId="3949948738" sldId="286"/>
            <ac:spMk id="3" creationId="{E9C39EAB-2853-675C-CD13-7C900C9EB73C}"/>
          </ac:spMkLst>
        </pc:spChg>
      </pc:sldChg>
      <pc:sldChg chg="addSp delSp modSp new mod">
        <pc:chgData name="Duce, Patricia" userId="63213659-433f-4003-8b64-f125efbf754c" providerId="ADAL" clId="{453C77EA-AE40-450E-88FF-230CF3E413C7}" dt="2024-10-08T02:47:53.996" v="546" actId="1076"/>
        <pc:sldMkLst>
          <pc:docMk/>
          <pc:sldMk cId="1847951589" sldId="287"/>
        </pc:sldMkLst>
        <pc:spChg chg="del">
          <ac:chgData name="Duce, Patricia" userId="63213659-433f-4003-8b64-f125efbf754c" providerId="ADAL" clId="{453C77EA-AE40-450E-88FF-230CF3E413C7}" dt="2024-10-08T02:47:34.853" v="541" actId="478"/>
          <ac:spMkLst>
            <pc:docMk/>
            <pc:sldMk cId="1847951589" sldId="287"/>
            <ac:spMk id="2" creationId="{71E0525A-42D1-2B5B-AD04-BB5E349281B2}"/>
          </ac:spMkLst>
        </pc:spChg>
        <pc:spChg chg="del">
          <ac:chgData name="Duce, Patricia" userId="63213659-433f-4003-8b64-f125efbf754c" providerId="ADAL" clId="{453C77EA-AE40-450E-88FF-230CF3E413C7}" dt="2024-10-08T02:47:30.625" v="540" actId="22"/>
          <ac:spMkLst>
            <pc:docMk/>
            <pc:sldMk cId="1847951589" sldId="287"/>
            <ac:spMk id="3" creationId="{4F90335C-2E4E-2377-4F0C-3C93D792F176}"/>
          </ac:spMkLst>
        </pc:spChg>
        <pc:picChg chg="add mod ord modCrop">
          <ac:chgData name="Duce, Patricia" userId="63213659-433f-4003-8b64-f125efbf754c" providerId="ADAL" clId="{453C77EA-AE40-450E-88FF-230CF3E413C7}" dt="2024-10-08T02:47:53.996" v="546" actId="1076"/>
          <ac:picMkLst>
            <pc:docMk/>
            <pc:sldMk cId="1847951589" sldId="287"/>
            <ac:picMk id="5" creationId="{51ECB2B5-AE12-AE4B-37EF-0B7442B36BB5}"/>
          </ac:picMkLst>
        </pc:picChg>
      </pc:sldChg>
      <pc:sldChg chg="addSp delSp modSp new mod">
        <pc:chgData name="Duce, Patricia" userId="63213659-433f-4003-8b64-f125efbf754c" providerId="ADAL" clId="{453C77EA-AE40-450E-88FF-230CF3E413C7}" dt="2024-10-08T02:48:56.715" v="553" actId="1076"/>
        <pc:sldMkLst>
          <pc:docMk/>
          <pc:sldMk cId="3454109579" sldId="288"/>
        </pc:sldMkLst>
        <pc:spChg chg="del">
          <ac:chgData name="Duce, Patricia" userId="63213659-433f-4003-8b64-f125efbf754c" providerId="ADAL" clId="{453C77EA-AE40-450E-88FF-230CF3E413C7}" dt="2024-10-08T02:48:52.821" v="551" actId="478"/>
          <ac:spMkLst>
            <pc:docMk/>
            <pc:sldMk cId="3454109579" sldId="288"/>
            <ac:spMk id="2" creationId="{24FD435C-DEB4-11E8-0C4D-056F97ECBF11}"/>
          </ac:spMkLst>
        </pc:spChg>
        <pc:spChg chg="del">
          <ac:chgData name="Duce, Patricia" userId="63213659-433f-4003-8b64-f125efbf754c" providerId="ADAL" clId="{453C77EA-AE40-450E-88FF-230CF3E413C7}" dt="2024-10-08T02:48:30.190" v="548" actId="22"/>
          <ac:spMkLst>
            <pc:docMk/>
            <pc:sldMk cId="3454109579" sldId="288"/>
            <ac:spMk id="3" creationId="{2F24A7DB-B895-D47B-01EA-75E81B4D1AC3}"/>
          </ac:spMkLst>
        </pc:spChg>
        <pc:picChg chg="add mod ord modCrop">
          <ac:chgData name="Duce, Patricia" userId="63213659-433f-4003-8b64-f125efbf754c" providerId="ADAL" clId="{453C77EA-AE40-450E-88FF-230CF3E413C7}" dt="2024-10-08T02:48:56.715" v="553" actId="1076"/>
          <ac:picMkLst>
            <pc:docMk/>
            <pc:sldMk cId="3454109579" sldId="288"/>
            <ac:picMk id="5" creationId="{E4ADD374-3C0C-70E6-1894-C6D06885CD72}"/>
          </ac:picMkLst>
        </pc:picChg>
      </pc:sldChg>
      <pc:sldChg chg="addSp delSp modSp new mod">
        <pc:chgData name="Duce, Patricia" userId="63213659-433f-4003-8b64-f125efbf754c" providerId="ADAL" clId="{453C77EA-AE40-450E-88FF-230CF3E413C7}" dt="2024-10-08T02:50:55.788" v="569" actId="1076"/>
        <pc:sldMkLst>
          <pc:docMk/>
          <pc:sldMk cId="149585274" sldId="289"/>
        </pc:sldMkLst>
        <pc:spChg chg="del">
          <ac:chgData name="Duce, Patricia" userId="63213659-433f-4003-8b64-f125efbf754c" providerId="ADAL" clId="{453C77EA-AE40-450E-88FF-230CF3E413C7}" dt="2024-10-08T02:50:18.419" v="564" actId="478"/>
          <ac:spMkLst>
            <pc:docMk/>
            <pc:sldMk cId="149585274" sldId="289"/>
            <ac:spMk id="2" creationId="{1F059DC4-656F-ABAC-11E2-AC41B5BE816E}"/>
          </ac:spMkLst>
        </pc:spChg>
        <pc:spChg chg="del">
          <ac:chgData name="Duce, Patricia" userId="63213659-433f-4003-8b64-f125efbf754c" providerId="ADAL" clId="{453C77EA-AE40-450E-88FF-230CF3E413C7}" dt="2024-10-08T02:49:30.847" v="555" actId="22"/>
          <ac:spMkLst>
            <pc:docMk/>
            <pc:sldMk cId="149585274" sldId="289"/>
            <ac:spMk id="3" creationId="{C9CDDD90-8612-F52B-4E1A-F2AEB6722798}"/>
          </ac:spMkLst>
        </pc:spChg>
        <pc:spChg chg="add del mod">
          <ac:chgData name="Duce, Patricia" userId="63213659-433f-4003-8b64-f125efbf754c" providerId="ADAL" clId="{453C77EA-AE40-450E-88FF-230CF3E413C7}" dt="2024-10-08T02:50:03.415" v="561" actId="22"/>
          <ac:spMkLst>
            <pc:docMk/>
            <pc:sldMk cId="149585274" sldId="289"/>
            <ac:spMk id="7" creationId="{DF5907BA-1709-BAF6-8E13-7F29A5CE5C55}"/>
          </ac:spMkLst>
        </pc:spChg>
        <pc:spChg chg="add mod">
          <ac:chgData name="Duce, Patricia" userId="63213659-433f-4003-8b64-f125efbf754c" providerId="ADAL" clId="{453C77EA-AE40-450E-88FF-230CF3E413C7}" dt="2024-10-08T02:50:55.788" v="569" actId="1076"/>
          <ac:spMkLst>
            <pc:docMk/>
            <pc:sldMk cId="149585274" sldId="289"/>
            <ac:spMk id="11" creationId="{90B3BD69-27E5-9C44-1478-D8A0B3C80474}"/>
          </ac:spMkLst>
        </pc:spChg>
        <pc:picChg chg="add del mod ord modCrop">
          <ac:chgData name="Duce, Patricia" userId="63213659-433f-4003-8b64-f125efbf754c" providerId="ADAL" clId="{453C77EA-AE40-450E-88FF-230CF3E413C7}" dt="2024-10-08T02:49:51.302" v="560" actId="478"/>
          <ac:picMkLst>
            <pc:docMk/>
            <pc:sldMk cId="149585274" sldId="289"/>
            <ac:picMk id="5" creationId="{C31733A2-DE05-DDCF-55AD-5F13423029EF}"/>
          </ac:picMkLst>
        </pc:picChg>
        <pc:picChg chg="add mod ord modCrop">
          <ac:chgData name="Duce, Patricia" userId="63213659-433f-4003-8b64-f125efbf754c" providerId="ADAL" clId="{453C77EA-AE40-450E-88FF-230CF3E413C7}" dt="2024-10-08T02:50:24.331" v="567" actId="1076"/>
          <ac:picMkLst>
            <pc:docMk/>
            <pc:sldMk cId="149585274" sldId="289"/>
            <ac:picMk id="9" creationId="{E3D752C0-4C56-72EC-05CC-AACB963BCACC}"/>
          </ac:picMkLst>
        </pc:picChg>
      </pc:sldChg>
      <pc:sldChg chg="addSp delSp modSp new mod">
        <pc:chgData name="Duce, Patricia" userId="63213659-433f-4003-8b64-f125efbf754c" providerId="ADAL" clId="{453C77EA-AE40-450E-88FF-230CF3E413C7}" dt="2024-10-08T02:52:48.515" v="579" actId="14100"/>
        <pc:sldMkLst>
          <pc:docMk/>
          <pc:sldMk cId="2483466260" sldId="290"/>
        </pc:sldMkLst>
        <pc:spChg chg="del">
          <ac:chgData name="Duce, Patricia" userId="63213659-433f-4003-8b64-f125efbf754c" providerId="ADAL" clId="{453C77EA-AE40-450E-88FF-230CF3E413C7}" dt="2024-10-08T02:52:21.085" v="573" actId="478"/>
          <ac:spMkLst>
            <pc:docMk/>
            <pc:sldMk cId="2483466260" sldId="290"/>
            <ac:spMk id="2" creationId="{7F719FA8-B935-F653-9D71-B1B272F645A9}"/>
          </ac:spMkLst>
        </pc:spChg>
        <pc:spChg chg="del mod">
          <ac:chgData name="Duce, Patricia" userId="63213659-433f-4003-8b64-f125efbf754c" providerId="ADAL" clId="{453C77EA-AE40-450E-88FF-230CF3E413C7}" dt="2024-10-08T02:52:19.643" v="572" actId="478"/>
          <ac:spMkLst>
            <pc:docMk/>
            <pc:sldMk cId="2483466260" sldId="290"/>
            <ac:spMk id="3" creationId="{52397FD4-3126-F200-D028-B96F5EBB7F75}"/>
          </ac:spMkLst>
        </pc:spChg>
        <pc:spChg chg="add del mod">
          <ac:chgData name="Duce, Patricia" userId="63213659-433f-4003-8b64-f125efbf754c" providerId="ADAL" clId="{453C77EA-AE40-450E-88FF-230CF3E413C7}" dt="2024-10-08T02:52:31.601" v="574" actId="22"/>
          <ac:spMkLst>
            <pc:docMk/>
            <pc:sldMk cId="2483466260" sldId="290"/>
            <ac:spMk id="5" creationId="{69253D05-27CF-B824-31D3-730544ED7FAF}"/>
          </ac:spMkLst>
        </pc:spChg>
        <pc:picChg chg="add mod ord modCrop">
          <ac:chgData name="Duce, Patricia" userId="63213659-433f-4003-8b64-f125efbf754c" providerId="ADAL" clId="{453C77EA-AE40-450E-88FF-230CF3E413C7}" dt="2024-10-08T02:52:48.515" v="579" actId="14100"/>
          <ac:picMkLst>
            <pc:docMk/>
            <pc:sldMk cId="2483466260" sldId="290"/>
            <ac:picMk id="7" creationId="{DF848DC9-FBF7-A892-1D57-FFAD4048C502}"/>
          </ac:picMkLst>
        </pc:picChg>
      </pc:sldChg>
      <pc:sldChg chg="addSp delSp modSp new mod">
        <pc:chgData name="Duce, Patricia" userId="63213659-433f-4003-8b64-f125efbf754c" providerId="ADAL" clId="{453C77EA-AE40-450E-88FF-230CF3E413C7}" dt="2024-10-08T02:54:14.083" v="590" actId="1076"/>
        <pc:sldMkLst>
          <pc:docMk/>
          <pc:sldMk cId="4196024050" sldId="291"/>
        </pc:sldMkLst>
        <pc:spChg chg="del">
          <ac:chgData name="Duce, Patricia" userId="63213659-433f-4003-8b64-f125efbf754c" providerId="ADAL" clId="{453C77EA-AE40-450E-88FF-230CF3E413C7}" dt="2024-10-08T02:54:08.494" v="586" actId="478"/>
          <ac:spMkLst>
            <pc:docMk/>
            <pc:sldMk cId="4196024050" sldId="291"/>
            <ac:spMk id="2" creationId="{F511B642-9062-D51D-C548-63CBD1223A84}"/>
          </ac:spMkLst>
        </pc:spChg>
        <pc:spChg chg="del">
          <ac:chgData name="Duce, Patricia" userId="63213659-433f-4003-8b64-f125efbf754c" providerId="ADAL" clId="{453C77EA-AE40-450E-88FF-230CF3E413C7}" dt="2024-10-08T02:53:43.005" v="581" actId="22"/>
          <ac:spMkLst>
            <pc:docMk/>
            <pc:sldMk cId="4196024050" sldId="291"/>
            <ac:spMk id="3" creationId="{5F4DB023-B69F-F091-F4E8-7085AEA518BC}"/>
          </ac:spMkLst>
        </pc:spChg>
        <pc:spChg chg="add del mod">
          <ac:chgData name="Duce, Patricia" userId="63213659-433f-4003-8b64-f125efbf754c" providerId="ADAL" clId="{453C77EA-AE40-450E-88FF-230CF3E413C7}" dt="2024-10-08T02:53:54.658" v="583" actId="22"/>
          <ac:spMkLst>
            <pc:docMk/>
            <pc:sldMk cId="4196024050" sldId="291"/>
            <ac:spMk id="7" creationId="{5C7BF87A-EB4D-E5DC-3678-710EF20B8697}"/>
          </ac:spMkLst>
        </pc:spChg>
        <pc:picChg chg="add del mod ord">
          <ac:chgData name="Duce, Patricia" userId="63213659-433f-4003-8b64-f125efbf754c" providerId="ADAL" clId="{453C77EA-AE40-450E-88FF-230CF3E413C7}" dt="2024-10-08T02:53:47.097" v="582" actId="478"/>
          <ac:picMkLst>
            <pc:docMk/>
            <pc:sldMk cId="4196024050" sldId="291"/>
            <ac:picMk id="5" creationId="{7436D75C-B493-F4EF-5545-F11C5B2A6607}"/>
          </ac:picMkLst>
        </pc:picChg>
        <pc:picChg chg="add mod ord modCrop">
          <ac:chgData name="Duce, Patricia" userId="63213659-433f-4003-8b64-f125efbf754c" providerId="ADAL" clId="{453C77EA-AE40-450E-88FF-230CF3E413C7}" dt="2024-10-08T02:54:14.083" v="590" actId="1076"/>
          <ac:picMkLst>
            <pc:docMk/>
            <pc:sldMk cId="4196024050" sldId="291"/>
            <ac:picMk id="9" creationId="{466834B0-3732-7CD0-11F8-D708460C9BB8}"/>
          </ac:picMkLst>
        </pc:picChg>
      </pc:sldChg>
      <pc:sldChg chg="delSp modSp new mod">
        <pc:chgData name="Duce, Patricia" userId="63213659-433f-4003-8b64-f125efbf754c" providerId="ADAL" clId="{453C77EA-AE40-450E-88FF-230CF3E413C7}" dt="2024-10-08T02:55:04.184" v="605" actId="478"/>
        <pc:sldMkLst>
          <pc:docMk/>
          <pc:sldMk cId="3112807851" sldId="292"/>
        </pc:sldMkLst>
        <pc:spChg chg="del">
          <ac:chgData name="Duce, Patricia" userId="63213659-433f-4003-8b64-f125efbf754c" providerId="ADAL" clId="{453C77EA-AE40-450E-88FF-230CF3E413C7}" dt="2024-10-08T02:55:04.184" v="605" actId="478"/>
          <ac:spMkLst>
            <pc:docMk/>
            <pc:sldMk cId="3112807851" sldId="292"/>
            <ac:spMk id="2" creationId="{B3F0B6C5-F60D-CB78-B20D-91CD23AE3CD3}"/>
          </ac:spMkLst>
        </pc:spChg>
        <pc:spChg chg="mod">
          <ac:chgData name="Duce, Patricia" userId="63213659-433f-4003-8b64-f125efbf754c" providerId="ADAL" clId="{453C77EA-AE40-450E-88FF-230CF3E413C7}" dt="2024-10-08T02:55:00.506" v="604" actId="20577"/>
          <ac:spMkLst>
            <pc:docMk/>
            <pc:sldMk cId="3112807851" sldId="292"/>
            <ac:spMk id="3" creationId="{811D9897-D0A9-2AA0-FB2A-FA419DD7F45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634D7-FACA-431C-A89A-6D1F80B3865E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C80B2-00DD-46C7-AE48-429C46E24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81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C80B2-00DD-46C7-AE48-429C46E243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640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C80B2-00DD-46C7-AE48-429C46E2434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183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A95E2-29D4-7E37-EECC-233C39313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501039-00F6-4A34-942C-4A96373BD5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A13E2-AB85-0B3D-9C72-C00DD5682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3194D-504C-4C1A-9649-A00F6CC2DEA2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61039-BF28-F35B-7529-44680F7DF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CEE7E-6EA1-9A69-5BE1-25BE7C5C6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52892-C202-42BB-AA24-16C5ABEFB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125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2D5DE-D20E-CB25-9999-E78B08250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F3F55-6467-9FFE-1AAF-11079A6B7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9B97D-59DC-A7B8-BBAE-6B43EAFBA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3194D-504C-4C1A-9649-A00F6CC2DEA2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BE147-4E27-8C9D-F6BB-CFA98A3C2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BFB8F-6516-9F18-806C-0B808BF4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52892-C202-42BB-AA24-16C5ABEFB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23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E63B9-31D3-33DE-33DC-30F631A38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F16D0-39FB-E0E4-A135-9ED83F2E9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C8774-8340-EB35-CE4E-B19366D1E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3194D-504C-4C1A-9649-A00F6CC2DEA2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9F96F-286A-E5BB-8406-C3B43B45C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1A216-567C-0D7A-9D78-5730CE14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52892-C202-42BB-AA24-16C5ABEFB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95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4D0A8-DA52-0B9D-DF40-E6CF34EED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7541A-62A1-59D6-03C8-8390CF0ADD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DD16D7-3A5E-6FC9-E50B-1FA4CBA52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91B58-BA3F-FE8E-BFBA-20674A926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3194D-504C-4C1A-9649-A00F6CC2DEA2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5F7A1-8013-4444-A610-5ABDE4FF2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98FD6-A646-ECD2-5544-8F1FA77E6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52892-C202-42BB-AA24-16C5ABEFB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474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C62F0-F237-308E-AF70-8784A064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53445-C13A-57CF-D26A-697B31046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B926A4-6A67-11FC-472E-297AC6D0E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7E1EE2-BD51-5F25-DB91-52AB0184B4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879133-46F2-B7FA-E4D6-D5A8095D68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4001D1-33B5-C65A-26BD-0B52EF6FF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3194D-504C-4C1A-9649-A00F6CC2DEA2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E4E361-0B60-57D1-89A8-D071EF66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878C9F-6B22-C7C9-269D-CF8A9C1FE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52892-C202-42BB-AA24-16C5ABEFB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913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C715A-04B3-3A00-221D-AD92B7ECD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214F48-A117-5ED3-3E18-E96857AEE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3194D-504C-4C1A-9649-A00F6CC2DEA2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61184C-9680-2326-82C2-006456FCE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55DA34-59BF-5FE1-E432-916D2B334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52892-C202-42BB-AA24-16C5ABEFB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263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3F6443-8546-711D-7EFD-154274ACC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3194D-504C-4C1A-9649-A00F6CC2DEA2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6FF8E9-4A61-E4CF-6D8A-EEA4E87A5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8CB80-81E9-D3C3-3145-DE6860166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52892-C202-42BB-AA24-16C5ABEFB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07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C1E19-AD51-9A07-1967-AA2B82D84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40778-C9DB-4923-8976-7D1DCCB40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456A4D-D4BB-A431-0D9E-44D6D4512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6BE94-2B99-D5B7-DC47-59925DF19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3194D-504C-4C1A-9649-A00F6CC2DEA2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11460-2D89-0C63-94D1-4EE2D427B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6C661-8109-F9D5-FE33-1236C5DAD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52892-C202-42BB-AA24-16C5ABEFB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01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CD0C4-10A2-D297-E33A-7B864765B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240AA9-2E1D-7F66-9C9A-181DC8B7C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A3C193-EC6F-444E-ECAD-ACB7843C3A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96367-4CA0-1660-9C96-E0D90376D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3194D-504C-4C1A-9649-A00F6CC2DEA2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AD4F3-CE8D-E8D5-BAF0-B4524391A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DC3CE-8F26-159B-5DAE-009B191A9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52892-C202-42BB-AA24-16C5ABEFB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57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85A66-4B09-01F1-506B-1D2EBCBE1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B3D446-4B62-C1B0-16BE-E3219F3E8E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E4765-6D28-9A77-715C-59D3A72C1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3194D-504C-4C1A-9649-A00F6CC2DEA2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C655F-F6BB-48E0-CC1E-AA5136A9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CD59C-E8AE-0A81-6A17-F6A2FA149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52892-C202-42BB-AA24-16C5ABEFB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23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CB9E24-33FB-B85D-AC3A-5A3BF5F9B0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FCE6EB-8A6B-FE72-5789-E6A8DF6C1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13E68-5668-77D0-1E07-56F27EC57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3194D-504C-4C1A-9649-A00F6CC2DEA2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FAF41-30DF-C870-4974-E5B733961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89F26-7377-9816-8024-73A4A88E3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52892-C202-42BB-AA24-16C5ABEFB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61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CC6943-C127-B18F-F26D-D661AF0CE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2FE32-CAC1-A6D0-3B95-0405F7BC4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3C383-3D9B-7C55-E2F2-FA03020927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3194D-504C-4C1A-9649-A00F6CC2DEA2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C6A92-93FF-EBEC-EB62-3A2F6CCD7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70EB6-E832-C37F-C5A8-C43FAFCB3D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52892-C202-42BB-AA24-16C5ABEFB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6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ccbv.co.uk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D7419-B98C-792A-14B6-953E834378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7:  Forms</a:t>
            </a:r>
          </a:p>
        </p:txBody>
      </p:sp>
    </p:spTree>
    <p:extLst>
      <p:ext uri="{BB962C8B-B14F-4D97-AF65-F5344CB8AC3E}">
        <p14:creationId xmlns:p14="http://schemas.microsoft.com/office/powerpoint/2010/main" val="2918336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C05FB-5041-B938-85FC-B027853DD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Switch over to class-based views.  Less code, less error prone. </a:t>
            </a:r>
          </a:p>
        </p:txBody>
      </p:sp>
    </p:spTree>
    <p:extLst>
      <p:ext uri="{BB962C8B-B14F-4D97-AF65-F5344CB8AC3E}">
        <p14:creationId xmlns:p14="http://schemas.microsoft.com/office/powerpoint/2010/main" val="3060831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312EB6-F8F1-8577-5035-F239801151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635" t="22928" r="41965" b="37723"/>
          <a:stretch/>
        </p:blipFill>
        <p:spPr>
          <a:xfrm>
            <a:off x="457200" y="1097221"/>
            <a:ext cx="6035105" cy="38539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6B260E-C1A1-D80E-ADBD-E55CA5883088}"/>
              </a:ext>
            </a:extLst>
          </p:cNvPr>
          <p:cNvSpPr txBox="1"/>
          <p:nvPr/>
        </p:nvSpPr>
        <p:spPr>
          <a:xfrm>
            <a:off x="7058722" y="582067"/>
            <a:ext cx="437964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At the top, we import the generic views </a:t>
            </a:r>
            <a:r>
              <a:rPr lang="en-US" sz="2800" b="1" dirty="0" err="1"/>
              <a:t>ListView</a:t>
            </a:r>
            <a:r>
              <a:rPr lang="en-US" sz="2800" dirty="0"/>
              <a:t> and </a:t>
            </a:r>
            <a:r>
              <a:rPr lang="en-US" sz="2800" b="1" dirty="0" err="1"/>
              <a:t>DetailView</a:t>
            </a:r>
            <a:r>
              <a:rPr lang="en-US" sz="2800" dirty="0"/>
              <a:t>, along with our model, </a:t>
            </a:r>
            <a:r>
              <a:rPr lang="en-US" sz="2800" b="1" dirty="0"/>
              <a:t>Post</a:t>
            </a:r>
            <a:r>
              <a:rPr lang="en-US" sz="2800" dirty="0"/>
              <a:t>. We used </a:t>
            </a:r>
            <a:r>
              <a:rPr lang="en-US" sz="2800" dirty="0" err="1"/>
              <a:t>ListView</a:t>
            </a:r>
            <a:r>
              <a:rPr lang="en-US" sz="2800" dirty="0"/>
              <a:t> previously in the Message Board app, but </a:t>
            </a:r>
            <a:r>
              <a:rPr lang="en-US" sz="2800" dirty="0" err="1"/>
              <a:t>DetailView</a:t>
            </a:r>
            <a:r>
              <a:rPr lang="en-US" sz="2800" dirty="0"/>
              <a:t> is new. It is used for detail pages and has a format extremely similar to </a:t>
            </a:r>
            <a:r>
              <a:rPr lang="en-US" sz="2800" dirty="0" err="1"/>
              <a:t>ListView</a:t>
            </a:r>
            <a:r>
              <a:rPr lang="en-US" sz="2800" dirty="0"/>
              <a:t>. </a:t>
            </a:r>
            <a:r>
              <a:rPr lang="en-US" sz="2800" b="1" dirty="0"/>
              <a:t>We pass in the generic class-based view and define the model and template for both views.</a:t>
            </a:r>
          </a:p>
        </p:txBody>
      </p:sp>
    </p:spTree>
    <p:extLst>
      <p:ext uri="{BB962C8B-B14F-4D97-AF65-F5344CB8AC3E}">
        <p14:creationId xmlns:p14="http://schemas.microsoft.com/office/powerpoint/2010/main" val="4008887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86FB8C-9157-088B-B06A-F50A6BBBC6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074" t="18461" r="20133" b="55272"/>
          <a:stretch/>
        </p:blipFill>
        <p:spPr>
          <a:xfrm>
            <a:off x="1364410" y="546101"/>
            <a:ext cx="9193236" cy="288289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D3A599-7C07-F0D5-8660-92D8BF72BF3B}"/>
              </a:ext>
            </a:extLst>
          </p:cNvPr>
          <p:cNvSpPr txBox="1"/>
          <p:nvPr/>
        </p:nvSpPr>
        <p:spPr>
          <a:xfrm>
            <a:off x="2133599" y="4171667"/>
            <a:ext cx="779098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Then, we update the second argument in both routes, specifying the view name and adding </a:t>
            </a:r>
            <a:r>
              <a:rPr lang="en-US" sz="2800" b="1" dirty="0" err="1"/>
              <a:t>as_view</a:t>
            </a:r>
            <a:r>
              <a:rPr lang="en-US" sz="2800" b="1" dirty="0"/>
              <a:t>() </a:t>
            </a:r>
            <a:r>
              <a:rPr lang="en-US" sz="2800" dirty="0"/>
              <a:t>to transform the class into a callable view function.</a:t>
            </a:r>
          </a:p>
        </p:txBody>
      </p:sp>
    </p:spTree>
    <p:extLst>
      <p:ext uri="{BB962C8B-B14F-4D97-AF65-F5344CB8AC3E}">
        <p14:creationId xmlns:p14="http://schemas.microsoft.com/office/powerpoint/2010/main" val="1894484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3ED616-936E-725D-BB1F-F1F325F59C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651" t="31011" r="29242" b="35717"/>
          <a:stretch/>
        </p:blipFill>
        <p:spPr>
          <a:xfrm>
            <a:off x="477926" y="254000"/>
            <a:ext cx="8906702" cy="412749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991661-354D-33CD-C6FB-32FE68255EF6}"/>
              </a:ext>
            </a:extLst>
          </p:cNvPr>
          <p:cNvSpPr txBox="1"/>
          <p:nvPr/>
        </p:nvSpPr>
        <p:spPr>
          <a:xfrm>
            <a:off x="1553735" y="4693733"/>
            <a:ext cx="931870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final update is to our template. Previously, in our function-based list and detail views, we named the context object </a:t>
            </a:r>
            <a:r>
              <a:rPr lang="en-US" sz="2400" b="1" dirty="0"/>
              <a:t>posts</a:t>
            </a:r>
            <a:r>
              <a:rPr lang="en-US" sz="2400" dirty="0"/>
              <a:t> and </a:t>
            </a:r>
            <a:r>
              <a:rPr lang="en-US" sz="2400" b="1" dirty="0"/>
              <a:t>post</a:t>
            </a:r>
            <a:r>
              <a:rPr lang="en-US" sz="2400" dirty="0"/>
              <a:t> respectively. But for the GCBV </a:t>
            </a:r>
            <a:r>
              <a:rPr lang="en-US" sz="2400" dirty="0" err="1"/>
              <a:t>ListView</a:t>
            </a:r>
            <a:r>
              <a:rPr lang="en-US" sz="2400" dirty="0"/>
              <a:t>, you need to know that the default naming pattern is </a:t>
            </a:r>
            <a:r>
              <a:rPr lang="en-US" sz="2400" b="1" dirty="0"/>
              <a:t>&lt;model&gt;_list</a:t>
            </a:r>
            <a:r>
              <a:rPr lang="en-US" sz="2400" dirty="0"/>
              <a:t>; since our model is Post, the context</a:t>
            </a:r>
          </a:p>
          <a:p>
            <a:r>
              <a:rPr lang="en-US" sz="2400" dirty="0"/>
              <a:t>object will be </a:t>
            </a:r>
            <a:r>
              <a:rPr lang="en-US" sz="2400" b="1" dirty="0" err="1"/>
              <a:t>post_list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5634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2DC171-F7EB-16DD-0F0B-462EC53712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498" t="51441" r="19710" b="25502"/>
          <a:stretch/>
        </p:blipFill>
        <p:spPr>
          <a:xfrm>
            <a:off x="1028950" y="1993901"/>
            <a:ext cx="9366000" cy="25781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73E663-31E5-D198-D84E-5FA1BCF5C804}"/>
              </a:ext>
            </a:extLst>
          </p:cNvPr>
          <p:cNvSpPr txBox="1"/>
          <p:nvPr/>
        </p:nvSpPr>
        <p:spPr>
          <a:xfrm>
            <a:off x="2007219" y="5352585"/>
            <a:ext cx="7594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Could rename context object if you want to. </a:t>
            </a:r>
          </a:p>
        </p:txBody>
      </p:sp>
    </p:spTree>
    <p:extLst>
      <p:ext uri="{BB962C8B-B14F-4D97-AF65-F5344CB8AC3E}">
        <p14:creationId xmlns:p14="http://schemas.microsoft.com/office/powerpoint/2010/main" val="3379039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43E600-ED13-1F5A-8B48-30A0366ADA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804" t="23422" r="20768" b="5071"/>
          <a:stretch/>
        </p:blipFill>
        <p:spPr>
          <a:xfrm>
            <a:off x="647700" y="224438"/>
            <a:ext cx="8089900" cy="6834573"/>
          </a:xfrm>
        </p:spPr>
      </p:pic>
    </p:spTree>
    <p:extLst>
      <p:ext uri="{BB962C8B-B14F-4D97-AF65-F5344CB8AC3E}">
        <p14:creationId xmlns:p14="http://schemas.microsoft.com/office/powerpoint/2010/main" val="3858078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5ED55-2706-39D9-F7D3-18F65D8B4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Classy Class-Based Views</a:t>
            </a:r>
            <a:r>
              <a:rPr lang="en-US" dirty="0"/>
              <a:t>, a website dedicated to describing the full methods and attributes for each Django GCBV.</a:t>
            </a:r>
          </a:p>
        </p:txBody>
      </p:sp>
    </p:spTree>
    <p:extLst>
      <p:ext uri="{BB962C8B-B14F-4D97-AF65-F5344CB8AC3E}">
        <p14:creationId xmlns:p14="http://schemas.microsoft.com/office/powerpoint/2010/main" val="583980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D4B5A-F07D-E3B3-1019-964F01B7F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CreateView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C03595-BC18-D1AB-095D-70DD942836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990" t="28092" r="38360" b="13827"/>
          <a:stretch/>
        </p:blipFill>
        <p:spPr>
          <a:xfrm>
            <a:off x="838200" y="1407093"/>
            <a:ext cx="5943600" cy="516496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D1A160-3BA3-8BB0-D445-0F16D09571EF}"/>
              </a:ext>
            </a:extLst>
          </p:cNvPr>
          <p:cNvSpPr txBox="1"/>
          <p:nvPr/>
        </p:nvSpPr>
        <p:spPr>
          <a:xfrm>
            <a:off x="7705491" y="365125"/>
            <a:ext cx="384717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At the top we import </a:t>
            </a:r>
            <a:r>
              <a:rPr lang="en-US" sz="2400" b="1" dirty="0" err="1"/>
              <a:t>CreateView</a:t>
            </a:r>
            <a:r>
              <a:rPr lang="en-US" sz="2400" dirty="0"/>
              <a:t> from the </a:t>
            </a:r>
            <a:r>
              <a:rPr lang="en-US" sz="2400" dirty="0" err="1"/>
              <a:t>django.views.generic.edit</a:t>
            </a:r>
            <a:r>
              <a:rPr lang="en-US" sz="2400" dirty="0"/>
              <a:t> module. Then we create a class, </a:t>
            </a:r>
            <a:r>
              <a:rPr lang="en-US" sz="2400" b="1" dirty="0" err="1"/>
              <a:t>BlogCreateView</a:t>
            </a:r>
            <a:r>
              <a:rPr lang="en-US" sz="2400" dirty="0"/>
              <a:t>, that extends </a:t>
            </a:r>
            <a:r>
              <a:rPr lang="en-US" sz="2400" b="1" dirty="0" err="1"/>
              <a:t>CreateView</a:t>
            </a:r>
            <a:r>
              <a:rPr lang="en-US" sz="2400" dirty="0"/>
              <a:t>, specifying the model, </a:t>
            </a:r>
            <a:r>
              <a:rPr lang="en-US" sz="2400" b="1" dirty="0"/>
              <a:t>Post</a:t>
            </a:r>
            <a:r>
              <a:rPr lang="en-US" sz="2400" dirty="0"/>
              <a:t>, the template name, </a:t>
            </a:r>
            <a:r>
              <a:rPr lang="en-US" sz="2400" b="1" dirty="0"/>
              <a:t>post_new.html</a:t>
            </a:r>
            <a:r>
              <a:rPr lang="en-US" sz="2400" dirty="0"/>
              <a:t>, and the </a:t>
            </a:r>
            <a:r>
              <a:rPr lang="en-US" sz="2400" b="1" dirty="0"/>
              <a:t>database fields we want visible on the form</a:t>
            </a:r>
            <a:r>
              <a:rPr lang="en-US" sz="2400" dirty="0"/>
              <a:t>, which are title, author, and body. That’s it! The function-based version of this view is much, much longer.</a:t>
            </a:r>
          </a:p>
        </p:txBody>
      </p:sp>
    </p:spTree>
    <p:extLst>
      <p:ext uri="{BB962C8B-B14F-4D97-AF65-F5344CB8AC3E}">
        <p14:creationId xmlns:p14="http://schemas.microsoft.com/office/powerpoint/2010/main" val="1711860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0C2690-960F-B7A9-0EEF-ADCA17970A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989" t="40642" r="26901" b="23167"/>
          <a:stretch/>
        </p:blipFill>
        <p:spPr>
          <a:xfrm>
            <a:off x="1101116" y="1606550"/>
            <a:ext cx="8906484" cy="3644900"/>
          </a:xfrm>
        </p:spPr>
      </p:pic>
    </p:spTree>
    <p:extLst>
      <p:ext uri="{BB962C8B-B14F-4D97-AF65-F5344CB8AC3E}">
        <p14:creationId xmlns:p14="http://schemas.microsoft.com/office/powerpoint/2010/main" val="952779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090FA4-5D6E-21BC-AA00-02C0374468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627" t="54119" r="44524" b="12951"/>
          <a:stretch/>
        </p:blipFill>
        <p:spPr>
          <a:xfrm>
            <a:off x="206607" y="398935"/>
            <a:ext cx="5438141" cy="311277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F693E0-A81B-4F42-6A5B-A1FAEEA5A341}"/>
              </a:ext>
            </a:extLst>
          </p:cNvPr>
          <p:cNvSpPr txBox="1"/>
          <p:nvPr/>
        </p:nvSpPr>
        <p:spPr>
          <a:xfrm>
            <a:off x="6547254" y="786624"/>
            <a:ext cx="384562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Let’s break down what we’ve done:</a:t>
            </a:r>
          </a:p>
          <a:p>
            <a:r>
              <a:rPr lang="en-US" dirty="0"/>
              <a:t>• on the top line, we extended our base template.</a:t>
            </a:r>
          </a:p>
          <a:p>
            <a:r>
              <a:rPr lang="en-US" dirty="0"/>
              <a:t>• </a:t>
            </a:r>
            <a:r>
              <a:rPr lang="en-US" b="1" dirty="0"/>
              <a:t>use HTML &lt;form&gt; tags with the POST method </a:t>
            </a:r>
            <a:r>
              <a:rPr lang="en-US" dirty="0"/>
              <a:t>since we’re sending data. If we were receiving data from a form, for example, in a search box, we would use GET.</a:t>
            </a:r>
          </a:p>
          <a:p>
            <a:r>
              <a:rPr lang="en-US" dirty="0"/>
              <a:t>• add a </a:t>
            </a:r>
            <a:r>
              <a:rPr lang="en-US" b="1" dirty="0"/>
              <a:t>{% </a:t>
            </a:r>
            <a:r>
              <a:rPr lang="en-US" b="1" dirty="0" err="1"/>
              <a:t>csrf_token</a:t>
            </a:r>
            <a:r>
              <a:rPr lang="en-US" b="1" dirty="0"/>
              <a:t> %} </a:t>
            </a:r>
            <a:r>
              <a:rPr lang="en-US" dirty="0"/>
              <a:t>which Django provides to protect our form from cross-site request forgery. You should use it for all your Django forms.</a:t>
            </a:r>
          </a:p>
          <a:p>
            <a:r>
              <a:rPr lang="en-US" dirty="0"/>
              <a:t>• then, </a:t>
            </a:r>
            <a:r>
              <a:rPr lang="en-US" b="1" dirty="0"/>
              <a:t>to output our form data use {{ form }}</a:t>
            </a:r>
            <a:r>
              <a:rPr lang="en-US" dirty="0"/>
              <a:t> to render the specified fields.</a:t>
            </a:r>
          </a:p>
          <a:p>
            <a:r>
              <a:rPr lang="en-US" dirty="0"/>
              <a:t>• finally, specify an </a:t>
            </a:r>
            <a:r>
              <a:rPr lang="en-US" b="1" dirty="0"/>
              <a:t>input type of submit </a:t>
            </a:r>
            <a:r>
              <a:rPr lang="en-US" dirty="0"/>
              <a:t>and assign the value “Save”.</a:t>
            </a:r>
          </a:p>
        </p:txBody>
      </p:sp>
    </p:spTree>
    <p:extLst>
      <p:ext uri="{BB962C8B-B14F-4D97-AF65-F5344CB8AC3E}">
        <p14:creationId xmlns:p14="http://schemas.microsoft.com/office/powerpoint/2010/main" val="2300963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B719B6-A88F-2C1E-E451-EF152EFAA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081" t="20504" r="18898" b="16162"/>
          <a:stretch/>
        </p:blipFill>
        <p:spPr>
          <a:xfrm>
            <a:off x="1277260" y="419101"/>
            <a:ext cx="9390740" cy="5975928"/>
          </a:xfrm>
        </p:spPr>
      </p:pic>
    </p:spTree>
    <p:extLst>
      <p:ext uri="{BB962C8B-B14F-4D97-AF65-F5344CB8AC3E}">
        <p14:creationId xmlns:p14="http://schemas.microsoft.com/office/powerpoint/2010/main" val="3593725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C1A369-AB98-5AC1-5129-E1E2D2865F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990" t="36848" r="16898" b="26086"/>
          <a:stretch/>
        </p:blipFill>
        <p:spPr>
          <a:xfrm>
            <a:off x="673903" y="1676400"/>
            <a:ext cx="10895797" cy="3987801"/>
          </a:xfrm>
        </p:spPr>
      </p:pic>
    </p:spTree>
    <p:extLst>
      <p:ext uri="{BB962C8B-B14F-4D97-AF65-F5344CB8AC3E}">
        <p14:creationId xmlns:p14="http://schemas.microsoft.com/office/powerpoint/2010/main" val="3366852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52F1F8-5EF7-1AC8-C318-00011243B1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715" t="19628" r="33085" b="-183"/>
          <a:stretch/>
        </p:blipFill>
        <p:spPr>
          <a:xfrm>
            <a:off x="2463802" y="241301"/>
            <a:ext cx="6045198" cy="6045200"/>
          </a:xfrm>
        </p:spPr>
      </p:pic>
    </p:spTree>
    <p:extLst>
      <p:ext uri="{BB962C8B-B14F-4D97-AF65-F5344CB8AC3E}">
        <p14:creationId xmlns:p14="http://schemas.microsoft.com/office/powerpoint/2010/main" val="2275266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6E67F7-5F8F-3F3B-B828-0D6C79C64A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444" t="36847" r="20171" b="16162"/>
          <a:stretch/>
        </p:blipFill>
        <p:spPr>
          <a:xfrm>
            <a:off x="1155783" y="1282700"/>
            <a:ext cx="8851817" cy="4292600"/>
          </a:xfrm>
        </p:spPr>
      </p:pic>
    </p:spTree>
    <p:extLst>
      <p:ext uri="{BB962C8B-B14F-4D97-AF65-F5344CB8AC3E}">
        <p14:creationId xmlns:p14="http://schemas.microsoft.com/office/powerpoint/2010/main" val="1619228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57719-E1B7-99B6-E154-542C2DF1E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we were to create this functionality using </a:t>
            </a:r>
            <a:r>
              <a:rPr lang="en-US" b="1" dirty="0"/>
              <a:t>function-based views</a:t>
            </a:r>
            <a:r>
              <a:rPr lang="en-US" dirty="0"/>
              <a:t>, we’d need a dedicated </a:t>
            </a:r>
            <a:r>
              <a:rPr lang="en-US" b="1" dirty="0"/>
              <a:t>blog/forms.py </a:t>
            </a:r>
            <a:r>
              <a:rPr lang="en-US" dirty="0"/>
              <a:t>file and a </a:t>
            </a:r>
            <a:r>
              <a:rPr lang="en-US" b="1" dirty="0"/>
              <a:t>much longer view </a:t>
            </a:r>
            <a:r>
              <a:rPr lang="en-US" dirty="0"/>
              <a:t>explaining how to </a:t>
            </a:r>
            <a:r>
              <a:rPr lang="en-US" b="1" dirty="0"/>
              <a:t>handle the form, validate the data, and save it to the database</a:t>
            </a:r>
            <a:r>
              <a:rPr lang="en-US" dirty="0"/>
              <a:t>. By using </a:t>
            </a:r>
            <a:r>
              <a:rPr lang="en-US" dirty="0" err="1"/>
              <a:t>CreateView</a:t>
            </a:r>
            <a:r>
              <a:rPr lang="en-US" dirty="0"/>
              <a:t> instead, we rely on </a:t>
            </a:r>
            <a:r>
              <a:rPr lang="en-US" b="1" dirty="0"/>
              <a:t>built-in code to handle all these issues.</a:t>
            </a:r>
          </a:p>
        </p:txBody>
      </p:sp>
    </p:spTree>
    <p:extLst>
      <p:ext uri="{BB962C8B-B14F-4D97-AF65-F5344CB8AC3E}">
        <p14:creationId xmlns:p14="http://schemas.microsoft.com/office/powerpoint/2010/main" val="22896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DF6925-57B3-BE2B-088C-25048AEF9A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080" t="14082" r="28720" b="13243"/>
          <a:stretch/>
        </p:blipFill>
        <p:spPr>
          <a:xfrm>
            <a:off x="1625600" y="433037"/>
            <a:ext cx="7493000" cy="650089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AE0444-CA26-6582-5114-2212546B1366}"/>
              </a:ext>
            </a:extLst>
          </p:cNvPr>
          <p:cNvSpPr txBox="1"/>
          <p:nvPr/>
        </p:nvSpPr>
        <p:spPr>
          <a:xfrm>
            <a:off x="8224644" y="2119805"/>
            <a:ext cx="23417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Notice that we are not including “author” in the fields because we assume that the author of a post will not change during editing. We only want the title and body text to be available to update</a:t>
            </a:r>
          </a:p>
        </p:txBody>
      </p:sp>
    </p:spTree>
    <p:extLst>
      <p:ext uri="{BB962C8B-B14F-4D97-AF65-F5344CB8AC3E}">
        <p14:creationId xmlns:p14="http://schemas.microsoft.com/office/powerpoint/2010/main" val="430623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7F42FF-6C03-DC5F-3DB3-D1D13B6178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34" t="22764" r="21493" b="30731"/>
          <a:stretch/>
        </p:blipFill>
        <p:spPr>
          <a:xfrm>
            <a:off x="729263" y="791737"/>
            <a:ext cx="10733474" cy="527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355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E0AA3C-B5DD-6F2A-37FC-A229174110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8353" t="36848" r="19626" b="14656"/>
          <a:stretch/>
        </p:blipFill>
        <p:spPr>
          <a:xfrm>
            <a:off x="556757" y="660400"/>
            <a:ext cx="11363609" cy="5537199"/>
          </a:xfrm>
        </p:spPr>
      </p:pic>
    </p:spTree>
    <p:extLst>
      <p:ext uri="{BB962C8B-B14F-4D97-AF65-F5344CB8AC3E}">
        <p14:creationId xmlns:p14="http://schemas.microsoft.com/office/powerpoint/2010/main" val="2417917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97046E-E2CB-0F6D-403A-86760A5918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899" t="36848" r="31630" b="21415"/>
          <a:stretch/>
        </p:blipFill>
        <p:spPr>
          <a:xfrm>
            <a:off x="1233769" y="993775"/>
            <a:ext cx="9264068" cy="4870450"/>
          </a:xfrm>
        </p:spPr>
      </p:pic>
    </p:spTree>
    <p:extLst>
      <p:ext uri="{BB962C8B-B14F-4D97-AF65-F5344CB8AC3E}">
        <p14:creationId xmlns:p14="http://schemas.microsoft.com/office/powerpoint/2010/main" val="3284242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B0607-BCE1-3F37-FBBB-6AC87BC58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DeleteView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8384E5-D1E2-7E69-D653-2992259D95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808" t="40350" r="21809" b="19665"/>
          <a:stretch/>
        </p:blipFill>
        <p:spPr>
          <a:xfrm>
            <a:off x="145707" y="1295304"/>
            <a:ext cx="10678100" cy="455732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C1E4AE-4338-2574-1CA1-365420E18AD1}"/>
              </a:ext>
            </a:extLst>
          </p:cNvPr>
          <p:cNvSpPr txBox="1"/>
          <p:nvPr/>
        </p:nvSpPr>
        <p:spPr>
          <a:xfrm>
            <a:off x="5484757" y="3164681"/>
            <a:ext cx="609414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DeleteView</a:t>
            </a:r>
            <a:r>
              <a:rPr lang="en-US" dirty="0"/>
              <a:t> requires a model, template name, and success URL. We have supplied all three here. Remember, after a blog post is deleted, we have to redirect the user somewhere. In this case, that is our homepage at the URL name of “home”. </a:t>
            </a:r>
          </a:p>
          <a:p>
            <a:endParaRPr lang="en-US" dirty="0"/>
          </a:p>
          <a:p>
            <a:r>
              <a:rPr lang="en-US" dirty="0"/>
              <a:t>You may have noticed that both </a:t>
            </a:r>
            <a:r>
              <a:rPr lang="en-US" dirty="0" err="1"/>
              <a:t>CreateView</a:t>
            </a:r>
            <a:r>
              <a:rPr lang="en-US" dirty="0"/>
              <a:t> and </a:t>
            </a:r>
            <a:r>
              <a:rPr lang="en-US" dirty="0" err="1"/>
              <a:t>UpdateView</a:t>
            </a:r>
            <a:r>
              <a:rPr lang="en-US" dirty="0"/>
              <a:t> also have redirects yet we did not have to specify a </a:t>
            </a:r>
            <a:r>
              <a:rPr lang="en-US" dirty="0" err="1"/>
              <a:t>success_url</a:t>
            </a:r>
            <a:r>
              <a:rPr lang="en-US" dirty="0"/>
              <a:t>. Why is this? If available, Django, by default, will use the </a:t>
            </a:r>
            <a:r>
              <a:rPr lang="en-US" dirty="0" err="1"/>
              <a:t>get_absolute_url</a:t>
            </a:r>
            <a:r>
              <a:rPr lang="en-US" dirty="0"/>
              <a:t>() on the model object, a handy feature, but you would only know about it from reading a book like this or deeply reading the docs.</a:t>
            </a:r>
          </a:p>
        </p:txBody>
      </p:sp>
    </p:spTree>
    <p:extLst>
      <p:ext uri="{BB962C8B-B14F-4D97-AF65-F5344CB8AC3E}">
        <p14:creationId xmlns:p14="http://schemas.microsoft.com/office/powerpoint/2010/main" val="2816223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3FF2F7-D23C-FDBD-C365-7EF16D60E3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188" t="17778" r="24150" b="26481"/>
          <a:stretch/>
        </p:blipFill>
        <p:spPr>
          <a:xfrm>
            <a:off x="774699" y="838200"/>
            <a:ext cx="9309101" cy="57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6788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590A79-E8A2-BAC0-92D5-833BED5A99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716" t="40350" r="30357" b="23751"/>
          <a:stretch/>
        </p:blipFill>
        <p:spPr>
          <a:xfrm>
            <a:off x="976977" y="1428750"/>
            <a:ext cx="9106823" cy="4000500"/>
          </a:xfrm>
        </p:spPr>
      </p:pic>
    </p:spTree>
    <p:extLst>
      <p:ext uri="{BB962C8B-B14F-4D97-AF65-F5344CB8AC3E}">
        <p14:creationId xmlns:p14="http://schemas.microsoft.com/office/powerpoint/2010/main" val="242814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8D08DA-4929-3EEE-56ED-0600AD0BC3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899" t="34221" r="25628" b="20248"/>
          <a:stretch/>
        </p:blipFill>
        <p:spPr>
          <a:xfrm>
            <a:off x="292100" y="602062"/>
            <a:ext cx="10617200" cy="5430439"/>
          </a:xfrm>
        </p:spPr>
      </p:pic>
    </p:spTree>
    <p:extLst>
      <p:ext uri="{BB962C8B-B14F-4D97-AF65-F5344CB8AC3E}">
        <p14:creationId xmlns:p14="http://schemas.microsoft.com/office/powerpoint/2010/main" val="39897016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678654-CBCF-0537-4CA1-DF8AD4132F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0172" t="30719" r="21444" b="29588"/>
          <a:stretch/>
        </p:blipFill>
        <p:spPr>
          <a:xfrm>
            <a:off x="1391214" y="1333500"/>
            <a:ext cx="9772086" cy="4140201"/>
          </a:xfrm>
        </p:spPr>
      </p:pic>
    </p:spTree>
    <p:extLst>
      <p:ext uri="{BB962C8B-B14F-4D97-AF65-F5344CB8AC3E}">
        <p14:creationId xmlns:p14="http://schemas.microsoft.com/office/powerpoint/2010/main" val="2281853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42F208-8C9F-A2D0-5E71-ACBFC88A16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444" t="26632" r="21626" b="37760"/>
          <a:stretch/>
        </p:blipFill>
        <p:spPr>
          <a:xfrm>
            <a:off x="1261886" y="1549401"/>
            <a:ext cx="9342614" cy="3517900"/>
          </a:xfrm>
        </p:spPr>
      </p:pic>
    </p:spTree>
    <p:extLst>
      <p:ext uri="{BB962C8B-B14F-4D97-AF65-F5344CB8AC3E}">
        <p14:creationId xmlns:p14="http://schemas.microsoft.com/office/powerpoint/2010/main" val="108043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E5C2EF-1BE0-3C20-2BC8-FBA5F56DC0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534" t="24006" r="21264" b="37468"/>
          <a:stretch/>
        </p:blipFill>
        <p:spPr>
          <a:xfrm>
            <a:off x="662234" y="1701801"/>
            <a:ext cx="9904166" cy="3949700"/>
          </a:xfrm>
        </p:spPr>
      </p:pic>
    </p:spTree>
    <p:extLst>
      <p:ext uri="{BB962C8B-B14F-4D97-AF65-F5344CB8AC3E}">
        <p14:creationId xmlns:p14="http://schemas.microsoft.com/office/powerpoint/2010/main" val="13277762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0E6D6-0E96-9B9E-4A50-6455A5DD3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5259"/>
            <a:ext cx="10515600" cy="56417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Fortunately, Django has a powerful, battle-tested, built-in</a:t>
            </a:r>
            <a:r>
              <a:rPr lang="en-US" b="1" dirty="0"/>
              <a:t> user authentication system </a:t>
            </a:r>
            <a:r>
              <a:rPr lang="en-US" dirty="0"/>
              <a:t>that we can use and customize as needed. </a:t>
            </a:r>
          </a:p>
          <a:p>
            <a:pPr marL="0" indent="0">
              <a:buNone/>
            </a:pPr>
            <a:r>
              <a:rPr lang="en-US" dirty="0"/>
              <a:t>Whenever you create a new project, by default, Django installs the </a:t>
            </a:r>
            <a:r>
              <a:rPr lang="en-US" b="1" dirty="0"/>
              <a:t>auth</a:t>
            </a:r>
            <a:r>
              <a:rPr lang="en-US" dirty="0"/>
              <a:t> app, which provides us with a </a:t>
            </a:r>
            <a:r>
              <a:rPr lang="en-US" b="1" dirty="0"/>
              <a:t>User </a:t>
            </a:r>
            <a:r>
              <a:rPr lang="en-US" dirty="0"/>
              <a:t>object</a:t>
            </a:r>
            <a:r>
              <a:rPr lang="en-US" b="1" dirty="0"/>
              <a:t> </a:t>
            </a:r>
            <a:r>
              <a:rPr lang="en-US" dirty="0"/>
              <a:t>containing: </a:t>
            </a:r>
          </a:p>
          <a:p>
            <a:pPr marL="0" indent="0">
              <a:buNone/>
            </a:pPr>
            <a:r>
              <a:rPr lang="en-US" dirty="0"/>
              <a:t>• username </a:t>
            </a:r>
          </a:p>
          <a:p>
            <a:pPr marL="0" indent="0">
              <a:buNone/>
            </a:pPr>
            <a:r>
              <a:rPr lang="en-US" dirty="0"/>
              <a:t>• password </a:t>
            </a:r>
          </a:p>
          <a:p>
            <a:pPr marL="0" indent="0">
              <a:buNone/>
            </a:pPr>
            <a:r>
              <a:rPr lang="en-US" dirty="0"/>
              <a:t>• email 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first_name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last_name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will use this User object to implement login, logout, and signup in our blog application.</a:t>
            </a:r>
          </a:p>
        </p:txBody>
      </p:sp>
    </p:spTree>
    <p:extLst>
      <p:ext uri="{BB962C8B-B14F-4D97-AF65-F5344CB8AC3E}">
        <p14:creationId xmlns:p14="http://schemas.microsoft.com/office/powerpoint/2010/main" val="1079911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DCC3B-720F-1F77-56FF-3BA7AC88F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Django provides us with a default view for a login page via </a:t>
            </a:r>
            <a:r>
              <a:rPr lang="en-US" dirty="0" err="1"/>
              <a:t>LoginView</a:t>
            </a:r>
            <a:r>
              <a:rPr lang="en-US" dirty="0"/>
              <a:t>. All we need to add is a URL pattern for the auth system, a login template, and a minor update to our django_project/settings.py file.</a:t>
            </a:r>
          </a:p>
        </p:txBody>
      </p:sp>
    </p:spTree>
    <p:extLst>
      <p:ext uri="{BB962C8B-B14F-4D97-AF65-F5344CB8AC3E}">
        <p14:creationId xmlns:p14="http://schemas.microsoft.com/office/powerpoint/2010/main" val="24597673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1B5E85-2DFA-2F4C-E840-4A558C0707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444" t="61948" r="26720" b="7589"/>
          <a:stretch/>
        </p:blipFill>
        <p:spPr>
          <a:xfrm>
            <a:off x="989434" y="2817019"/>
            <a:ext cx="9665866" cy="340836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BC0181-1154-0E51-391F-A4B32EADF42F}"/>
              </a:ext>
            </a:extLst>
          </p:cNvPr>
          <p:cNvSpPr txBox="1"/>
          <p:nvPr/>
        </p:nvSpPr>
        <p:spPr>
          <a:xfrm>
            <a:off x="1944029" y="1049325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First, update the django_project/urls.py file. We’ll place our login and logout pages at the accounts/ URL: a one-line addition to the next-to-last line.</a:t>
            </a:r>
          </a:p>
        </p:txBody>
      </p:sp>
    </p:spTree>
    <p:extLst>
      <p:ext uri="{BB962C8B-B14F-4D97-AF65-F5344CB8AC3E}">
        <p14:creationId xmlns:p14="http://schemas.microsoft.com/office/powerpoint/2010/main" val="14762712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39EAB-2853-675C-CD13-7C900C9EB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 the </a:t>
            </a:r>
            <a:r>
              <a:rPr lang="en-US" dirty="0" err="1"/>
              <a:t>LoginView</a:t>
            </a:r>
            <a:r>
              <a:rPr lang="en-US" dirty="0"/>
              <a:t> documentation notes, by default, Django will look within a templates directory called registration for a file called login.html for a login form. So we need to create a new directory within templates called registration.</a:t>
            </a:r>
          </a:p>
        </p:txBody>
      </p:sp>
    </p:spTree>
    <p:extLst>
      <p:ext uri="{BB962C8B-B14F-4D97-AF65-F5344CB8AC3E}">
        <p14:creationId xmlns:p14="http://schemas.microsoft.com/office/powerpoint/2010/main" val="39499487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ECB2B5-AE12-AE4B-37EF-0B7442B36B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899" t="53776" r="41997" b="11784"/>
          <a:stretch/>
        </p:blipFill>
        <p:spPr>
          <a:xfrm>
            <a:off x="1489238" y="1026573"/>
            <a:ext cx="9213524" cy="5056728"/>
          </a:xfrm>
        </p:spPr>
      </p:pic>
    </p:spTree>
    <p:extLst>
      <p:ext uri="{BB962C8B-B14F-4D97-AF65-F5344CB8AC3E}">
        <p14:creationId xmlns:p14="http://schemas.microsoft.com/office/powerpoint/2010/main" val="18479515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ADD374-3C0C-70E6-1894-C6D06885CD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717" t="27216" r="19808" b="45933"/>
          <a:stretch/>
        </p:blipFill>
        <p:spPr>
          <a:xfrm>
            <a:off x="520985" y="1511301"/>
            <a:ext cx="10591515" cy="2882900"/>
          </a:xfrm>
        </p:spPr>
      </p:pic>
    </p:spTree>
    <p:extLst>
      <p:ext uri="{BB962C8B-B14F-4D97-AF65-F5344CB8AC3E}">
        <p14:creationId xmlns:p14="http://schemas.microsoft.com/office/powerpoint/2010/main" val="34541095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3D752C0-4C56-72EC-05CC-AACB963BCA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080" t="32178" r="20535" b="16746"/>
          <a:stretch/>
        </p:blipFill>
        <p:spPr>
          <a:xfrm>
            <a:off x="723901" y="673100"/>
            <a:ext cx="9954400" cy="5247051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B3BD69-27E5-9C44-1478-D8A0B3C80474}"/>
              </a:ext>
            </a:extLst>
          </p:cNvPr>
          <p:cNvSpPr txBox="1"/>
          <p:nvPr/>
        </p:nvSpPr>
        <p:spPr>
          <a:xfrm>
            <a:off x="5133278" y="483605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Upon entering the login info for our superuser account, we are redirected to the homepage. Notice that we didn’t add any view logic or create a database model because the Django auth system automatically provided both for us. Thanks, Django</a:t>
            </a:r>
          </a:p>
        </p:txBody>
      </p:sp>
    </p:spTree>
    <p:extLst>
      <p:ext uri="{BB962C8B-B14F-4D97-AF65-F5344CB8AC3E}">
        <p14:creationId xmlns:p14="http://schemas.microsoft.com/office/powerpoint/2010/main" val="1495852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F848DC9-FBF7-A892-1D57-FFAD4048C5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898" t="14958" r="27810" b="10033"/>
          <a:stretch/>
        </p:blipFill>
        <p:spPr>
          <a:xfrm>
            <a:off x="1155700" y="215021"/>
            <a:ext cx="7645400" cy="6463383"/>
          </a:xfrm>
        </p:spPr>
      </p:pic>
    </p:spTree>
    <p:extLst>
      <p:ext uri="{BB962C8B-B14F-4D97-AF65-F5344CB8AC3E}">
        <p14:creationId xmlns:p14="http://schemas.microsoft.com/office/powerpoint/2010/main" val="24834662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66834B0-3732-7CD0-11F8-D708460C9B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262" t="23422" r="19990" b="31923"/>
          <a:stretch/>
        </p:blipFill>
        <p:spPr>
          <a:xfrm>
            <a:off x="1028700" y="996949"/>
            <a:ext cx="10618358" cy="4864101"/>
          </a:xfrm>
        </p:spPr>
      </p:pic>
    </p:spTree>
    <p:extLst>
      <p:ext uri="{BB962C8B-B14F-4D97-AF65-F5344CB8AC3E}">
        <p14:creationId xmlns:p14="http://schemas.microsoft.com/office/powerpoint/2010/main" val="41960240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D9897-D0A9-2AA0-FB2A-FA419DD7F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Logout</a:t>
            </a:r>
          </a:p>
          <a:p>
            <a:r>
              <a:rPr lang="en-US" dirty="0" err="1"/>
              <a:t>SignUp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807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887</Words>
  <Application>Microsoft Office PowerPoint</Application>
  <PresentationFormat>Widescreen</PresentationFormat>
  <Paragraphs>39</Paragraphs>
  <Slides>37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Office Theme</vt:lpstr>
      <vt:lpstr>Chapter 7:  Forms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DeleteView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Forms</dc:title>
  <dc:creator>Duce, Patricia</dc:creator>
  <cp:lastModifiedBy>Duce, Patricia</cp:lastModifiedBy>
  <cp:revision>1</cp:revision>
  <dcterms:created xsi:type="dcterms:W3CDTF">2024-10-07T17:46:14Z</dcterms:created>
  <dcterms:modified xsi:type="dcterms:W3CDTF">2024-10-08T02:55:13Z</dcterms:modified>
</cp:coreProperties>
</file>