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6C88F495-12BD-444F-8390-2CE107FF1567}"/>
    <pc:docChg chg="undo custSel addSld modSld">
      <pc:chgData name="Duce, Patricia" userId="63213659-433f-4003-8b64-f125efbf754c" providerId="ADAL" clId="{6C88F495-12BD-444F-8390-2CE107FF1567}" dt="2024-09-26T03:32:57.222" v="387" actId="1076"/>
      <pc:docMkLst>
        <pc:docMk/>
      </pc:docMkLst>
      <pc:sldChg chg="delSp modSp new mod">
        <pc:chgData name="Duce, Patricia" userId="63213659-433f-4003-8b64-f125efbf754c" providerId="ADAL" clId="{6C88F495-12BD-444F-8390-2CE107FF1567}" dt="2024-09-26T00:50:14.136" v="14" actId="478"/>
        <pc:sldMkLst>
          <pc:docMk/>
          <pc:sldMk cId="944285627" sldId="256"/>
        </pc:sldMkLst>
        <pc:spChg chg="mod">
          <ac:chgData name="Duce, Patricia" userId="63213659-433f-4003-8b64-f125efbf754c" providerId="ADAL" clId="{6C88F495-12BD-444F-8390-2CE107FF1567}" dt="2024-09-26T00:50:09.916" v="13" actId="20577"/>
          <ac:spMkLst>
            <pc:docMk/>
            <pc:sldMk cId="944285627" sldId="256"/>
            <ac:spMk id="2" creationId="{A1D8CA7A-CC26-0210-3960-E7FFA12B6BE6}"/>
          </ac:spMkLst>
        </pc:spChg>
        <pc:spChg chg="del">
          <ac:chgData name="Duce, Patricia" userId="63213659-433f-4003-8b64-f125efbf754c" providerId="ADAL" clId="{6C88F495-12BD-444F-8390-2CE107FF1567}" dt="2024-09-26T00:50:14.136" v="14" actId="478"/>
          <ac:spMkLst>
            <pc:docMk/>
            <pc:sldMk cId="944285627" sldId="256"/>
            <ac:spMk id="3" creationId="{89C07C5F-C5F5-8004-E0E7-5DDB71888DBC}"/>
          </ac:spMkLst>
        </pc:spChg>
      </pc:sldChg>
      <pc:sldChg chg="addSp delSp modSp new mod">
        <pc:chgData name="Duce, Patricia" userId="63213659-433f-4003-8b64-f125efbf754c" providerId="ADAL" clId="{6C88F495-12BD-444F-8390-2CE107FF1567}" dt="2024-09-26T00:50:54.601" v="22" actId="1076"/>
        <pc:sldMkLst>
          <pc:docMk/>
          <pc:sldMk cId="3119606943" sldId="257"/>
        </pc:sldMkLst>
        <pc:spChg chg="del">
          <ac:chgData name="Duce, Patricia" userId="63213659-433f-4003-8b64-f125efbf754c" providerId="ADAL" clId="{6C88F495-12BD-444F-8390-2CE107FF1567}" dt="2024-09-26T00:50:23.325" v="17" actId="478"/>
          <ac:spMkLst>
            <pc:docMk/>
            <pc:sldMk cId="3119606943" sldId="257"/>
            <ac:spMk id="2" creationId="{1C2CE489-69D5-A77A-69B5-B05BE7CFAFAF}"/>
          </ac:spMkLst>
        </pc:spChg>
        <pc:spChg chg="del">
          <ac:chgData name="Duce, Patricia" userId="63213659-433f-4003-8b64-f125efbf754c" providerId="ADAL" clId="{6C88F495-12BD-444F-8390-2CE107FF1567}" dt="2024-09-26T00:50:19.837" v="16" actId="22"/>
          <ac:spMkLst>
            <pc:docMk/>
            <pc:sldMk cId="3119606943" sldId="257"/>
            <ac:spMk id="3" creationId="{6EE8C92E-F45A-6AB8-568D-F79FD9C2177C}"/>
          </ac:spMkLst>
        </pc:spChg>
        <pc:picChg chg="add mod ord modCrop">
          <ac:chgData name="Duce, Patricia" userId="63213659-433f-4003-8b64-f125efbf754c" providerId="ADAL" clId="{6C88F495-12BD-444F-8390-2CE107FF1567}" dt="2024-09-26T00:50:54.601" v="22" actId="1076"/>
          <ac:picMkLst>
            <pc:docMk/>
            <pc:sldMk cId="3119606943" sldId="257"/>
            <ac:picMk id="5" creationId="{89D48809-D7E4-769E-CE12-641D95894444}"/>
          </ac:picMkLst>
        </pc:picChg>
      </pc:sldChg>
      <pc:sldChg chg="delSp modSp new mod">
        <pc:chgData name="Duce, Patricia" userId="63213659-433f-4003-8b64-f125efbf754c" providerId="ADAL" clId="{6C88F495-12BD-444F-8390-2CE107FF1567}" dt="2024-09-26T00:56:52.007" v="50" actId="113"/>
        <pc:sldMkLst>
          <pc:docMk/>
          <pc:sldMk cId="1236303664" sldId="258"/>
        </pc:sldMkLst>
        <pc:spChg chg="del">
          <ac:chgData name="Duce, Patricia" userId="63213659-433f-4003-8b64-f125efbf754c" providerId="ADAL" clId="{6C88F495-12BD-444F-8390-2CE107FF1567}" dt="2024-09-26T00:52:32.339" v="29" actId="478"/>
          <ac:spMkLst>
            <pc:docMk/>
            <pc:sldMk cId="1236303664" sldId="258"/>
            <ac:spMk id="2" creationId="{ED188C91-A778-3B71-81BB-3894D45C45E6}"/>
          </ac:spMkLst>
        </pc:spChg>
        <pc:spChg chg="mod">
          <ac:chgData name="Duce, Patricia" userId="63213659-433f-4003-8b64-f125efbf754c" providerId="ADAL" clId="{6C88F495-12BD-444F-8390-2CE107FF1567}" dt="2024-09-26T00:56:52.007" v="50" actId="113"/>
          <ac:spMkLst>
            <pc:docMk/>
            <pc:sldMk cId="1236303664" sldId="258"/>
            <ac:spMk id="3" creationId="{80C5CCBD-1DB2-44D8-97BF-153BD9A3FFFE}"/>
          </ac:spMkLst>
        </pc:spChg>
      </pc:sldChg>
      <pc:sldChg chg="delSp modSp new mod">
        <pc:chgData name="Duce, Patricia" userId="63213659-433f-4003-8b64-f125efbf754c" providerId="ADAL" clId="{6C88F495-12BD-444F-8390-2CE107FF1567}" dt="2024-09-26T00:58:18.171" v="62" actId="20577"/>
        <pc:sldMkLst>
          <pc:docMk/>
          <pc:sldMk cId="2170698307" sldId="259"/>
        </pc:sldMkLst>
        <pc:spChg chg="del">
          <ac:chgData name="Duce, Patricia" userId="63213659-433f-4003-8b64-f125efbf754c" providerId="ADAL" clId="{6C88F495-12BD-444F-8390-2CE107FF1567}" dt="2024-09-26T00:57:56.854" v="54" actId="478"/>
          <ac:spMkLst>
            <pc:docMk/>
            <pc:sldMk cId="2170698307" sldId="259"/>
            <ac:spMk id="2" creationId="{5CA9F406-A2DE-D717-3383-6DD4A074D1A9}"/>
          </ac:spMkLst>
        </pc:spChg>
        <pc:spChg chg="mod">
          <ac:chgData name="Duce, Patricia" userId="63213659-433f-4003-8b64-f125efbf754c" providerId="ADAL" clId="{6C88F495-12BD-444F-8390-2CE107FF1567}" dt="2024-09-26T00:58:18.171" v="62" actId="20577"/>
          <ac:spMkLst>
            <pc:docMk/>
            <pc:sldMk cId="2170698307" sldId="259"/>
            <ac:spMk id="3" creationId="{BC812685-5C2E-A0AE-1AE4-53A21B8E87EE}"/>
          </ac:spMkLst>
        </pc:spChg>
      </pc:sldChg>
      <pc:sldChg chg="modSp new mod">
        <pc:chgData name="Duce, Patricia" userId="63213659-433f-4003-8b64-f125efbf754c" providerId="ADAL" clId="{6C88F495-12BD-444F-8390-2CE107FF1567}" dt="2024-09-26T01:00:56.732" v="100" actId="20577"/>
        <pc:sldMkLst>
          <pc:docMk/>
          <pc:sldMk cId="1703669923" sldId="260"/>
        </pc:sldMkLst>
        <pc:spChg chg="mod">
          <ac:chgData name="Duce, Patricia" userId="63213659-433f-4003-8b64-f125efbf754c" providerId="ADAL" clId="{6C88F495-12BD-444F-8390-2CE107FF1567}" dt="2024-09-26T00:59:51.483" v="66"/>
          <ac:spMkLst>
            <pc:docMk/>
            <pc:sldMk cId="1703669923" sldId="260"/>
            <ac:spMk id="2" creationId="{434E5BB5-7C3D-4CEB-D3CE-2F53761DB19C}"/>
          </ac:spMkLst>
        </pc:spChg>
        <pc:spChg chg="mod">
          <ac:chgData name="Duce, Patricia" userId="63213659-433f-4003-8b64-f125efbf754c" providerId="ADAL" clId="{6C88F495-12BD-444F-8390-2CE107FF1567}" dt="2024-09-26T01:00:56.732" v="100" actId="20577"/>
          <ac:spMkLst>
            <pc:docMk/>
            <pc:sldMk cId="1703669923" sldId="260"/>
            <ac:spMk id="3" creationId="{E4B56350-6AA1-C08F-9A54-E0B81E05D661}"/>
          </ac:spMkLst>
        </pc:spChg>
      </pc:sldChg>
      <pc:sldChg chg="addSp delSp modSp new mod">
        <pc:chgData name="Duce, Patricia" userId="63213659-433f-4003-8b64-f125efbf754c" providerId="ADAL" clId="{6C88F495-12BD-444F-8390-2CE107FF1567}" dt="2024-09-26T01:02:58.207" v="111" actId="14100"/>
        <pc:sldMkLst>
          <pc:docMk/>
          <pc:sldMk cId="1964622082" sldId="261"/>
        </pc:sldMkLst>
        <pc:spChg chg="mod">
          <ac:chgData name="Duce, Patricia" userId="63213659-433f-4003-8b64-f125efbf754c" providerId="ADAL" clId="{6C88F495-12BD-444F-8390-2CE107FF1567}" dt="2024-09-26T01:02:17.499" v="103" actId="27636"/>
          <ac:spMkLst>
            <pc:docMk/>
            <pc:sldMk cId="1964622082" sldId="261"/>
            <ac:spMk id="2" creationId="{3A643530-9F86-5A3E-FC4B-631F7FF68B09}"/>
          </ac:spMkLst>
        </pc:spChg>
        <pc:spChg chg="del">
          <ac:chgData name="Duce, Patricia" userId="63213659-433f-4003-8b64-f125efbf754c" providerId="ADAL" clId="{6C88F495-12BD-444F-8390-2CE107FF1567}" dt="2024-09-26T01:02:35.611" v="104" actId="22"/>
          <ac:spMkLst>
            <pc:docMk/>
            <pc:sldMk cId="1964622082" sldId="261"/>
            <ac:spMk id="3" creationId="{72667F75-6288-193C-2C81-2238AB7525DC}"/>
          </ac:spMkLst>
        </pc:spChg>
        <pc:picChg chg="add mod ord modCrop">
          <ac:chgData name="Duce, Patricia" userId="63213659-433f-4003-8b64-f125efbf754c" providerId="ADAL" clId="{6C88F495-12BD-444F-8390-2CE107FF1567}" dt="2024-09-26T01:02:58.207" v="111" actId="14100"/>
          <ac:picMkLst>
            <pc:docMk/>
            <pc:sldMk cId="1964622082" sldId="261"/>
            <ac:picMk id="5" creationId="{E8F5230E-4A6D-50F3-85C3-F296383BFEEB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05:01.472" v="120" actId="14100"/>
        <pc:sldMkLst>
          <pc:docMk/>
          <pc:sldMk cId="1154424461" sldId="262"/>
        </pc:sldMkLst>
        <pc:spChg chg="mod">
          <ac:chgData name="Duce, Patricia" userId="63213659-433f-4003-8b64-f125efbf754c" providerId="ADAL" clId="{6C88F495-12BD-444F-8390-2CE107FF1567}" dt="2024-09-26T01:04:29.448" v="114" actId="27636"/>
          <ac:spMkLst>
            <pc:docMk/>
            <pc:sldMk cId="1154424461" sldId="262"/>
            <ac:spMk id="2" creationId="{C48C3B2E-AC97-42A5-4960-1EA3C4410828}"/>
          </ac:spMkLst>
        </pc:spChg>
        <pc:spChg chg="del">
          <ac:chgData name="Duce, Patricia" userId="63213659-433f-4003-8b64-f125efbf754c" providerId="ADAL" clId="{6C88F495-12BD-444F-8390-2CE107FF1567}" dt="2024-09-26T01:04:44.794" v="115" actId="22"/>
          <ac:spMkLst>
            <pc:docMk/>
            <pc:sldMk cId="1154424461" sldId="262"/>
            <ac:spMk id="3" creationId="{D3E21F99-A194-CB56-5EF7-89E2FB11BB43}"/>
          </ac:spMkLst>
        </pc:spChg>
        <pc:picChg chg="add mod ord modCrop">
          <ac:chgData name="Duce, Patricia" userId="63213659-433f-4003-8b64-f125efbf754c" providerId="ADAL" clId="{6C88F495-12BD-444F-8390-2CE107FF1567}" dt="2024-09-26T01:05:01.472" v="120" actId="14100"/>
          <ac:picMkLst>
            <pc:docMk/>
            <pc:sldMk cId="1154424461" sldId="262"/>
            <ac:picMk id="5" creationId="{154ACCE9-19D0-44BD-0713-3D56B2F7EDE5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06:40.655" v="128" actId="1076"/>
        <pc:sldMkLst>
          <pc:docMk/>
          <pc:sldMk cId="238326859" sldId="263"/>
        </pc:sldMkLst>
        <pc:spChg chg="del">
          <ac:chgData name="Duce, Patricia" userId="63213659-433f-4003-8b64-f125efbf754c" providerId="ADAL" clId="{6C88F495-12BD-444F-8390-2CE107FF1567}" dt="2024-09-26T01:06:26.193" v="123" actId="478"/>
          <ac:spMkLst>
            <pc:docMk/>
            <pc:sldMk cId="238326859" sldId="263"/>
            <ac:spMk id="2" creationId="{3F291393-823F-CC31-D1CF-3AE6C0D7FD7A}"/>
          </ac:spMkLst>
        </pc:spChg>
        <pc:spChg chg="del">
          <ac:chgData name="Duce, Patricia" userId="63213659-433f-4003-8b64-f125efbf754c" providerId="ADAL" clId="{6C88F495-12BD-444F-8390-2CE107FF1567}" dt="2024-09-26T01:06:22.835" v="122" actId="22"/>
          <ac:spMkLst>
            <pc:docMk/>
            <pc:sldMk cId="238326859" sldId="263"/>
            <ac:spMk id="3" creationId="{3EDCEA7F-C386-A314-931B-925EC79C8EB7}"/>
          </ac:spMkLst>
        </pc:spChg>
        <pc:picChg chg="add mod ord modCrop">
          <ac:chgData name="Duce, Patricia" userId="63213659-433f-4003-8b64-f125efbf754c" providerId="ADAL" clId="{6C88F495-12BD-444F-8390-2CE107FF1567}" dt="2024-09-26T01:06:40.655" v="128" actId="1076"/>
          <ac:picMkLst>
            <pc:docMk/>
            <pc:sldMk cId="238326859" sldId="263"/>
            <ac:picMk id="5" creationId="{192BB469-6CE1-6018-F53A-ABAF85D95A6B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10:53.183" v="136" actId="1076"/>
        <pc:sldMkLst>
          <pc:docMk/>
          <pc:sldMk cId="1831328092" sldId="264"/>
        </pc:sldMkLst>
        <pc:spChg chg="del">
          <ac:chgData name="Duce, Patricia" userId="63213659-433f-4003-8b64-f125efbf754c" providerId="ADAL" clId="{6C88F495-12BD-444F-8390-2CE107FF1567}" dt="2024-09-26T01:10:48.282" v="133" actId="478"/>
          <ac:spMkLst>
            <pc:docMk/>
            <pc:sldMk cId="1831328092" sldId="264"/>
            <ac:spMk id="2" creationId="{79F34C36-86C0-ED98-12B5-E4CF6BF0150B}"/>
          </ac:spMkLst>
        </pc:spChg>
        <pc:spChg chg="del">
          <ac:chgData name="Duce, Patricia" userId="63213659-433f-4003-8b64-f125efbf754c" providerId="ADAL" clId="{6C88F495-12BD-444F-8390-2CE107FF1567}" dt="2024-09-26T01:10:38.251" v="130" actId="22"/>
          <ac:spMkLst>
            <pc:docMk/>
            <pc:sldMk cId="1831328092" sldId="264"/>
            <ac:spMk id="3" creationId="{023641FE-0652-EA56-815D-ACE5BDCAE4E1}"/>
          </ac:spMkLst>
        </pc:spChg>
        <pc:picChg chg="add mod ord modCrop">
          <ac:chgData name="Duce, Patricia" userId="63213659-433f-4003-8b64-f125efbf754c" providerId="ADAL" clId="{6C88F495-12BD-444F-8390-2CE107FF1567}" dt="2024-09-26T01:10:53.183" v="136" actId="1076"/>
          <ac:picMkLst>
            <pc:docMk/>
            <pc:sldMk cId="1831328092" sldId="264"/>
            <ac:picMk id="5" creationId="{AC566759-BB28-5F3A-6100-9C45FEF911C8}"/>
          </ac:picMkLst>
        </pc:picChg>
      </pc:sldChg>
      <pc:sldChg chg="modSp new mod">
        <pc:chgData name="Duce, Patricia" userId="63213659-433f-4003-8b64-f125efbf754c" providerId="ADAL" clId="{6C88F495-12BD-444F-8390-2CE107FF1567}" dt="2024-09-26T01:13:46.430" v="170" actId="20577"/>
        <pc:sldMkLst>
          <pc:docMk/>
          <pc:sldMk cId="3538845332" sldId="265"/>
        </pc:sldMkLst>
        <pc:spChg chg="mod">
          <ac:chgData name="Duce, Patricia" userId="63213659-433f-4003-8b64-f125efbf754c" providerId="ADAL" clId="{6C88F495-12BD-444F-8390-2CE107FF1567}" dt="2024-09-26T01:12:53.898" v="159" actId="20577"/>
          <ac:spMkLst>
            <pc:docMk/>
            <pc:sldMk cId="3538845332" sldId="265"/>
            <ac:spMk id="2" creationId="{B06DB0F8-A219-5C7D-80F8-7BA5C24102E7}"/>
          </ac:spMkLst>
        </pc:spChg>
        <pc:spChg chg="mod">
          <ac:chgData name="Duce, Patricia" userId="63213659-433f-4003-8b64-f125efbf754c" providerId="ADAL" clId="{6C88F495-12BD-444F-8390-2CE107FF1567}" dt="2024-09-26T01:13:46.430" v="170" actId="20577"/>
          <ac:spMkLst>
            <pc:docMk/>
            <pc:sldMk cId="3538845332" sldId="265"/>
            <ac:spMk id="3" creationId="{E3EFB267-1545-ED81-B238-8756ADA0BA1D}"/>
          </ac:spMkLst>
        </pc:spChg>
      </pc:sldChg>
      <pc:sldChg chg="addSp delSp modSp new mod">
        <pc:chgData name="Duce, Patricia" userId="63213659-433f-4003-8b64-f125efbf754c" providerId="ADAL" clId="{6C88F495-12BD-444F-8390-2CE107FF1567}" dt="2024-09-26T01:15:37.420" v="178" actId="1076"/>
        <pc:sldMkLst>
          <pc:docMk/>
          <pc:sldMk cId="4015460799" sldId="266"/>
        </pc:sldMkLst>
        <pc:spChg chg="del">
          <ac:chgData name="Duce, Patricia" userId="63213659-433f-4003-8b64-f125efbf754c" providerId="ADAL" clId="{6C88F495-12BD-444F-8390-2CE107FF1567}" dt="2024-09-26T01:15:22.015" v="173" actId="478"/>
          <ac:spMkLst>
            <pc:docMk/>
            <pc:sldMk cId="4015460799" sldId="266"/>
            <ac:spMk id="2" creationId="{01FC2A14-5640-0A29-5E6D-EE52CD22B500}"/>
          </ac:spMkLst>
        </pc:spChg>
        <pc:spChg chg="del">
          <ac:chgData name="Duce, Patricia" userId="63213659-433f-4003-8b64-f125efbf754c" providerId="ADAL" clId="{6C88F495-12BD-444F-8390-2CE107FF1567}" dt="2024-09-26T01:15:18.628" v="172" actId="22"/>
          <ac:spMkLst>
            <pc:docMk/>
            <pc:sldMk cId="4015460799" sldId="266"/>
            <ac:spMk id="3" creationId="{D56760A0-17C8-FA99-D1E5-798922245005}"/>
          </ac:spMkLst>
        </pc:spChg>
        <pc:picChg chg="add mod ord modCrop">
          <ac:chgData name="Duce, Patricia" userId="63213659-433f-4003-8b64-f125efbf754c" providerId="ADAL" clId="{6C88F495-12BD-444F-8390-2CE107FF1567}" dt="2024-09-26T01:15:37.420" v="178" actId="1076"/>
          <ac:picMkLst>
            <pc:docMk/>
            <pc:sldMk cId="4015460799" sldId="266"/>
            <ac:picMk id="5" creationId="{2BAB917F-645F-19C6-FBEC-1369763893E4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15:59.997" v="185" actId="1076"/>
        <pc:sldMkLst>
          <pc:docMk/>
          <pc:sldMk cId="1145678440" sldId="267"/>
        </pc:sldMkLst>
        <pc:spChg chg="del">
          <ac:chgData name="Duce, Patricia" userId="63213659-433f-4003-8b64-f125efbf754c" providerId="ADAL" clId="{6C88F495-12BD-444F-8390-2CE107FF1567}" dt="2024-09-26T01:15:44.629" v="181" actId="478"/>
          <ac:spMkLst>
            <pc:docMk/>
            <pc:sldMk cId="1145678440" sldId="267"/>
            <ac:spMk id="2" creationId="{A26F4192-CD92-CB36-01F8-25B8D66D4332}"/>
          </ac:spMkLst>
        </pc:spChg>
        <pc:spChg chg="del">
          <ac:chgData name="Duce, Patricia" userId="63213659-433f-4003-8b64-f125efbf754c" providerId="ADAL" clId="{6C88F495-12BD-444F-8390-2CE107FF1567}" dt="2024-09-26T01:15:42.701" v="180" actId="22"/>
          <ac:spMkLst>
            <pc:docMk/>
            <pc:sldMk cId="1145678440" sldId="267"/>
            <ac:spMk id="3" creationId="{35913DCD-B426-6182-45DD-5D25D4AFB7A7}"/>
          </ac:spMkLst>
        </pc:spChg>
        <pc:picChg chg="add mod ord modCrop">
          <ac:chgData name="Duce, Patricia" userId="63213659-433f-4003-8b64-f125efbf754c" providerId="ADAL" clId="{6C88F495-12BD-444F-8390-2CE107FF1567}" dt="2024-09-26T01:15:59.997" v="185" actId="1076"/>
          <ac:picMkLst>
            <pc:docMk/>
            <pc:sldMk cId="1145678440" sldId="267"/>
            <ac:picMk id="5" creationId="{7BD2866B-8CBB-857C-C192-989DA9CBEC8F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18:41.771" v="193" actId="1076"/>
        <pc:sldMkLst>
          <pc:docMk/>
          <pc:sldMk cId="242114310" sldId="268"/>
        </pc:sldMkLst>
        <pc:spChg chg="del">
          <ac:chgData name="Duce, Patricia" userId="63213659-433f-4003-8b64-f125efbf754c" providerId="ADAL" clId="{6C88F495-12BD-444F-8390-2CE107FF1567}" dt="2024-09-26T01:18:24.600" v="188" actId="478"/>
          <ac:spMkLst>
            <pc:docMk/>
            <pc:sldMk cId="242114310" sldId="268"/>
            <ac:spMk id="2" creationId="{3F2581A2-02DF-7144-08C4-357869C4C75B}"/>
          </ac:spMkLst>
        </pc:spChg>
        <pc:spChg chg="del">
          <ac:chgData name="Duce, Patricia" userId="63213659-433f-4003-8b64-f125efbf754c" providerId="ADAL" clId="{6C88F495-12BD-444F-8390-2CE107FF1567}" dt="2024-09-26T01:18:21.952" v="187" actId="22"/>
          <ac:spMkLst>
            <pc:docMk/>
            <pc:sldMk cId="242114310" sldId="268"/>
            <ac:spMk id="3" creationId="{8625B714-C8A3-34D6-6C5E-9EA6C0379E7E}"/>
          </ac:spMkLst>
        </pc:spChg>
        <pc:picChg chg="add mod ord modCrop">
          <ac:chgData name="Duce, Patricia" userId="63213659-433f-4003-8b64-f125efbf754c" providerId="ADAL" clId="{6C88F495-12BD-444F-8390-2CE107FF1567}" dt="2024-09-26T01:18:41.771" v="193" actId="1076"/>
          <ac:picMkLst>
            <pc:docMk/>
            <pc:sldMk cId="242114310" sldId="268"/>
            <ac:picMk id="5" creationId="{CB19F18B-AE01-C632-EABA-A6262E24350B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19:33.228" v="211" actId="1076"/>
        <pc:sldMkLst>
          <pc:docMk/>
          <pc:sldMk cId="2697130888" sldId="269"/>
        </pc:sldMkLst>
        <pc:spChg chg="del">
          <ac:chgData name="Duce, Patricia" userId="63213659-433f-4003-8b64-f125efbf754c" providerId="ADAL" clId="{6C88F495-12BD-444F-8390-2CE107FF1567}" dt="2024-09-26T01:19:02.021" v="198" actId="478"/>
          <ac:spMkLst>
            <pc:docMk/>
            <pc:sldMk cId="2697130888" sldId="269"/>
            <ac:spMk id="2" creationId="{921E03C1-FB84-0DC6-97F3-46F3D56F9BAE}"/>
          </ac:spMkLst>
        </pc:spChg>
        <pc:spChg chg="del">
          <ac:chgData name="Duce, Patricia" userId="63213659-433f-4003-8b64-f125efbf754c" providerId="ADAL" clId="{6C88F495-12BD-444F-8390-2CE107FF1567}" dt="2024-09-26T01:18:48" v="195" actId="22"/>
          <ac:spMkLst>
            <pc:docMk/>
            <pc:sldMk cId="2697130888" sldId="269"/>
            <ac:spMk id="3" creationId="{67B484D2-25C8-DBC5-1CFA-475FD98BC865}"/>
          </ac:spMkLst>
        </pc:spChg>
        <pc:picChg chg="add mod ord modCrop">
          <ac:chgData name="Duce, Patricia" userId="63213659-433f-4003-8b64-f125efbf754c" providerId="ADAL" clId="{6C88F495-12BD-444F-8390-2CE107FF1567}" dt="2024-09-26T01:19:33.228" v="211" actId="1076"/>
          <ac:picMkLst>
            <pc:docMk/>
            <pc:sldMk cId="2697130888" sldId="269"/>
            <ac:picMk id="5" creationId="{BA04A8B6-8949-EA95-B83A-45725549A6DF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22:08.068" v="226" actId="1076"/>
        <pc:sldMkLst>
          <pc:docMk/>
          <pc:sldMk cId="3284689065" sldId="270"/>
        </pc:sldMkLst>
        <pc:spChg chg="del">
          <ac:chgData name="Duce, Patricia" userId="63213659-433f-4003-8b64-f125efbf754c" providerId="ADAL" clId="{6C88F495-12BD-444F-8390-2CE107FF1567}" dt="2024-09-26T01:21:30.922" v="218" actId="478"/>
          <ac:spMkLst>
            <pc:docMk/>
            <pc:sldMk cId="3284689065" sldId="270"/>
            <ac:spMk id="2" creationId="{F9569D91-019C-DF7D-A726-91C592976BB4}"/>
          </ac:spMkLst>
        </pc:spChg>
        <pc:spChg chg="del mod">
          <ac:chgData name="Duce, Patricia" userId="63213659-433f-4003-8b64-f125efbf754c" providerId="ADAL" clId="{6C88F495-12BD-444F-8390-2CE107FF1567}" dt="2024-09-26T01:21:50.969" v="221" actId="22"/>
          <ac:spMkLst>
            <pc:docMk/>
            <pc:sldMk cId="3284689065" sldId="270"/>
            <ac:spMk id="3" creationId="{B0F70E7E-EA69-DE5A-1636-AEBCA553A3B1}"/>
          </ac:spMkLst>
        </pc:spChg>
        <pc:picChg chg="add mod ord modCrop">
          <ac:chgData name="Duce, Patricia" userId="63213659-433f-4003-8b64-f125efbf754c" providerId="ADAL" clId="{6C88F495-12BD-444F-8390-2CE107FF1567}" dt="2024-09-26T01:22:08.068" v="226" actId="1076"/>
          <ac:picMkLst>
            <pc:docMk/>
            <pc:sldMk cId="3284689065" sldId="270"/>
            <ac:picMk id="5" creationId="{89D59960-A6E1-FF5C-481D-BEBADEC3E4C5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23:17.941" v="234" actId="1076"/>
        <pc:sldMkLst>
          <pc:docMk/>
          <pc:sldMk cId="3056226341" sldId="271"/>
        </pc:sldMkLst>
        <pc:spChg chg="del">
          <ac:chgData name="Duce, Patricia" userId="63213659-433f-4003-8b64-f125efbf754c" providerId="ADAL" clId="{6C88F495-12BD-444F-8390-2CE107FF1567}" dt="2024-09-26T01:22:56.082" v="229" actId="478"/>
          <ac:spMkLst>
            <pc:docMk/>
            <pc:sldMk cId="3056226341" sldId="271"/>
            <ac:spMk id="2" creationId="{9C4D70AA-5D09-48B1-1A8E-41E350B7F5DF}"/>
          </ac:spMkLst>
        </pc:spChg>
        <pc:spChg chg="del">
          <ac:chgData name="Duce, Patricia" userId="63213659-433f-4003-8b64-f125efbf754c" providerId="ADAL" clId="{6C88F495-12BD-444F-8390-2CE107FF1567}" dt="2024-09-26T01:22:52.758" v="228" actId="22"/>
          <ac:spMkLst>
            <pc:docMk/>
            <pc:sldMk cId="3056226341" sldId="271"/>
            <ac:spMk id="3" creationId="{2C875D18-2998-0B71-5E9A-BF647315AA84}"/>
          </ac:spMkLst>
        </pc:spChg>
        <pc:picChg chg="add mod ord modCrop">
          <ac:chgData name="Duce, Patricia" userId="63213659-433f-4003-8b64-f125efbf754c" providerId="ADAL" clId="{6C88F495-12BD-444F-8390-2CE107FF1567}" dt="2024-09-26T01:23:17.941" v="234" actId="1076"/>
          <ac:picMkLst>
            <pc:docMk/>
            <pc:sldMk cId="3056226341" sldId="271"/>
            <ac:picMk id="5" creationId="{B31254AA-EF28-A0B4-9D94-FC851441AE49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24:27.306" v="241" actId="14100"/>
        <pc:sldMkLst>
          <pc:docMk/>
          <pc:sldMk cId="3639138363" sldId="272"/>
        </pc:sldMkLst>
        <pc:spChg chg="del">
          <ac:chgData name="Duce, Patricia" userId="63213659-433f-4003-8b64-f125efbf754c" providerId="ADAL" clId="{6C88F495-12BD-444F-8390-2CE107FF1567}" dt="2024-09-26T01:24:07.048" v="237" actId="478"/>
          <ac:spMkLst>
            <pc:docMk/>
            <pc:sldMk cId="3639138363" sldId="272"/>
            <ac:spMk id="2" creationId="{C3300E80-AC56-E9C0-71B3-8F723E686FC2}"/>
          </ac:spMkLst>
        </pc:spChg>
        <pc:spChg chg="del">
          <ac:chgData name="Duce, Patricia" userId="63213659-433f-4003-8b64-f125efbf754c" providerId="ADAL" clId="{6C88F495-12BD-444F-8390-2CE107FF1567}" dt="2024-09-26T01:24:04.704" v="236" actId="22"/>
          <ac:spMkLst>
            <pc:docMk/>
            <pc:sldMk cId="3639138363" sldId="272"/>
            <ac:spMk id="3" creationId="{0698A342-9CB6-B22C-C7B7-4DFE8C510ED3}"/>
          </ac:spMkLst>
        </pc:spChg>
        <pc:picChg chg="add mod ord modCrop">
          <ac:chgData name="Duce, Patricia" userId="63213659-433f-4003-8b64-f125efbf754c" providerId="ADAL" clId="{6C88F495-12BD-444F-8390-2CE107FF1567}" dt="2024-09-26T01:24:27.306" v="241" actId="14100"/>
          <ac:picMkLst>
            <pc:docMk/>
            <pc:sldMk cId="3639138363" sldId="272"/>
            <ac:picMk id="5" creationId="{3218F5E6-D912-3AE9-9FA0-206B9953E794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25:04.419" v="250" actId="1076"/>
        <pc:sldMkLst>
          <pc:docMk/>
          <pc:sldMk cId="4291381988" sldId="273"/>
        </pc:sldMkLst>
        <pc:spChg chg="del">
          <ac:chgData name="Duce, Patricia" userId="63213659-433f-4003-8b64-f125efbf754c" providerId="ADAL" clId="{6C88F495-12BD-444F-8390-2CE107FF1567}" dt="2024-09-26T01:24:38.584" v="244" actId="478"/>
          <ac:spMkLst>
            <pc:docMk/>
            <pc:sldMk cId="4291381988" sldId="273"/>
            <ac:spMk id="2" creationId="{225613D5-77DD-C7A1-42B1-C059846ECD40}"/>
          </ac:spMkLst>
        </pc:spChg>
        <pc:spChg chg="del">
          <ac:chgData name="Duce, Patricia" userId="63213659-433f-4003-8b64-f125efbf754c" providerId="ADAL" clId="{6C88F495-12BD-444F-8390-2CE107FF1567}" dt="2024-09-26T01:24:33.367" v="243" actId="22"/>
          <ac:spMkLst>
            <pc:docMk/>
            <pc:sldMk cId="4291381988" sldId="273"/>
            <ac:spMk id="3" creationId="{DF19896F-6C99-194E-7CCE-1E8F3421E277}"/>
          </ac:spMkLst>
        </pc:spChg>
        <pc:picChg chg="add mod ord modCrop">
          <ac:chgData name="Duce, Patricia" userId="63213659-433f-4003-8b64-f125efbf754c" providerId="ADAL" clId="{6C88F495-12BD-444F-8390-2CE107FF1567}" dt="2024-09-26T01:25:04.419" v="250" actId="1076"/>
          <ac:picMkLst>
            <pc:docMk/>
            <pc:sldMk cId="4291381988" sldId="273"/>
            <ac:picMk id="5" creationId="{64630314-F10B-7500-42C1-617814864F76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27:55.306" v="259" actId="1076"/>
        <pc:sldMkLst>
          <pc:docMk/>
          <pc:sldMk cId="2651395464" sldId="274"/>
        </pc:sldMkLst>
        <pc:spChg chg="del">
          <ac:chgData name="Duce, Patricia" userId="63213659-433f-4003-8b64-f125efbf754c" providerId="ADAL" clId="{6C88F495-12BD-444F-8390-2CE107FF1567}" dt="2024-09-26T01:27:35.237" v="253" actId="478"/>
          <ac:spMkLst>
            <pc:docMk/>
            <pc:sldMk cId="2651395464" sldId="274"/>
            <ac:spMk id="2" creationId="{E03FEB3D-9F67-EDBC-106C-20322866CE01}"/>
          </ac:spMkLst>
        </pc:spChg>
        <pc:spChg chg="del">
          <ac:chgData name="Duce, Patricia" userId="63213659-433f-4003-8b64-f125efbf754c" providerId="ADAL" clId="{6C88F495-12BD-444F-8390-2CE107FF1567}" dt="2024-09-26T01:27:32.481" v="252" actId="22"/>
          <ac:spMkLst>
            <pc:docMk/>
            <pc:sldMk cId="2651395464" sldId="274"/>
            <ac:spMk id="3" creationId="{85602659-1683-2EC1-ED61-4F7B2B3918DB}"/>
          </ac:spMkLst>
        </pc:spChg>
        <pc:picChg chg="add mod ord modCrop">
          <ac:chgData name="Duce, Patricia" userId="63213659-433f-4003-8b64-f125efbf754c" providerId="ADAL" clId="{6C88F495-12BD-444F-8390-2CE107FF1567}" dt="2024-09-26T01:27:55.306" v="259" actId="1076"/>
          <ac:picMkLst>
            <pc:docMk/>
            <pc:sldMk cId="2651395464" sldId="274"/>
            <ac:picMk id="5" creationId="{A39DA626-47BB-9A58-1472-75FA9A86CF12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30:01.268" v="267" actId="1076"/>
        <pc:sldMkLst>
          <pc:docMk/>
          <pc:sldMk cId="2217120057" sldId="275"/>
        </pc:sldMkLst>
        <pc:spChg chg="del">
          <ac:chgData name="Duce, Patricia" userId="63213659-433f-4003-8b64-f125efbf754c" providerId="ADAL" clId="{6C88F495-12BD-444F-8390-2CE107FF1567}" dt="2024-09-26T01:29:56.147" v="264" actId="478"/>
          <ac:spMkLst>
            <pc:docMk/>
            <pc:sldMk cId="2217120057" sldId="275"/>
            <ac:spMk id="2" creationId="{9EE91B55-CA13-D4C6-9676-655B87504543}"/>
          </ac:spMkLst>
        </pc:spChg>
        <pc:spChg chg="del">
          <ac:chgData name="Duce, Patricia" userId="63213659-433f-4003-8b64-f125efbf754c" providerId="ADAL" clId="{6C88F495-12BD-444F-8390-2CE107FF1567}" dt="2024-09-26T01:29:42.534" v="261" actId="22"/>
          <ac:spMkLst>
            <pc:docMk/>
            <pc:sldMk cId="2217120057" sldId="275"/>
            <ac:spMk id="3" creationId="{434843CF-7AAA-DF6D-7E95-CAF47A374B7A}"/>
          </ac:spMkLst>
        </pc:spChg>
        <pc:picChg chg="add mod ord modCrop">
          <ac:chgData name="Duce, Patricia" userId="63213659-433f-4003-8b64-f125efbf754c" providerId="ADAL" clId="{6C88F495-12BD-444F-8390-2CE107FF1567}" dt="2024-09-26T01:30:01.268" v="267" actId="1076"/>
          <ac:picMkLst>
            <pc:docMk/>
            <pc:sldMk cId="2217120057" sldId="275"/>
            <ac:picMk id="5" creationId="{62A52A1D-C937-9CF1-AEA2-7EC95D922A00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1:35:35.949" v="285" actId="478"/>
        <pc:sldMkLst>
          <pc:docMk/>
          <pc:sldMk cId="1530456876" sldId="276"/>
        </pc:sldMkLst>
        <pc:spChg chg="mod">
          <ac:chgData name="Duce, Patricia" userId="63213659-433f-4003-8b64-f125efbf754c" providerId="ADAL" clId="{6C88F495-12BD-444F-8390-2CE107FF1567}" dt="2024-09-26T01:31:42.408" v="272" actId="27636"/>
          <ac:spMkLst>
            <pc:docMk/>
            <pc:sldMk cId="1530456876" sldId="276"/>
            <ac:spMk id="2" creationId="{52CDAAA8-CC03-1C3B-3E5F-658378EB204C}"/>
          </ac:spMkLst>
        </pc:spChg>
        <pc:spChg chg="del mod">
          <ac:chgData name="Duce, Patricia" userId="63213659-433f-4003-8b64-f125efbf754c" providerId="ADAL" clId="{6C88F495-12BD-444F-8390-2CE107FF1567}" dt="2024-09-26T01:31:59.544" v="274" actId="22"/>
          <ac:spMkLst>
            <pc:docMk/>
            <pc:sldMk cId="1530456876" sldId="276"/>
            <ac:spMk id="3" creationId="{508AAEA2-F3A5-3A6F-92F8-7607C207A2C2}"/>
          </ac:spMkLst>
        </pc:spChg>
        <pc:spChg chg="add del mod">
          <ac:chgData name="Duce, Patricia" userId="63213659-433f-4003-8b64-f125efbf754c" providerId="ADAL" clId="{6C88F495-12BD-444F-8390-2CE107FF1567}" dt="2024-09-26T01:35:35.949" v="285" actId="478"/>
          <ac:spMkLst>
            <pc:docMk/>
            <pc:sldMk cId="1530456876" sldId="276"/>
            <ac:spMk id="7" creationId="{07C8AC56-F7A7-4A84-6610-D9A10D855779}"/>
          </ac:spMkLst>
        </pc:spChg>
        <pc:picChg chg="add del mod ord modCrop">
          <ac:chgData name="Duce, Patricia" userId="63213659-433f-4003-8b64-f125efbf754c" providerId="ADAL" clId="{6C88F495-12BD-444F-8390-2CE107FF1567}" dt="2024-09-26T01:35:31.832" v="284" actId="478"/>
          <ac:picMkLst>
            <pc:docMk/>
            <pc:sldMk cId="1530456876" sldId="276"/>
            <ac:picMk id="5" creationId="{F512FAA2-1D2C-42AA-6E6E-1E90561D1ABF}"/>
          </ac:picMkLst>
        </pc:picChg>
      </pc:sldChg>
      <pc:sldChg chg="modSp add mod">
        <pc:chgData name="Duce, Patricia" userId="63213659-433f-4003-8b64-f125efbf754c" providerId="ADAL" clId="{6C88F495-12BD-444F-8390-2CE107FF1567}" dt="2024-09-26T01:36:25.882" v="292" actId="27636"/>
        <pc:sldMkLst>
          <pc:docMk/>
          <pc:sldMk cId="1274089984" sldId="277"/>
        </pc:sldMkLst>
        <pc:spChg chg="mod">
          <ac:chgData name="Duce, Patricia" userId="63213659-433f-4003-8b64-f125efbf754c" providerId="ADAL" clId="{6C88F495-12BD-444F-8390-2CE107FF1567}" dt="2024-09-26T01:36:25.882" v="292" actId="27636"/>
          <ac:spMkLst>
            <pc:docMk/>
            <pc:sldMk cId="1274089984" sldId="277"/>
            <ac:spMk id="2" creationId="{52CDAAA8-CC03-1C3B-3E5F-658378EB204C}"/>
          </ac:spMkLst>
        </pc:spChg>
      </pc:sldChg>
      <pc:sldChg chg="addSp delSp modSp new mod">
        <pc:chgData name="Duce, Patricia" userId="63213659-433f-4003-8b64-f125efbf754c" providerId="ADAL" clId="{6C88F495-12BD-444F-8390-2CE107FF1567}" dt="2024-09-26T01:37:31.529" v="303" actId="1076"/>
        <pc:sldMkLst>
          <pc:docMk/>
          <pc:sldMk cId="313745170" sldId="278"/>
        </pc:sldMkLst>
        <pc:spChg chg="del">
          <ac:chgData name="Duce, Patricia" userId="63213659-433f-4003-8b64-f125efbf754c" providerId="ADAL" clId="{6C88F495-12BD-444F-8390-2CE107FF1567}" dt="2024-09-26T01:37:11.737" v="295" actId="478"/>
          <ac:spMkLst>
            <pc:docMk/>
            <pc:sldMk cId="313745170" sldId="278"/>
            <ac:spMk id="2" creationId="{DDE6732A-5C87-5108-DE9F-4A4CA1F28ED8}"/>
          </ac:spMkLst>
        </pc:spChg>
        <pc:spChg chg="del">
          <ac:chgData name="Duce, Patricia" userId="63213659-433f-4003-8b64-f125efbf754c" providerId="ADAL" clId="{6C88F495-12BD-444F-8390-2CE107FF1567}" dt="2024-09-26T01:37:09.092" v="294" actId="22"/>
          <ac:spMkLst>
            <pc:docMk/>
            <pc:sldMk cId="313745170" sldId="278"/>
            <ac:spMk id="3" creationId="{D4FBAFC4-A1B4-1436-2727-6152AAFD841E}"/>
          </ac:spMkLst>
        </pc:spChg>
        <pc:picChg chg="add mod ord modCrop">
          <ac:chgData name="Duce, Patricia" userId="63213659-433f-4003-8b64-f125efbf754c" providerId="ADAL" clId="{6C88F495-12BD-444F-8390-2CE107FF1567}" dt="2024-09-26T01:37:31.529" v="303" actId="1076"/>
          <ac:picMkLst>
            <pc:docMk/>
            <pc:sldMk cId="313745170" sldId="278"/>
            <ac:picMk id="5" creationId="{5549D0DD-C67C-AE01-050B-DA2653A2BEDB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2:59:01.193" v="313" actId="1076"/>
        <pc:sldMkLst>
          <pc:docMk/>
          <pc:sldMk cId="858003007" sldId="279"/>
        </pc:sldMkLst>
        <pc:spChg chg="del">
          <ac:chgData name="Duce, Patricia" userId="63213659-433f-4003-8b64-f125efbf754c" providerId="ADAL" clId="{6C88F495-12BD-444F-8390-2CE107FF1567}" dt="2024-09-26T02:58:56.364" v="310" actId="478"/>
          <ac:spMkLst>
            <pc:docMk/>
            <pc:sldMk cId="858003007" sldId="279"/>
            <ac:spMk id="2" creationId="{79D31E0D-882A-F1BD-E5C3-DEA41C2B0C04}"/>
          </ac:spMkLst>
        </pc:spChg>
        <pc:spChg chg="del">
          <ac:chgData name="Duce, Patricia" userId="63213659-433f-4003-8b64-f125efbf754c" providerId="ADAL" clId="{6C88F495-12BD-444F-8390-2CE107FF1567}" dt="2024-09-26T02:58:40.136" v="305" actId="22"/>
          <ac:spMkLst>
            <pc:docMk/>
            <pc:sldMk cId="858003007" sldId="279"/>
            <ac:spMk id="3" creationId="{7001CCA4-F470-E5B5-341A-D9C9E9EBF8A0}"/>
          </ac:spMkLst>
        </pc:spChg>
        <pc:picChg chg="add mod ord modCrop">
          <ac:chgData name="Duce, Patricia" userId="63213659-433f-4003-8b64-f125efbf754c" providerId="ADAL" clId="{6C88F495-12BD-444F-8390-2CE107FF1567}" dt="2024-09-26T02:59:01.193" v="313" actId="1076"/>
          <ac:picMkLst>
            <pc:docMk/>
            <pc:sldMk cId="858003007" sldId="279"/>
            <ac:picMk id="5" creationId="{8643831A-7E90-8954-8840-199F34500FA2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2:59:53.977" v="322" actId="14100"/>
        <pc:sldMkLst>
          <pc:docMk/>
          <pc:sldMk cId="3294236868" sldId="280"/>
        </pc:sldMkLst>
        <pc:spChg chg="del">
          <ac:chgData name="Duce, Patricia" userId="63213659-433f-4003-8b64-f125efbf754c" providerId="ADAL" clId="{6C88F495-12BD-444F-8390-2CE107FF1567}" dt="2024-09-26T02:59:43.618" v="318" actId="478"/>
          <ac:spMkLst>
            <pc:docMk/>
            <pc:sldMk cId="3294236868" sldId="280"/>
            <ac:spMk id="2" creationId="{3DC8940D-77E2-54DE-C9D9-86F339A12B91}"/>
          </ac:spMkLst>
        </pc:spChg>
        <pc:spChg chg="del">
          <ac:chgData name="Duce, Patricia" userId="63213659-433f-4003-8b64-f125efbf754c" providerId="ADAL" clId="{6C88F495-12BD-444F-8390-2CE107FF1567}" dt="2024-09-26T02:59:31.163" v="315" actId="22"/>
          <ac:spMkLst>
            <pc:docMk/>
            <pc:sldMk cId="3294236868" sldId="280"/>
            <ac:spMk id="3" creationId="{F919EB59-BE73-8A0D-C53D-DEC3759D31BE}"/>
          </ac:spMkLst>
        </pc:spChg>
        <pc:picChg chg="add mod ord modCrop">
          <ac:chgData name="Duce, Patricia" userId="63213659-433f-4003-8b64-f125efbf754c" providerId="ADAL" clId="{6C88F495-12BD-444F-8390-2CE107FF1567}" dt="2024-09-26T02:59:53.977" v="322" actId="14100"/>
          <ac:picMkLst>
            <pc:docMk/>
            <pc:sldMk cId="3294236868" sldId="280"/>
            <ac:picMk id="5" creationId="{59F7DE8B-A095-54A8-15E7-4764F5E0EF91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3:00:35.353" v="332" actId="1076"/>
        <pc:sldMkLst>
          <pc:docMk/>
          <pc:sldMk cId="346944745" sldId="281"/>
        </pc:sldMkLst>
        <pc:spChg chg="del">
          <ac:chgData name="Duce, Patricia" userId="63213659-433f-4003-8b64-f125efbf754c" providerId="ADAL" clId="{6C88F495-12BD-444F-8390-2CE107FF1567}" dt="2024-09-26T03:00:28.789" v="328" actId="478"/>
          <ac:spMkLst>
            <pc:docMk/>
            <pc:sldMk cId="346944745" sldId="281"/>
            <ac:spMk id="2" creationId="{E654A3AE-62BB-1A8B-11A4-043A96A6E1AF}"/>
          </ac:spMkLst>
        </pc:spChg>
        <pc:spChg chg="del">
          <ac:chgData name="Duce, Patricia" userId="63213659-433f-4003-8b64-f125efbf754c" providerId="ADAL" clId="{6C88F495-12BD-444F-8390-2CE107FF1567}" dt="2024-09-26T03:00:14.139" v="324" actId="22"/>
          <ac:spMkLst>
            <pc:docMk/>
            <pc:sldMk cId="346944745" sldId="281"/>
            <ac:spMk id="3" creationId="{A77CA0E3-A384-4C4F-6F6D-332F80A39F3B}"/>
          </ac:spMkLst>
        </pc:spChg>
        <pc:picChg chg="add mod ord modCrop">
          <ac:chgData name="Duce, Patricia" userId="63213659-433f-4003-8b64-f125efbf754c" providerId="ADAL" clId="{6C88F495-12BD-444F-8390-2CE107FF1567}" dt="2024-09-26T03:00:35.353" v="332" actId="1076"/>
          <ac:picMkLst>
            <pc:docMk/>
            <pc:sldMk cId="346944745" sldId="281"/>
            <ac:picMk id="5" creationId="{10B09D0E-C1F2-CB64-991D-AC3FB45609C9}"/>
          </ac:picMkLst>
        </pc:picChg>
      </pc:sldChg>
      <pc:sldChg chg="delSp modSp new mod">
        <pc:chgData name="Duce, Patricia" userId="63213659-433f-4003-8b64-f125efbf754c" providerId="ADAL" clId="{6C88F495-12BD-444F-8390-2CE107FF1567}" dt="2024-09-26T03:02:11.724" v="339" actId="478"/>
        <pc:sldMkLst>
          <pc:docMk/>
          <pc:sldMk cId="3665645910" sldId="282"/>
        </pc:sldMkLst>
        <pc:spChg chg="del">
          <ac:chgData name="Duce, Patricia" userId="63213659-433f-4003-8b64-f125efbf754c" providerId="ADAL" clId="{6C88F495-12BD-444F-8390-2CE107FF1567}" dt="2024-09-26T03:02:11.724" v="339" actId="478"/>
          <ac:spMkLst>
            <pc:docMk/>
            <pc:sldMk cId="3665645910" sldId="282"/>
            <ac:spMk id="2" creationId="{12DA6E02-8087-46E1-AB1E-A02C95D18D5B}"/>
          </ac:spMkLst>
        </pc:spChg>
        <pc:spChg chg="mod">
          <ac:chgData name="Duce, Patricia" userId="63213659-433f-4003-8b64-f125efbf754c" providerId="ADAL" clId="{6C88F495-12BD-444F-8390-2CE107FF1567}" dt="2024-09-26T03:02:08.434" v="338" actId="20577"/>
          <ac:spMkLst>
            <pc:docMk/>
            <pc:sldMk cId="3665645910" sldId="282"/>
            <ac:spMk id="3" creationId="{A1706067-373E-0772-9A2E-08A3AF2A2445}"/>
          </ac:spMkLst>
        </pc:spChg>
      </pc:sldChg>
      <pc:sldChg chg="addSp delSp modSp new mod">
        <pc:chgData name="Duce, Patricia" userId="63213659-433f-4003-8b64-f125efbf754c" providerId="ADAL" clId="{6C88F495-12BD-444F-8390-2CE107FF1567}" dt="2024-09-26T03:02:54.713" v="347" actId="1076"/>
        <pc:sldMkLst>
          <pc:docMk/>
          <pc:sldMk cId="2781901609" sldId="283"/>
        </pc:sldMkLst>
        <pc:spChg chg="del">
          <ac:chgData name="Duce, Patricia" userId="63213659-433f-4003-8b64-f125efbf754c" providerId="ADAL" clId="{6C88F495-12BD-444F-8390-2CE107FF1567}" dt="2024-09-26T03:02:35.672" v="342" actId="478"/>
          <ac:spMkLst>
            <pc:docMk/>
            <pc:sldMk cId="2781901609" sldId="283"/>
            <ac:spMk id="2" creationId="{6DF5ADCA-ACB1-AEB9-8C06-93A129313BA5}"/>
          </ac:spMkLst>
        </pc:spChg>
        <pc:spChg chg="del">
          <ac:chgData name="Duce, Patricia" userId="63213659-433f-4003-8b64-f125efbf754c" providerId="ADAL" clId="{6C88F495-12BD-444F-8390-2CE107FF1567}" dt="2024-09-26T03:02:32.377" v="341" actId="22"/>
          <ac:spMkLst>
            <pc:docMk/>
            <pc:sldMk cId="2781901609" sldId="283"/>
            <ac:spMk id="3" creationId="{B6D44D50-9114-225F-ABC2-C13AC61E95B2}"/>
          </ac:spMkLst>
        </pc:spChg>
        <pc:picChg chg="add mod ord modCrop">
          <ac:chgData name="Duce, Patricia" userId="63213659-433f-4003-8b64-f125efbf754c" providerId="ADAL" clId="{6C88F495-12BD-444F-8390-2CE107FF1567}" dt="2024-09-26T03:02:54.713" v="347" actId="1076"/>
          <ac:picMkLst>
            <pc:docMk/>
            <pc:sldMk cId="2781901609" sldId="283"/>
            <ac:picMk id="5" creationId="{86F9C304-287C-C400-F501-7CB5805EAAB7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3:29:58.742" v="379" actId="20577"/>
        <pc:sldMkLst>
          <pc:docMk/>
          <pc:sldMk cId="874643114" sldId="284"/>
        </pc:sldMkLst>
        <pc:spChg chg="mod">
          <ac:chgData name="Duce, Patricia" userId="63213659-433f-4003-8b64-f125efbf754c" providerId="ADAL" clId="{6C88F495-12BD-444F-8390-2CE107FF1567}" dt="2024-09-26T03:29:58.742" v="379" actId="20577"/>
          <ac:spMkLst>
            <pc:docMk/>
            <pc:sldMk cId="874643114" sldId="284"/>
            <ac:spMk id="2" creationId="{D801E017-FCAC-E458-041C-1E0CED6F1E9E}"/>
          </ac:spMkLst>
        </pc:spChg>
        <pc:spChg chg="del mod">
          <ac:chgData name="Duce, Patricia" userId="63213659-433f-4003-8b64-f125efbf754c" providerId="ADAL" clId="{6C88F495-12BD-444F-8390-2CE107FF1567}" dt="2024-09-26T03:05:39.510" v="354" actId="22"/>
          <ac:spMkLst>
            <pc:docMk/>
            <pc:sldMk cId="874643114" sldId="284"/>
            <ac:spMk id="3" creationId="{F9BEB270-5748-3C87-A3E2-BA5517FC5B5A}"/>
          </ac:spMkLst>
        </pc:spChg>
        <pc:picChg chg="add mod ord modCrop">
          <ac:chgData name="Duce, Patricia" userId="63213659-433f-4003-8b64-f125efbf754c" providerId="ADAL" clId="{6C88F495-12BD-444F-8390-2CE107FF1567}" dt="2024-09-26T03:05:58.177" v="360" actId="1076"/>
          <ac:picMkLst>
            <pc:docMk/>
            <pc:sldMk cId="874643114" sldId="284"/>
            <ac:picMk id="5" creationId="{5B2511C9-6BD7-9AA8-D5C6-866EE1968BC3}"/>
          </ac:picMkLst>
        </pc:picChg>
      </pc:sldChg>
      <pc:sldChg chg="addSp delSp modSp new mod">
        <pc:chgData name="Duce, Patricia" userId="63213659-433f-4003-8b64-f125efbf754c" providerId="ADAL" clId="{6C88F495-12BD-444F-8390-2CE107FF1567}" dt="2024-09-26T03:32:57.222" v="387" actId="1076"/>
        <pc:sldMkLst>
          <pc:docMk/>
          <pc:sldMk cId="2350602360" sldId="285"/>
        </pc:sldMkLst>
        <pc:spChg chg="del">
          <ac:chgData name="Duce, Patricia" userId="63213659-433f-4003-8b64-f125efbf754c" providerId="ADAL" clId="{6C88F495-12BD-444F-8390-2CE107FF1567}" dt="2024-09-26T03:32:38.927" v="382" actId="478"/>
          <ac:spMkLst>
            <pc:docMk/>
            <pc:sldMk cId="2350602360" sldId="285"/>
            <ac:spMk id="2" creationId="{C79E329D-C771-58A5-449A-52D0EF8D7F3D}"/>
          </ac:spMkLst>
        </pc:spChg>
        <pc:spChg chg="del">
          <ac:chgData name="Duce, Patricia" userId="63213659-433f-4003-8b64-f125efbf754c" providerId="ADAL" clId="{6C88F495-12BD-444F-8390-2CE107FF1567}" dt="2024-09-26T03:32:34.611" v="381" actId="22"/>
          <ac:spMkLst>
            <pc:docMk/>
            <pc:sldMk cId="2350602360" sldId="285"/>
            <ac:spMk id="3" creationId="{0BB1D920-8ECA-EEB8-2410-483E4C5CFDE9}"/>
          </ac:spMkLst>
        </pc:spChg>
        <pc:picChg chg="add mod ord modCrop">
          <ac:chgData name="Duce, Patricia" userId="63213659-433f-4003-8b64-f125efbf754c" providerId="ADAL" clId="{6C88F495-12BD-444F-8390-2CE107FF1567}" dt="2024-09-26T03:32:57.222" v="387" actId="1076"/>
          <ac:picMkLst>
            <pc:docMk/>
            <pc:sldMk cId="2350602360" sldId="285"/>
            <ac:picMk id="5" creationId="{4A8FA608-4120-DD39-D470-4046EFE5C2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3EE72-EE10-4067-B6B7-30CF49749D30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5CDB0-1E12-4A85-A6B7-5CC94C115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7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5CDB0-1E12-4A85-A6B7-5CC94C1156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28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797D-2BF4-972F-9169-DFCAEA90D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4EFFB-3296-64E4-338E-6C77A1C7A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177B2-7C50-E862-590C-62C45E5B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6F087-1900-1530-566F-0C19AE8FA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9C72-185B-67F1-375E-B551A226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31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A237-09A9-EF4B-B29A-EFE58724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26373-1550-5395-87A4-98EF5BC6A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157D-E746-29AA-8097-CF0FD667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56A0-D3A0-5A83-F769-F5CD1DCF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ACB7F-903C-FD3E-F924-FC3031C3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97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E167-CC3B-DCFD-BA5A-772F206C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EB742-F0F7-CBBE-2CF9-51E0C003F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D835B-A4E9-3792-069F-623828B4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ECCD7-FBA2-F408-9088-97AF0AA3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D3144-F797-326B-A801-1886E77D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3068-FFAD-B3F7-3EB7-5160CB03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269FB-C6DF-8ABC-EB99-2CB470F92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43961-6B14-0401-2A7A-7CF0D0F18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66120-61E8-6243-9630-126403D7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7E208-8834-5E0A-8AC7-2104B9CD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7241C-DC79-FD78-7485-80D12684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14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FD6B-703F-0173-E03E-3417490A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DCA90-938E-CA7E-B731-B0F089A8E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AC11F-A242-6772-3C77-1EB8C1E27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7C486-730F-AFD6-DE7C-A6104DED2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9F3C26-FE7A-B162-451D-5C2BB4BD9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C325-3EEC-D4AC-3A80-D1D03302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1F24D6-6692-5F0F-0C0F-6863DAB9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22B86-CC8B-5CEF-C7AA-013A70E4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6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3BB63-9E8E-6670-AB3D-2AB9F3F3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367FE-36EC-D925-77EA-B9A174AC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D73A8-E97F-4039-315E-10AC9C04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33E87-C974-CB1F-44CE-12268E7D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44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39583-1F88-5970-979C-A2BE3E95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A98D7-B188-8596-51BF-9E845B6B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C64BF-5625-6910-CF0B-DF8F7682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415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BE5D-305C-E728-2C35-7D238264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B4F0-516F-9ABE-0303-841B3F6E6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F0C6D-7DEA-CE63-A574-6B2B236E8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C5565-6029-661C-3762-1B2FF5A5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6AB9C-A615-8DFB-E461-BE01BA67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81647-82BA-1FE9-0EB9-C0E7E121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61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39CA9-ECB8-9EDC-1430-C64A446A6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BAA8E-0000-3AD8-20DA-516801C9A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87BE3-5ECB-5862-7FC7-4DAA25993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05A8A-9D06-03A4-C75E-F0D5A2D4D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15418-967B-D882-E9EB-304A89F3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9BC7A-507A-B2D5-A7B4-3A66F8E2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8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589A-079D-3B4B-8FD3-CB320A11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16C1F-63A8-90F4-AB63-B75A3FDAB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9B33-8608-8B44-7341-CA011422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38AC8-A630-34E8-82FE-2D7016A45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72DCC-F9E5-D9E6-AF42-E91C8321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96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5BFAF-0865-43D7-50F3-54400AAAE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95369-975F-11F1-9C8F-355E5EB7E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8F9D2-15F6-1503-35E7-D751D1D7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4CCA1-1BAB-2E80-199C-8D4A60EA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97E34-4568-FAB3-A7B4-F9CCD3AB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53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DFD2C-6E67-9577-C35A-9E08A2B23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20DB4-95A7-11FF-5088-6459D66EC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BB9ED-5B1D-225E-0682-2BED63C90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7ACD6-4579-401B-9385-0DACC37A65E1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F0324-FFFC-E54D-B039-F71C1A7B9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664B-F059-9013-F05D-E76464B34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72202-5EEF-47CC-A5D8-50F7937F02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55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CA7A-CC26-0210-3960-E7FFA12B6B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Message Board</a:t>
            </a:r>
          </a:p>
        </p:txBody>
      </p:sp>
    </p:spTree>
    <p:extLst>
      <p:ext uri="{BB962C8B-B14F-4D97-AF65-F5344CB8AC3E}">
        <p14:creationId xmlns:p14="http://schemas.microsoft.com/office/powerpoint/2010/main" val="94428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48809-D7E4-769E-CE12-641D95894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162" t="21087" r="13459" b="40970"/>
          <a:stretch/>
        </p:blipFill>
        <p:spPr>
          <a:xfrm>
            <a:off x="504781" y="1270000"/>
            <a:ext cx="11516741" cy="4876799"/>
          </a:xfrm>
        </p:spPr>
      </p:pic>
    </p:spTree>
    <p:extLst>
      <p:ext uri="{BB962C8B-B14F-4D97-AF65-F5344CB8AC3E}">
        <p14:creationId xmlns:p14="http://schemas.microsoft.com/office/powerpoint/2010/main" val="311960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5CCBD-1DB2-44D8-97BF-153BD9A3F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91" y="1089645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 database is a place to store and access different types of data, and there are two main types of databases: </a:t>
            </a:r>
            <a:r>
              <a:rPr lang="en-US" b="1" dirty="0"/>
              <a:t>relational</a:t>
            </a:r>
            <a:r>
              <a:rPr lang="en-US" dirty="0"/>
              <a:t> and </a:t>
            </a:r>
            <a:r>
              <a:rPr lang="en-US" b="1" dirty="0"/>
              <a:t>non-relational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relational database stores information in tables containing columns and rows, roughly analogous to an Excel spreadsheet. The columns define what information can be stored; the rows contain the actual data.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Frequently, data in separate tables have some relation to each </a:t>
            </a:r>
            <a:r>
              <a:rPr lang="en-US" dirty="0" err="1"/>
              <a:t>other,hence</a:t>
            </a:r>
            <a:r>
              <a:rPr lang="en-US" dirty="0"/>
              <a:t> the term “relational database” to describe databases with this structure of tables, columns, and rows.</a:t>
            </a:r>
          </a:p>
        </p:txBody>
      </p:sp>
    </p:spTree>
    <p:extLst>
      <p:ext uri="{BB962C8B-B14F-4D97-AF65-F5344CB8AC3E}">
        <p14:creationId xmlns:p14="http://schemas.microsoft.com/office/powerpoint/2010/main" val="123630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2685-5C2E-A0AE-1AE4-53A21B8E8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SQL (Structured Query Language) is typically used to interact with relational databases to perform basic CRUD (Create, Read, Update, Delete) operations and define the type of relationship(like a many-to-one relationship, for example).</a:t>
            </a:r>
          </a:p>
        </p:txBody>
      </p:sp>
    </p:spTree>
    <p:extLst>
      <p:ext uri="{BB962C8B-B14F-4D97-AF65-F5344CB8AC3E}">
        <p14:creationId xmlns:p14="http://schemas.microsoft.com/office/powerpoint/2010/main" val="217069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5BB5-7C3D-4CEB-D3CE-2F53761D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Django’s ORM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6350-6AA1-C08F-9A54-E0B81E05D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An ORM (Object-Relational Mapper) is a powerful programming technique that makes working with data and relational databases much easier. In the case of Django, its ORM means we can write Python code to define database models; we don’t have to write raw SQL ourselves. And we don’t have to worry about subtle differences in how each database interprets SQL. </a:t>
            </a:r>
          </a:p>
          <a:p>
            <a:pPr marL="0" indent="0">
              <a:buNone/>
            </a:pPr>
            <a:r>
              <a:rPr lang="en-US" dirty="0"/>
              <a:t>Instead, the Django ORM supports five relational databases: SQLite, PostgreSQL, MySQL, MariaDB, and Oracle. </a:t>
            </a:r>
          </a:p>
          <a:p>
            <a:pPr marL="0" indent="0">
              <a:buNone/>
            </a:pPr>
            <a:r>
              <a:rPr lang="en-US" dirty="0"/>
              <a:t>It also comes with support for migrations, which provides a way to track and sync database changes over time. </a:t>
            </a:r>
          </a:p>
          <a:p>
            <a:pPr marL="0" indent="0">
              <a:buNone/>
            </a:pPr>
            <a:r>
              <a:rPr lang="en-US" dirty="0"/>
              <a:t>The Django ORM saves developers a tremendous amount of time, which is one of the major reasons why Django is so efficient.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669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3530-9F86-5A3E-FC4B-631F7FF6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will have only one table called “Post”</a:t>
            </a:r>
            <a:br>
              <a:rPr lang="en-US" dirty="0"/>
            </a:br>
            <a:r>
              <a:rPr lang="en-US" dirty="0"/>
              <a:t>and a single field, “text,” containing the contents of a message.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F5230E-4A6D-50F3-85C3-F296383BF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729" t="32761" r="8899" b="36775"/>
          <a:stretch/>
        </p:blipFill>
        <p:spPr>
          <a:xfrm>
            <a:off x="520699" y="2374899"/>
            <a:ext cx="10515600" cy="3758788"/>
          </a:xfrm>
        </p:spPr>
      </p:pic>
    </p:spTree>
    <p:extLst>
      <p:ext uri="{BB962C8B-B14F-4D97-AF65-F5344CB8AC3E}">
        <p14:creationId xmlns:p14="http://schemas.microsoft.com/office/powerpoint/2010/main" val="1964622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3B2E-AC97-42A5-4960-1EA3C441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Django imports a module, models, to help us build new database models that will “model” the</a:t>
            </a:r>
            <a:br>
              <a:rPr lang="en-US" dirty="0"/>
            </a:br>
            <a:r>
              <a:rPr lang="en-US" dirty="0"/>
              <a:t>characteristics of the data in our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4ACCE9-19D0-44BD-0713-3D56B2F7E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367" t="45020" r="40935" b="31339"/>
          <a:stretch/>
        </p:blipFill>
        <p:spPr>
          <a:xfrm>
            <a:off x="922873" y="2387600"/>
            <a:ext cx="9314732" cy="3644899"/>
          </a:xfrm>
        </p:spPr>
      </p:pic>
    </p:spTree>
    <p:extLst>
      <p:ext uri="{BB962C8B-B14F-4D97-AF65-F5344CB8AC3E}">
        <p14:creationId xmlns:p14="http://schemas.microsoft.com/office/powerpoint/2010/main" val="1154424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2BB469-6CE1-6018-F53A-ABAF85D95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174" t="22255" r="19785" b="26085"/>
          <a:stretch/>
        </p:blipFill>
        <p:spPr>
          <a:xfrm>
            <a:off x="859585" y="581478"/>
            <a:ext cx="9910015" cy="5695044"/>
          </a:xfrm>
        </p:spPr>
      </p:pic>
    </p:spTree>
    <p:extLst>
      <p:ext uri="{BB962C8B-B14F-4D97-AF65-F5344CB8AC3E}">
        <p14:creationId xmlns:p14="http://schemas.microsoft.com/office/powerpoint/2010/main" val="23832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566759-BB28-5F3A-6100-9C45FEF91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860" t="22288" r="31713" b="39586"/>
          <a:stretch/>
        </p:blipFill>
        <p:spPr>
          <a:xfrm>
            <a:off x="974465" y="1324990"/>
            <a:ext cx="10050586" cy="4710051"/>
          </a:xfrm>
        </p:spPr>
      </p:pic>
    </p:spTree>
    <p:extLst>
      <p:ext uri="{BB962C8B-B14F-4D97-AF65-F5344CB8AC3E}">
        <p14:creationId xmlns:p14="http://schemas.microsoft.com/office/powerpoint/2010/main" val="1831328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B0F8-A219-5C7D-80F8-7BA5C241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Django 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B267-1545-ED81-B238-8756ADA0B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of Django’s killer features is its robust admin interface that visually interacts with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use the Django admin, we must first create a superuser who can log in. In your command line console, type </a:t>
            </a:r>
          </a:p>
          <a:p>
            <a:pPr marL="0" indent="0">
              <a:buNone/>
            </a:pPr>
            <a:r>
              <a:rPr lang="en-US" dirty="0"/>
              <a:t>python manage.py </a:t>
            </a:r>
            <a:r>
              <a:rPr lang="en-US" dirty="0" err="1"/>
              <a:t>createsuperuser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and respond to the prompts for a username, email, and password:</a:t>
            </a:r>
          </a:p>
        </p:txBody>
      </p:sp>
    </p:spTree>
    <p:extLst>
      <p:ext uri="{BB962C8B-B14F-4D97-AF65-F5344CB8AC3E}">
        <p14:creationId xmlns:p14="http://schemas.microsoft.com/office/powerpoint/2010/main" val="353884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AB917F-645F-19C6-FBEC-136976389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963" t="12381" r="31191" b="65404"/>
          <a:stretch/>
        </p:blipFill>
        <p:spPr>
          <a:xfrm>
            <a:off x="422961" y="1397725"/>
            <a:ext cx="10901825" cy="3683725"/>
          </a:xfrm>
        </p:spPr>
      </p:pic>
    </p:spTree>
    <p:extLst>
      <p:ext uri="{BB962C8B-B14F-4D97-AF65-F5344CB8AC3E}">
        <p14:creationId xmlns:p14="http://schemas.microsoft.com/office/powerpoint/2010/main" val="4015460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D2866B-8CBB-857C-C192-989DA9CBE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524" t="33996" r="12454" b="860"/>
          <a:stretch/>
        </p:blipFill>
        <p:spPr>
          <a:xfrm>
            <a:off x="2224179" y="509451"/>
            <a:ext cx="7964850" cy="5839097"/>
          </a:xfrm>
        </p:spPr>
      </p:pic>
    </p:spTree>
    <p:extLst>
      <p:ext uri="{BB962C8B-B14F-4D97-AF65-F5344CB8AC3E}">
        <p14:creationId xmlns:p14="http://schemas.microsoft.com/office/powerpoint/2010/main" val="1145678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19F18B-AE01-C632-EABA-A6262E243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491" t="12081" r="10865" b="51294"/>
          <a:stretch/>
        </p:blipFill>
        <p:spPr>
          <a:xfrm>
            <a:off x="661713" y="953589"/>
            <a:ext cx="11271523" cy="4741817"/>
          </a:xfrm>
        </p:spPr>
      </p:pic>
    </p:spTree>
    <p:extLst>
      <p:ext uri="{BB962C8B-B14F-4D97-AF65-F5344CB8AC3E}">
        <p14:creationId xmlns:p14="http://schemas.microsoft.com/office/powerpoint/2010/main" val="242114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04A8B6-8949-EA95-B83A-45725549A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0491" t="62111" r="12285" b="2061"/>
          <a:stretch/>
        </p:blipFill>
        <p:spPr>
          <a:xfrm>
            <a:off x="158885" y="1045027"/>
            <a:ext cx="11874229" cy="4990011"/>
          </a:xfrm>
        </p:spPr>
      </p:pic>
    </p:spTree>
    <p:extLst>
      <p:ext uri="{BB962C8B-B14F-4D97-AF65-F5344CB8AC3E}">
        <p14:creationId xmlns:p14="http://schemas.microsoft.com/office/powerpoint/2010/main" val="2697130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59960-A6E1-FF5C-481D-BEBADEC3E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965" t="26191" r="13705" b="34783"/>
          <a:stretch/>
        </p:blipFill>
        <p:spPr>
          <a:xfrm>
            <a:off x="500406" y="822959"/>
            <a:ext cx="11517422" cy="5424872"/>
          </a:xfrm>
        </p:spPr>
      </p:pic>
    </p:spTree>
    <p:extLst>
      <p:ext uri="{BB962C8B-B14F-4D97-AF65-F5344CB8AC3E}">
        <p14:creationId xmlns:p14="http://schemas.microsoft.com/office/powerpoint/2010/main" val="3284689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1254AA-EF28-A0B4-9D94-FC851441A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308" t="25891" r="12285" b="9866"/>
          <a:stretch/>
        </p:blipFill>
        <p:spPr>
          <a:xfrm>
            <a:off x="1593953" y="190609"/>
            <a:ext cx="9004093" cy="6667391"/>
          </a:xfrm>
        </p:spPr>
      </p:pic>
    </p:spTree>
    <p:extLst>
      <p:ext uri="{BB962C8B-B14F-4D97-AF65-F5344CB8AC3E}">
        <p14:creationId xmlns:p14="http://schemas.microsoft.com/office/powerpoint/2010/main" val="3056226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18F5E6-D912-3AE9-9FA0-206B9953E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911" t="18386" r="13469" b="36284"/>
          <a:stretch/>
        </p:blipFill>
        <p:spPr>
          <a:xfrm>
            <a:off x="578231" y="431074"/>
            <a:ext cx="10655826" cy="5893887"/>
          </a:xfrm>
        </p:spPr>
      </p:pic>
    </p:spTree>
    <p:extLst>
      <p:ext uri="{BB962C8B-B14F-4D97-AF65-F5344CB8AC3E}">
        <p14:creationId xmlns:p14="http://schemas.microsoft.com/office/powerpoint/2010/main" val="3639138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630314-F10B-7500-42C1-617814864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44" t="62516" r="14179" b="259"/>
          <a:stretch/>
        </p:blipFill>
        <p:spPr>
          <a:xfrm>
            <a:off x="0" y="783771"/>
            <a:ext cx="11946182" cy="5290458"/>
          </a:xfrm>
        </p:spPr>
      </p:pic>
    </p:spTree>
    <p:extLst>
      <p:ext uri="{BB962C8B-B14F-4D97-AF65-F5344CB8AC3E}">
        <p14:creationId xmlns:p14="http://schemas.microsoft.com/office/powerpoint/2010/main" val="4291381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9DA626-47BB-9A58-1472-75FA9A86C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911" t="30994" r="14179" b="32682"/>
          <a:stretch/>
        </p:blipFill>
        <p:spPr>
          <a:xfrm>
            <a:off x="455764" y="901337"/>
            <a:ext cx="11280471" cy="5055326"/>
          </a:xfrm>
        </p:spPr>
      </p:pic>
    </p:spTree>
    <p:extLst>
      <p:ext uri="{BB962C8B-B14F-4D97-AF65-F5344CB8AC3E}">
        <p14:creationId xmlns:p14="http://schemas.microsoft.com/office/powerpoint/2010/main" val="265139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A52A1D-C937-9CF1-AEA2-7EC95D922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917" t="27391" r="21168" b="22775"/>
          <a:stretch/>
        </p:blipFill>
        <p:spPr>
          <a:xfrm>
            <a:off x="1701687" y="776432"/>
            <a:ext cx="8788625" cy="5305135"/>
          </a:xfrm>
        </p:spPr>
      </p:pic>
    </p:spTree>
    <p:extLst>
      <p:ext uri="{BB962C8B-B14F-4D97-AF65-F5344CB8AC3E}">
        <p14:creationId xmlns:p14="http://schemas.microsoft.com/office/powerpoint/2010/main" val="2217120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AAA8-CC03-1C3B-3E5F-658378EB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14251"/>
          </a:xfrm>
        </p:spPr>
        <p:txBody>
          <a:bodyPr>
            <a:normAutofit/>
          </a:bodyPr>
          <a:lstStyle/>
          <a:p>
            <a:r>
              <a:rPr lang="en-US" dirty="0"/>
              <a:t>To display our message board posts on the homepage we have to wire up a view, template, and URL. This pattern should start to feel familiar now.</a:t>
            </a:r>
          </a:p>
        </p:txBody>
      </p:sp>
    </p:spTree>
    <p:extLst>
      <p:ext uri="{BB962C8B-B14F-4D97-AF65-F5344CB8AC3E}">
        <p14:creationId xmlns:p14="http://schemas.microsoft.com/office/powerpoint/2010/main" val="1530456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AAA8-CC03-1C3B-3E5F-658378EB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08381"/>
          </a:xfrm>
        </p:spPr>
        <p:txBody>
          <a:bodyPr>
            <a:normAutofit/>
          </a:bodyPr>
          <a:lstStyle/>
          <a:p>
            <a:r>
              <a:rPr lang="en-US" sz="3200" dirty="0"/>
              <a:t>On the first line, we import the render() shortcut function, which combines a template with a context dictionary and returns an </a:t>
            </a:r>
            <a:r>
              <a:rPr lang="en-US" sz="3200" dirty="0" err="1"/>
              <a:t>HttpResponse</a:t>
            </a:r>
            <a:r>
              <a:rPr lang="en-US" sz="3200" dirty="0"/>
              <a:t> object. Then, we import our database model, Post, from the models.py file.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12FAA2-1D2C-42AA-6E6E-1E90561D1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198" t="47953" r="32462" b="26673"/>
          <a:stretch/>
        </p:blipFill>
        <p:spPr>
          <a:xfrm>
            <a:off x="1031964" y="2958736"/>
            <a:ext cx="9862459" cy="3757125"/>
          </a:xfrm>
        </p:spPr>
      </p:pic>
    </p:spTree>
    <p:extLst>
      <p:ext uri="{BB962C8B-B14F-4D97-AF65-F5344CB8AC3E}">
        <p14:creationId xmlns:p14="http://schemas.microsoft.com/office/powerpoint/2010/main" val="1274089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9D0DD-C67C-AE01-050B-DA2653A2B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681" t="33395" r="13387" b="28779"/>
          <a:stretch/>
        </p:blipFill>
        <p:spPr>
          <a:xfrm>
            <a:off x="0" y="604157"/>
            <a:ext cx="11927115" cy="5649686"/>
          </a:xfrm>
        </p:spPr>
      </p:pic>
    </p:spTree>
    <p:extLst>
      <p:ext uri="{BB962C8B-B14F-4D97-AF65-F5344CB8AC3E}">
        <p14:creationId xmlns:p14="http://schemas.microsoft.com/office/powerpoint/2010/main" val="313745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3831A-7E90-8954-8840-199F34500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008" t="44503" r="38713" b="29679"/>
          <a:stretch/>
        </p:blipFill>
        <p:spPr>
          <a:xfrm>
            <a:off x="236652" y="1247502"/>
            <a:ext cx="11465542" cy="4362995"/>
          </a:xfrm>
        </p:spPr>
      </p:pic>
    </p:spTree>
    <p:extLst>
      <p:ext uri="{BB962C8B-B14F-4D97-AF65-F5344CB8AC3E}">
        <p14:creationId xmlns:p14="http://schemas.microsoft.com/office/powerpoint/2010/main" val="858003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F7DE8B-A095-54A8-15E7-4764F5E0E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950" t="30393" r="20005" b="2061"/>
          <a:stretch/>
        </p:blipFill>
        <p:spPr>
          <a:xfrm>
            <a:off x="992777" y="249591"/>
            <a:ext cx="9562012" cy="6384132"/>
          </a:xfrm>
        </p:spPr>
      </p:pic>
    </p:spTree>
    <p:extLst>
      <p:ext uri="{BB962C8B-B14F-4D97-AF65-F5344CB8AC3E}">
        <p14:creationId xmlns:p14="http://schemas.microsoft.com/office/powerpoint/2010/main" val="3294236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09D0E-C1F2-CB64-991D-AC3FB4560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389" t="48705" r="19631" b="23976"/>
          <a:stretch/>
        </p:blipFill>
        <p:spPr>
          <a:xfrm>
            <a:off x="213213" y="1619795"/>
            <a:ext cx="11978787" cy="3187338"/>
          </a:xfrm>
        </p:spPr>
      </p:pic>
    </p:spTree>
    <p:extLst>
      <p:ext uri="{BB962C8B-B14F-4D97-AF65-F5344CB8AC3E}">
        <p14:creationId xmlns:p14="http://schemas.microsoft.com/office/powerpoint/2010/main" val="346944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6067-373E-0772-9A2E-08A3AF2A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Listing out all items in a database model is so common that a generic class-based view exists for this, too, called </a:t>
            </a:r>
            <a:r>
              <a:rPr lang="en-US" dirty="0" err="1"/>
              <a:t>ListView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645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F9C304-287C-C400-F501-7CB5805EA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381" t="25590" r="25617" b="25177"/>
          <a:stretch/>
        </p:blipFill>
        <p:spPr>
          <a:xfrm>
            <a:off x="1053470" y="666206"/>
            <a:ext cx="10415718" cy="5810127"/>
          </a:xfrm>
        </p:spPr>
      </p:pic>
    </p:spTree>
    <p:extLst>
      <p:ext uri="{BB962C8B-B14F-4D97-AF65-F5344CB8AC3E}">
        <p14:creationId xmlns:p14="http://schemas.microsoft.com/office/powerpoint/2010/main" val="2781901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E017-FCAC-E458-041C-1E0CED6F1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509" y="1032867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dirty="0"/>
              <a:t>By default, </a:t>
            </a:r>
            <a:r>
              <a:rPr lang="en-US" sz="3200" dirty="0" err="1"/>
              <a:t>ListView</a:t>
            </a:r>
            <a:r>
              <a:rPr lang="en-US" sz="3200" dirty="0"/>
              <a:t> returns a context variable called &lt;model&gt;_list, where &lt;model&gt; is our model name. Since our model is named post, we need to loop over </a:t>
            </a:r>
            <a:r>
              <a:rPr lang="en-US" sz="3200" dirty="0" err="1"/>
              <a:t>post_list</a:t>
            </a:r>
            <a:r>
              <a:rPr lang="en-US" sz="3200" dirty="0"/>
              <a:t> with our for loop. The rest of the template remains the same.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2511C9-6BD7-9AA8-D5C6-866EE1968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490" t="73703" r="42453" b="-453"/>
          <a:stretch/>
        </p:blipFill>
        <p:spPr>
          <a:xfrm>
            <a:off x="1867989" y="2844279"/>
            <a:ext cx="8708640" cy="3624091"/>
          </a:xfrm>
        </p:spPr>
      </p:pic>
    </p:spTree>
    <p:extLst>
      <p:ext uri="{BB962C8B-B14F-4D97-AF65-F5344CB8AC3E}">
        <p14:creationId xmlns:p14="http://schemas.microsoft.com/office/powerpoint/2010/main" val="874643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8FA608-4120-DD39-D470-4046EFE5C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634" t="14483" r="31230" b="4163"/>
          <a:stretch/>
        </p:blipFill>
        <p:spPr>
          <a:xfrm>
            <a:off x="2252001" y="339634"/>
            <a:ext cx="7687998" cy="7774057"/>
          </a:xfrm>
        </p:spPr>
      </p:pic>
    </p:spTree>
    <p:extLst>
      <p:ext uri="{BB962C8B-B14F-4D97-AF65-F5344CB8AC3E}">
        <p14:creationId xmlns:p14="http://schemas.microsoft.com/office/powerpoint/2010/main" val="2350602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543</Words>
  <Application>Microsoft Office PowerPoint</Application>
  <PresentationFormat>Widescreen</PresentationFormat>
  <Paragraphs>25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Message Board</vt:lpstr>
      <vt:lpstr>PowerPoint Presentation</vt:lpstr>
      <vt:lpstr>PowerPoint Presentation</vt:lpstr>
      <vt:lpstr>PowerPoint Presentation</vt:lpstr>
      <vt:lpstr>Django’s ORM </vt:lpstr>
      <vt:lpstr>We will have only one table called “Post” and a single field, “text,” containing the contents of a message.</vt:lpstr>
      <vt:lpstr>Django imports a module, models, to help us build new database models that will “model” the characteristics of the data in our database</vt:lpstr>
      <vt:lpstr>PowerPoint Presentation</vt:lpstr>
      <vt:lpstr>PowerPoint Presentation</vt:lpstr>
      <vt:lpstr>Django Admin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display our message board posts on the homepage we have to wire up a view, template, and URL. This pattern should start to feel familiar now.</vt:lpstr>
      <vt:lpstr>On the first line, we import the render() shortcut function, which combines a template with a context dictionary and returns an HttpResponse object. Then, we import our database model, Post, from the models.py file.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By default, ListView returns a context variable called &lt;model&gt;_list, where &lt;model&gt; is our model name. Since our model is named post, we need to loop over post_list with our for loop. The rest of the template remains the same.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Message Board</dc:title>
  <dc:creator>Duce, Patricia</dc:creator>
  <cp:lastModifiedBy>Duce, Patricia</cp:lastModifiedBy>
  <cp:revision>1</cp:revision>
  <dcterms:created xsi:type="dcterms:W3CDTF">2024-09-26T00:50:02Z</dcterms:created>
  <dcterms:modified xsi:type="dcterms:W3CDTF">2024-09-26T03:32:58Z</dcterms:modified>
</cp:coreProperties>
</file>