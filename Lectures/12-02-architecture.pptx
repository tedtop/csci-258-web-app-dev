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88" r:id="rId3"/>
    <p:sldId id="259" r:id="rId4"/>
    <p:sldId id="266" r:id="rId5"/>
    <p:sldId id="296" r:id="rId6"/>
    <p:sldId id="297" r:id="rId7"/>
    <p:sldId id="298" r:id="rId8"/>
    <p:sldId id="299" r:id="rId9"/>
    <p:sldId id="290" r:id="rId10"/>
    <p:sldId id="289" r:id="rId11"/>
    <p:sldId id="291" r:id="rId12"/>
    <p:sldId id="294" r:id="rId13"/>
    <p:sldId id="295" r:id="rId14"/>
    <p:sldId id="292" r:id="rId15"/>
    <p:sldId id="271" r:id="rId16"/>
    <p:sldId id="272" r:id="rId17"/>
    <p:sldId id="287" r:id="rId18"/>
    <p:sldId id="306" r:id="rId19"/>
    <p:sldId id="307" r:id="rId20"/>
    <p:sldId id="308" r:id="rId21"/>
    <p:sldId id="309"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83" autoAdjust="0"/>
    <p:restoredTop sz="94660"/>
  </p:normalViewPr>
  <p:slideViewPr>
    <p:cSldViewPr snapToGrid="0">
      <p:cViewPr varScale="1">
        <p:scale>
          <a:sx n="76" d="100"/>
          <a:sy n="76" d="100"/>
        </p:scale>
        <p:origin x="114"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84FBFDA6-4339-4E0A-B973-4AE3BB5885E1}"/>
    <pc:docChg chg="custSel addSld delSld modSld sldOrd">
      <pc:chgData name="Duce, Patricia" userId="63213659-433f-4003-8b64-f125efbf754c" providerId="ADAL" clId="{84FBFDA6-4339-4E0A-B973-4AE3BB5885E1}" dt="2021-11-10T00:06:27.343" v="179" actId="1076"/>
      <pc:docMkLst>
        <pc:docMk/>
      </pc:docMkLst>
      <pc:sldChg chg="ord">
        <pc:chgData name="Duce, Patricia" userId="63213659-433f-4003-8b64-f125efbf754c" providerId="ADAL" clId="{84FBFDA6-4339-4E0A-B973-4AE3BB5885E1}" dt="2021-11-09T23:50:34.650" v="37"/>
        <pc:sldMkLst>
          <pc:docMk/>
          <pc:sldMk cId="3227876670" sldId="260"/>
        </pc:sldMkLst>
      </pc:sldChg>
      <pc:sldChg chg="modSp mod">
        <pc:chgData name="Duce, Patricia" userId="63213659-433f-4003-8b64-f125efbf754c" providerId="ADAL" clId="{84FBFDA6-4339-4E0A-B973-4AE3BB5885E1}" dt="2021-11-09T23:51:37.845" v="41" actId="20577"/>
        <pc:sldMkLst>
          <pc:docMk/>
          <pc:sldMk cId="4052572694" sldId="263"/>
        </pc:sldMkLst>
        <pc:spChg chg="mod">
          <ac:chgData name="Duce, Patricia" userId="63213659-433f-4003-8b64-f125efbf754c" providerId="ADAL" clId="{84FBFDA6-4339-4E0A-B973-4AE3BB5885E1}" dt="2021-11-09T23:51:37.845" v="41" actId="20577"/>
          <ac:spMkLst>
            <pc:docMk/>
            <pc:sldMk cId="4052572694" sldId="263"/>
            <ac:spMk id="3" creationId="{00000000-0000-0000-0000-000000000000}"/>
          </ac:spMkLst>
        </pc:spChg>
      </pc:sldChg>
      <pc:sldChg chg="modSp mod">
        <pc:chgData name="Duce, Patricia" userId="63213659-433f-4003-8b64-f125efbf754c" providerId="ADAL" clId="{84FBFDA6-4339-4E0A-B973-4AE3BB5885E1}" dt="2021-11-09T23:46:20.162" v="11" actId="1076"/>
        <pc:sldMkLst>
          <pc:docMk/>
          <pc:sldMk cId="2185654069" sldId="264"/>
        </pc:sldMkLst>
        <pc:spChg chg="mod">
          <ac:chgData name="Duce, Patricia" userId="63213659-433f-4003-8b64-f125efbf754c" providerId="ADAL" clId="{84FBFDA6-4339-4E0A-B973-4AE3BB5885E1}" dt="2021-11-09T23:46:20.162" v="11" actId="1076"/>
          <ac:spMkLst>
            <pc:docMk/>
            <pc:sldMk cId="2185654069" sldId="264"/>
            <ac:spMk id="3" creationId="{00000000-0000-0000-0000-000000000000}"/>
          </ac:spMkLst>
        </pc:spChg>
      </pc:sldChg>
      <pc:sldChg chg="del">
        <pc:chgData name="Duce, Patricia" userId="63213659-433f-4003-8b64-f125efbf754c" providerId="ADAL" clId="{84FBFDA6-4339-4E0A-B973-4AE3BB5885E1}" dt="2021-11-09T23:48:29.321" v="20" actId="2696"/>
        <pc:sldMkLst>
          <pc:docMk/>
          <pc:sldMk cId="4131864278" sldId="265"/>
        </pc:sldMkLst>
      </pc:sldChg>
      <pc:sldChg chg="modSp mod">
        <pc:chgData name="Duce, Patricia" userId="63213659-433f-4003-8b64-f125efbf754c" providerId="ADAL" clId="{84FBFDA6-4339-4E0A-B973-4AE3BB5885E1}" dt="2021-11-09T23:43:59.892" v="2" actId="20577"/>
        <pc:sldMkLst>
          <pc:docMk/>
          <pc:sldMk cId="3083444064" sldId="266"/>
        </pc:sldMkLst>
        <pc:spChg chg="mod">
          <ac:chgData name="Duce, Patricia" userId="63213659-433f-4003-8b64-f125efbf754c" providerId="ADAL" clId="{84FBFDA6-4339-4E0A-B973-4AE3BB5885E1}" dt="2021-11-09T23:43:59.892" v="2" actId="20577"/>
          <ac:spMkLst>
            <pc:docMk/>
            <pc:sldMk cId="3083444064" sldId="266"/>
            <ac:spMk id="3" creationId="{00000000-0000-0000-0000-000000000000}"/>
          </ac:spMkLst>
        </pc:spChg>
      </pc:sldChg>
      <pc:sldChg chg="modSp mod">
        <pc:chgData name="Duce, Patricia" userId="63213659-433f-4003-8b64-f125efbf754c" providerId="ADAL" clId="{84FBFDA6-4339-4E0A-B973-4AE3BB5885E1}" dt="2021-11-09T23:44:27.656" v="5" actId="20577"/>
        <pc:sldMkLst>
          <pc:docMk/>
          <pc:sldMk cId="2170419449" sldId="267"/>
        </pc:sldMkLst>
        <pc:spChg chg="mod">
          <ac:chgData name="Duce, Patricia" userId="63213659-433f-4003-8b64-f125efbf754c" providerId="ADAL" clId="{84FBFDA6-4339-4E0A-B973-4AE3BB5885E1}" dt="2021-11-09T23:44:27.656" v="5" actId="20577"/>
          <ac:spMkLst>
            <pc:docMk/>
            <pc:sldMk cId="2170419449" sldId="267"/>
            <ac:spMk id="3" creationId="{00000000-0000-0000-0000-000000000000}"/>
          </ac:spMkLst>
        </pc:spChg>
      </pc:sldChg>
      <pc:sldChg chg="addSp modSp mod">
        <pc:chgData name="Duce, Patricia" userId="63213659-433f-4003-8b64-f125efbf754c" providerId="ADAL" clId="{84FBFDA6-4339-4E0A-B973-4AE3BB5885E1}" dt="2021-11-09T23:47:56.198" v="19" actId="1076"/>
        <pc:sldMkLst>
          <pc:docMk/>
          <pc:sldMk cId="2306958682" sldId="268"/>
        </pc:sldMkLst>
        <pc:spChg chg="mod">
          <ac:chgData name="Duce, Patricia" userId="63213659-433f-4003-8b64-f125efbf754c" providerId="ADAL" clId="{84FBFDA6-4339-4E0A-B973-4AE3BB5885E1}" dt="2021-11-09T23:47:46.826" v="17" actId="20577"/>
          <ac:spMkLst>
            <pc:docMk/>
            <pc:sldMk cId="2306958682" sldId="268"/>
            <ac:spMk id="3" creationId="{00000000-0000-0000-0000-000000000000}"/>
          </ac:spMkLst>
        </pc:spChg>
        <pc:picChg chg="add mod">
          <ac:chgData name="Duce, Patricia" userId="63213659-433f-4003-8b64-f125efbf754c" providerId="ADAL" clId="{84FBFDA6-4339-4E0A-B973-4AE3BB5885E1}" dt="2021-11-09T23:47:56.198" v="19" actId="1076"/>
          <ac:picMkLst>
            <pc:docMk/>
            <pc:sldMk cId="2306958682" sldId="268"/>
            <ac:picMk id="2" creationId="{2B3D641F-77BA-4C9B-83E5-B24C268688A5}"/>
          </ac:picMkLst>
        </pc:picChg>
      </pc:sldChg>
      <pc:sldChg chg="modSp mod">
        <pc:chgData name="Duce, Patricia" userId="63213659-433f-4003-8b64-f125efbf754c" providerId="ADAL" clId="{84FBFDA6-4339-4E0A-B973-4AE3BB5885E1}" dt="2021-11-09T23:52:43.994" v="53" actId="20577"/>
        <pc:sldMkLst>
          <pc:docMk/>
          <pc:sldMk cId="423493157" sldId="270"/>
        </pc:sldMkLst>
        <pc:spChg chg="mod">
          <ac:chgData name="Duce, Patricia" userId="63213659-433f-4003-8b64-f125efbf754c" providerId="ADAL" clId="{84FBFDA6-4339-4E0A-B973-4AE3BB5885E1}" dt="2021-11-09T23:52:43.994" v="53" actId="20577"/>
          <ac:spMkLst>
            <pc:docMk/>
            <pc:sldMk cId="423493157" sldId="270"/>
            <ac:spMk id="3" creationId="{00000000-0000-0000-0000-000000000000}"/>
          </ac:spMkLst>
        </pc:spChg>
      </pc:sldChg>
      <pc:sldChg chg="del">
        <pc:chgData name="Duce, Patricia" userId="63213659-433f-4003-8b64-f125efbf754c" providerId="ADAL" clId="{84FBFDA6-4339-4E0A-B973-4AE3BB5885E1}" dt="2021-11-09T23:43:04.452" v="0" actId="2696"/>
        <pc:sldMkLst>
          <pc:docMk/>
          <pc:sldMk cId="564875325" sldId="271"/>
        </pc:sldMkLst>
      </pc:sldChg>
      <pc:sldChg chg="del">
        <pc:chgData name="Duce, Patricia" userId="63213659-433f-4003-8b64-f125efbf754c" providerId="ADAL" clId="{84FBFDA6-4339-4E0A-B973-4AE3BB5885E1}" dt="2021-11-09T23:43:04.452" v="0" actId="2696"/>
        <pc:sldMkLst>
          <pc:docMk/>
          <pc:sldMk cId="1895239722" sldId="272"/>
        </pc:sldMkLst>
      </pc:sldChg>
      <pc:sldChg chg="del">
        <pc:chgData name="Duce, Patricia" userId="63213659-433f-4003-8b64-f125efbf754c" providerId="ADAL" clId="{84FBFDA6-4339-4E0A-B973-4AE3BB5885E1}" dt="2021-11-09T23:43:04.452" v="0" actId="2696"/>
        <pc:sldMkLst>
          <pc:docMk/>
          <pc:sldMk cId="1009091374" sldId="273"/>
        </pc:sldMkLst>
      </pc:sldChg>
      <pc:sldChg chg="del">
        <pc:chgData name="Duce, Patricia" userId="63213659-433f-4003-8b64-f125efbf754c" providerId="ADAL" clId="{84FBFDA6-4339-4E0A-B973-4AE3BB5885E1}" dt="2021-11-09T23:43:04.452" v="0" actId="2696"/>
        <pc:sldMkLst>
          <pc:docMk/>
          <pc:sldMk cId="2705780977" sldId="274"/>
        </pc:sldMkLst>
      </pc:sldChg>
      <pc:sldChg chg="del">
        <pc:chgData name="Duce, Patricia" userId="63213659-433f-4003-8b64-f125efbf754c" providerId="ADAL" clId="{84FBFDA6-4339-4E0A-B973-4AE3BB5885E1}" dt="2021-11-09T23:43:04.452" v="0" actId="2696"/>
        <pc:sldMkLst>
          <pc:docMk/>
          <pc:sldMk cId="872700524" sldId="275"/>
        </pc:sldMkLst>
      </pc:sldChg>
      <pc:sldChg chg="del">
        <pc:chgData name="Duce, Patricia" userId="63213659-433f-4003-8b64-f125efbf754c" providerId="ADAL" clId="{84FBFDA6-4339-4E0A-B973-4AE3BB5885E1}" dt="2021-11-09T23:43:04.452" v="0" actId="2696"/>
        <pc:sldMkLst>
          <pc:docMk/>
          <pc:sldMk cId="1841444727" sldId="276"/>
        </pc:sldMkLst>
      </pc:sldChg>
      <pc:sldChg chg="del">
        <pc:chgData name="Duce, Patricia" userId="63213659-433f-4003-8b64-f125efbf754c" providerId="ADAL" clId="{84FBFDA6-4339-4E0A-B973-4AE3BB5885E1}" dt="2021-11-09T23:43:04.452" v="0" actId="2696"/>
        <pc:sldMkLst>
          <pc:docMk/>
          <pc:sldMk cId="3696117584" sldId="277"/>
        </pc:sldMkLst>
      </pc:sldChg>
      <pc:sldChg chg="del">
        <pc:chgData name="Duce, Patricia" userId="63213659-433f-4003-8b64-f125efbf754c" providerId="ADAL" clId="{84FBFDA6-4339-4E0A-B973-4AE3BB5885E1}" dt="2021-11-09T23:43:04.452" v="0" actId="2696"/>
        <pc:sldMkLst>
          <pc:docMk/>
          <pc:sldMk cId="551654323" sldId="278"/>
        </pc:sldMkLst>
      </pc:sldChg>
      <pc:sldChg chg="del">
        <pc:chgData name="Duce, Patricia" userId="63213659-433f-4003-8b64-f125efbf754c" providerId="ADAL" clId="{84FBFDA6-4339-4E0A-B973-4AE3BB5885E1}" dt="2021-11-09T23:43:04.452" v="0" actId="2696"/>
        <pc:sldMkLst>
          <pc:docMk/>
          <pc:sldMk cId="1698089066" sldId="280"/>
        </pc:sldMkLst>
      </pc:sldChg>
      <pc:sldChg chg="del">
        <pc:chgData name="Duce, Patricia" userId="63213659-433f-4003-8b64-f125efbf754c" providerId="ADAL" clId="{84FBFDA6-4339-4E0A-B973-4AE3BB5885E1}" dt="2021-11-09T23:43:04.452" v="0" actId="2696"/>
        <pc:sldMkLst>
          <pc:docMk/>
          <pc:sldMk cId="521073240" sldId="281"/>
        </pc:sldMkLst>
      </pc:sldChg>
      <pc:sldChg chg="del">
        <pc:chgData name="Duce, Patricia" userId="63213659-433f-4003-8b64-f125efbf754c" providerId="ADAL" clId="{84FBFDA6-4339-4E0A-B973-4AE3BB5885E1}" dt="2021-11-09T23:43:04.452" v="0" actId="2696"/>
        <pc:sldMkLst>
          <pc:docMk/>
          <pc:sldMk cId="1500231455" sldId="282"/>
        </pc:sldMkLst>
      </pc:sldChg>
      <pc:sldChg chg="del">
        <pc:chgData name="Duce, Patricia" userId="63213659-433f-4003-8b64-f125efbf754c" providerId="ADAL" clId="{84FBFDA6-4339-4E0A-B973-4AE3BB5885E1}" dt="2021-11-09T23:43:04.452" v="0" actId="2696"/>
        <pc:sldMkLst>
          <pc:docMk/>
          <pc:sldMk cId="2091940710" sldId="284"/>
        </pc:sldMkLst>
      </pc:sldChg>
      <pc:sldChg chg="ord">
        <pc:chgData name="Duce, Patricia" userId="63213659-433f-4003-8b64-f125efbf754c" providerId="ADAL" clId="{84FBFDA6-4339-4E0A-B973-4AE3BB5885E1}" dt="2021-11-09T23:50:54.169" v="39"/>
        <pc:sldMkLst>
          <pc:docMk/>
          <pc:sldMk cId="1243375373" sldId="285"/>
        </pc:sldMkLst>
      </pc:sldChg>
      <pc:sldChg chg="del">
        <pc:chgData name="Duce, Patricia" userId="63213659-433f-4003-8b64-f125efbf754c" providerId="ADAL" clId="{84FBFDA6-4339-4E0A-B973-4AE3BB5885E1}" dt="2021-11-09T23:43:04.452" v="0" actId="2696"/>
        <pc:sldMkLst>
          <pc:docMk/>
          <pc:sldMk cId="697456385" sldId="286"/>
        </pc:sldMkLst>
      </pc:sldChg>
      <pc:sldChg chg="del">
        <pc:chgData name="Duce, Patricia" userId="63213659-433f-4003-8b64-f125efbf754c" providerId="ADAL" clId="{84FBFDA6-4339-4E0A-B973-4AE3BB5885E1}" dt="2021-11-09T23:43:04.452" v="0" actId="2696"/>
        <pc:sldMkLst>
          <pc:docMk/>
          <pc:sldMk cId="2340931342" sldId="287"/>
        </pc:sldMkLst>
      </pc:sldChg>
      <pc:sldChg chg="delSp modSp new mod">
        <pc:chgData name="Duce, Patricia" userId="63213659-433f-4003-8b64-f125efbf754c" providerId="ADAL" clId="{84FBFDA6-4339-4E0A-B973-4AE3BB5885E1}" dt="2021-11-09T23:58:58.850" v="92" actId="20577"/>
        <pc:sldMkLst>
          <pc:docMk/>
          <pc:sldMk cId="3446688757" sldId="289"/>
        </pc:sldMkLst>
        <pc:spChg chg="del">
          <ac:chgData name="Duce, Patricia" userId="63213659-433f-4003-8b64-f125efbf754c" providerId="ADAL" clId="{84FBFDA6-4339-4E0A-B973-4AE3BB5885E1}" dt="2021-11-09T23:58:12.905" v="88" actId="478"/>
          <ac:spMkLst>
            <pc:docMk/>
            <pc:sldMk cId="3446688757" sldId="289"/>
            <ac:spMk id="2" creationId="{9FE56AAC-D038-4FCF-AE48-A24DF957AC48}"/>
          </ac:spMkLst>
        </pc:spChg>
        <pc:spChg chg="mod">
          <ac:chgData name="Duce, Patricia" userId="63213659-433f-4003-8b64-f125efbf754c" providerId="ADAL" clId="{84FBFDA6-4339-4E0A-B973-4AE3BB5885E1}" dt="2021-11-09T23:58:58.850" v="92" actId="20577"/>
          <ac:spMkLst>
            <pc:docMk/>
            <pc:sldMk cId="3446688757" sldId="289"/>
            <ac:spMk id="3" creationId="{5466FEA5-9DBB-4B62-95BC-C5445198CD6A}"/>
          </ac:spMkLst>
        </pc:spChg>
      </pc:sldChg>
      <pc:sldChg chg="modSp mod">
        <pc:chgData name="Duce, Patricia" userId="63213659-433f-4003-8b64-f125efbf754c" providerId="ADAL" clId="{84FBFDA6-4339-4E0A-B973-4AE3BB5885E1}" dt="2021-11-09T23:57:44.485" v="86" actId="20577"/>
        <pc:sldMkLst>
          <pc:docMk/>
          <pc:sldMk cId="3783984805" sldId="290"/>
        </pc:sldMkLst>
        <pc:spChg chg="mod">
          <ac:chgData name="Duce, Patricia" userId="63213659-433f-4003-8b64-f125efbf754c" providerId="ADAL" clId="{84FBFDA6-4339-4E0A-B973-4AE3BB5885E1}" dt="2021-11-09T23:57:44.485" v="86" actId="20577"/>
          <ac:spMkLst>
            <pc:docMk/>
            <pc:sldMk cId="3783984805" sldId="290"/>
            <ac:spMk id="2" creationId="{00000000-0000-0000-0000-000000000000}"/>
          </ac:spMkLst>
        </pc:spChg>
      </pc:sldChg>
      <pc:sldChg chg="addSp delSp modSp new mod">
        <pc:chgData name="Duce, Patricia" userId="63213659-433f-4003-8b64-f125efbf754c" providerId="ADAL" clId="{84FBFDA6-4339-4E0A-B973-4AE3BB5885E1}" dt="2021-11-09T23:59:30.222" v="103" actId="1076"/>
        <pc:sldMkLst>
          <pc:docMk/>
          <pc:sldMk cId="1317772084" sldId="291"/>
        </pc:sldMkLst>
        <pc:spChg chg="del">
          <ac:chgData name="Duce, Patricia" userId="63213659-433f-4003-8b64-f125efbf754c" providerId="ADAL" clId="{84FBFDA6-4339-4E0A-B973-4AE3BB5885E1}" dt="2021-11-09T23:59:12.360" v="98" actId="478"/>
          <ac:spMkLst>
            <pc:docMk/>
            <pc:sldMk cId="1317772084" sldId="291"/>
            <ac:spMk id="2" creationId="{DC1F3724-AE48-49C5-A1A7-AD3407B779C7}"/>
          </ac:spMkLst>
        </pc:spChg>
        <pc:spChg chg="mod">
          <ac:chgData name="Duce, Patricia" userId="63213659-433f-4003-8b64-f125efbf754c" providerId="ADAL" clId="{84FBFDA6-4339-4E0A-B973-4AE3BB5885E1}" dt="2021-11-09T23:59:23.911" v="100" actId="1076"/>
          <ac:spMkLst>
            <pc:docMk/>
            <pc:sldMk cId="1317772084" sldId="291"/>
            <ac:spMk id="3" creationId="{60AF9606-DBF8-4647-A324-1760CA41807B}"/>
          </ac:spMkLst>
        </pc:spChg>
        <pc:picChg chg="add mod">
          <ac:chgData name="Duce, Patricia" userId="63213659-433f-4003-8b64-f125efbf754c" providerId="ADAL" clId="{84FBFDA6-4339-4E0A-B973-4AE3BB5885E1}" dt="2021-11-09T23:59:30.222" v="103" actId="1076"/>
          <ac:picMkLst>
            <pc:docMk/>
            <pc:sldMk cId="1317772084" sldId="291"/>
            <ac:picMk id="1026" creationId="{D4D048B9-D718-43B8-BE78-482D64844373}"/>
          </ac:picMkLst>
        </pc:picChg>
      </pc:sldChg>
      <pc:sldChg chg="modSp new mod">
        <pc:chgData name="Duce, Patricia" userId="63213659-433f-4003-8b64-f125efbf754c" providerId="ADAL" clId="{84FBFDA6-4339-4E0A-B973-4AE3BB5885E1}" dt="2021-11-10T00:01:16.156" v="130" actId="20577"/>
        <pc:sldMkLst>
          <pc:docMk/>
          <pc:sldMk cId="2812283471" sldId="292"/>
        </pc:sldMkLst>
        <pc:spChg chg="mod">
          <ac:chgData name="Duce, Patricia" userId="63213659-433f-4003-8b64-f125efbf754c" providerId="ADAL" clId="{84FBFDA6-4339-4E0A-B973-4AE3BB5885E1}" dt="2021-11-10T00:00:51.135" v="115" actId="20577"/>
          <ac:spMkLst>
            <pc:docMk/>
            <pc:sldMk cId="2812283471" sldId="292"/>
            <ac:spMk id="2" creationId="{C16068CE-96F1-4B13-AB9A-023E4863AE2E}"/>
          </ac:spMkLst>
        </pc:spChg>
        <pc:spChg chg="mod">
          <ac:chgData name="Duce, Patricia" userId="63213659-433f-4003-8b64-f125efbf754c" providerId="ADAL" clId="{84FBFDA6-4339-4E0A-B973-4AE3BB5885E1}" dt="2021-11-10T00:01:16.156" v="130" actId="20577"/>
          <ac:spMkLst>
            <pc:docMk/>
            <pc:sldMk cId="2812283471" sldId="292"/>
            <ac:spMk id="3" creationId="{56747C9A-21CE-46A6-8531-852A0DE5EA18}"/>
          </ac:spMkLst>
        </pc:spChg>
      </pc:sldChg>
      <pc:sldChg chg="addSp modSp new mod">
        <pc:chgData name="Duce, Patricia" userId="63213659-433f-4003-8b64-f125efbf754c" providerId="ADAL" clId="{84FBFDA6-4339-4E0A-B973-4AE3BB5885E1}" dt="2021-11-10T00:02:37.904" v="151" actId="1076"/>
        <pc:sldMkLst>
          <pc:docMk/>
          <pc:sldMk cId="4168741064" sldId="293"/>
        </pc:sldMkLst>
        <pc:spChg chg="mod">
          <ac:chgData name="Duce, Patricia" userId="63213659-433f-4003-8b64-f125efbf754c" providerId="ADAL" clId="{84FBFDA6-4339-4E0A-B973-4AE3BB5885E1}" dt="2021-11-10T00:01:50.322" v="142" actId="20577"/>
          <ac:spMkLst>
            <pc:docMk/>
            <pc:sldMk cId="4168741064" sldId="293"/>
            <ac:spMk id="2" creationId="{0B6E347B-77FC-432A-9B83-5F3643D83EFE}"/>
          </ac:spMkLst>
        </pc:spChg>
        <pc:spChg chg="mod">
          <ac:chgData name="Duce, Patricia" userId="63213659-433f-4003-8b64-f125efbf754c" providerId="ADAL" clId="{84FBFDA6-4339-4E0A-B973-4AE3BB5885E1}" dt="2021-11-10T00:02:23.672" v="148" actId="20577"/>
          <ac:spMkLst>
            <pc:docMk/>
            <pc:sldMk cId="4168741064" sldId="293"/>
            <ac:spMk id="3" creationId="{98AC3B29-4022-4641-B77F-08C30E804639}"/>
          </ac:spMkLst>
        </pc:spChg>
        <pc:picChg chg="add mod">
          <ac:chgData name="Duce, Patricia" userId="63213659-433f-4003-8b64-f125efbf754c" providerId="ADAL" clId="{84FBFDA6-4339-4E0A-B973-4AE3BB5885E1}" dt="2021-11-10T00:02:37.904" v="151" actId="1076"/>
          <ac:picMkLst>
            <pc:docMk/>
            <pc:sldMk cId="4168741064" sldId="293"/>
            <ac:picMk id="4" creationId="{0A2D0493-8150-40CC-92E2-72EC845099AB}"/>
          </ac:picMkLst>
        </pc:picChg>
      </pc:sldChg>
      <pc:sldChg chg="modSp new mod">
        <pc:chgData name="Duce, Patricia" userId="63213659-433f-4003-8b64-f125efbf754c" providerId="ADAL" clId="{84FBFDA6-4339-4E0A-B973-4AE3BB5885E1}" dt="2021-11-10T00:05:49.599" v="174"/>
        <pc:sldMkLst>
          <pc:docMk/>
          <pc:sldMk cId="973835041" sldId="294"/>
        </pc:sldMkLst>
        <pc:spChg chg="mod">
          <ac:chgData name="Duce, Patricia" userId="63213659-433f-4003-8b64-f125efbf754c" providerId="ADAL" clId="{84FBFDA6-4339-4E0A-B973-4AE3BB5885E1}" dt="2021-11-10T00:05:15.060" v="166" actId="20577"/>
          <ac:spMkLst>
            <pc:docMk/>
            <pc:sldMk cId="973835041" sldId="294"/>
            <ac:spMk id="2" creationId="{EDAE806A-0E19-4F96-A235-C8C05AFF3A96}"/>
          </ac:spMkLst>
        </pc:spChg>
        <pc:spChg chg="mod">
          <ac:chgData name="Duce, Patricia" userId="63213659-433f-4003-8b64-f125efbf754c" providerId="ADAL" clId="{84FBFDA6-4339-4E0A-B973-4AE3BB5885E1}" dt="2021-11-10T00:05:49.599" v="174"/>
          <ac:spMkLst>
            <pc:docMk/>
            <pc:sldMk cId="973835041" sldId="294"/>
            <ac:spMk id="3" creationId="{29D689F0-B853-4651-9C6A-EA591D4E7260}"/>
          </ac:spMkLst>
        </pc:spChg>
      </pc:sldChg>
      <pc:sldChg chg="addSp delSp modSp new mod">
        <pc:chgData name="Duce, Patricia" userId="63213659-433f-4003-8b64-f125efbf754c" providerId="ADAL" clId="{84FBFDA6-4339-4E0A-B973-4AE3BB5885E1}" dt="2021-11-10T00:06:27.343" v="179" actId="1076"/>
        <pc:sldMkLst>
          <pc:docMk/>
          <pc:sldMk cId="3691294937" sldId="295"/>
        </pc:sldMkLst>
        <pc:spChg chg="del">
          <ac:chgData name="Duce, Patricia" userId="63213659-433f-4003-8b64-f125efbf754c" providerId="ADAL" clId="{84FBFDA6-4339-4E0A-B973-4AE3BB5885E1}" dt="2021-11-10T00:06:22.640" v="177" actId="478"/>
          <ac:spMkLst>
            <pc:docMk/>
            <pc:sldMk cId="3691294937" sldId="295"/>
            <ac:spMk id="2" creationId="{1F53A890-F177-4C8C-AE05-1D359A01B910}"/>
          </ac:spMkLst>
        </pc:spChg>
        <pc:spChg chg="del">
          <ac:chgData name="Duce, Patricia" userId="63213659-433f-4003-8b64-f125efbf754c" providerId="ADAL" clId="{84FBFDA6-4339-4E0A-B973-4AE3BB5885E1}" dt="2021-11-10T00:06:16.766" v="176"/>
          <ac:spMkLst>
            <pc:docMk/>
            <pc:sldMk cId="3691294937" sldId="295"/>
            <ac:spMk id="3" creationId="{AA8C8A1E-C720-4483-A6CB-5CACC96D159B}"/>
          </ac:spMkLst>
        </pc:spChg>
        <pc:picChg chg="add mod">
          <ac:chgData name="Duce, Patricia" userId="63213659-433f-4003-8b64-f125efbf754c" providerId="ADAL" clId="{84FBFDA6-4339-4E0A-B973-4AE3BB5885E1}" dt="2021-11-10T00:06:27.343" v="179" actId="1076"/>
          <ac:picMkLst>
            <pc:docMk/>
            <pc:sldMk cId="3691294937" sldId="295"/>
            <ac:picMk id="2050" creationId="{0213FEE1-19F8-4041-9742-988CBC7045F9}"/>
          </ac:picMkLst>
        </pc:picChg>
      </pc:sldChg>
    </pc:docChg>
  </pc:docChgLst>
  <pc:docChgLst>
    <pc:chgData name="Duce, Patricia" userId="63213659-433f-4003-8b64-f125efbf754c" providerId="ADAL" clId="{D143C4C2-B9E4-439D-94EA-19020E8071E5}"/>
    <pc:docChg chg="custSel addSld delSld modSld sldOrd">
      <pc:chgData name="Duce, Patricia" userId="63213659-433f-4003-8b64-f125efbf754c" providerId="ADAL" clId="{D143C4C2-B9E4-439D-94EA-19020E8071E5}" dt="2023-11-28T17:35:38.636" v="182" actId="47"/>
      <pc:docMkLst>
        <pc:docMk/>
      </pc:docMkLst>
      <pc:sldChg chg="del">
        <pc:chgData name="Duce, Patricia" userId="63213659-433f-4003-8b64-f125efbf754c" providerId="ADAL" clId="{D143C4C2-B9E4-439D-94EA-19020E8071E5}" dt="2023-11-28T17:34:51.897" v="177" actId="47"/>
        <pc:sldMkLst>
          <pc:docMk/>
          <pc:sldMk cId="2953975812" sldId="256"/>
        </pc:sldMkLst>
      </pc:sldChg>
      <pc:sldChg chg="del">
        <pc:chgData name="Duce, Patricia" userId="63213659-433f-4003-8b64-f125efbf754c" providerId="ADAL" clId="{D143C4C2-B9E4-439D-94EA-19020E8071E5}" dt="2023-11-28T17:34:57.345" v="178" actId="47"/>
        <pc:sldMkLst>
          <pc:docMk/>
          <pc:sldMk cId="3053719542" sldId="262"/>
        </pc:sldMkLst>
      </pc:sldChg>
      <pc:sldChg chg="del">
        <pc:chgData name="Duce, Patricia" userId="63213659-433f-4003-8b64-f125efbf754c" providerId="ADAL" clId="{D143C4C2-B9E4-439D-94EA-19020E8071E5}" dt="2023-11-28T17:35:00.353" v="179" actId="47"/>
        <pc:sldMkLst>
          <pc:docMk/>
          <pc:sldMk cId="4052572694" sldId="263"/>
        </pc:sldMkLst>
      </pc:sldChg>
      <pc:sldChg chg="del">
        <pc:chgData name="Duce, Patricia" userId="63213659-433f-4003-8b64-f125efbf754c" providerId="ADAL" clId="{D143C4C2-B9E4-439D-94EA-19020E8071E5}" dt="2023-11-28T17:35:08.274" v="180" actId="47"/>
        <pc:sldMkLst>
          <pc:docMk/>
          <pc:sldMk cId="2185654069" sldId="264"/>
        </pc:sldMkLst>
      </pc:sldChg>
      <pc:sldChg chg="del">
        <pc:chgData name="Duce, Patricia" userId="63213659-433f-4003-8b64-f125efbf754c" providerId="ADAL" clId="{D143C4C2-B9E4-439D-94EA-19020E8071E5}" dt="2023-11-28T17:35:34.843" v="181" actId="47"/>
        <pc:sldMkLst>
          <pc:docMk/>
          <pc:sldMk cId="2306958682" sldId="268"/>
        </pc:sldMkLst>
      </pc:sldChg>
      <pc:sldChg chg="del">
        <pc:chgData name="Duce, Patricia" userId="63213659-433f-4003-8b64-f125efbf754c" providerId="ADAL" clId="{D143C4C2-B9E4-439D-94EA-19020E8071E5}" dt="2023-11-28T17:35:38.636" v="182" actId="47"/>
        <pc:sldMkLst>
          <pc:docMk/>
          <pc:sldMk cId="423493157" sldId="270"/>
        </pc:sldMkLst>
      </pc:sldChg>
      <pc:sldChg chg="ord">
        <pc:chgData name="Duce, Patricia" userId="63213659-433f-4003-8b64-f125efbf754c" providerId="ADAL" clId="{D143C4C2-B9E4-439D-94EA-19020E8071E5}" dt="2023-11-27T00:34:54.617" v="1"/>
        <pc:sldMkLst>
          <pc:docMk/>
          <pc:sldMk cId="4168741064" sldId="293"/>
        </pc:sldMkLst>
      </pc:sldChg>
      <pc:sldChg chg="ord">
        <pc:chgData name="Duce, Patricia" userId="63213659-433f-4003-8b64-f125efbf754c" providerId="ADAL" clId="{D143C4C2-B9E4-439D-94EA-19020E8071E5}" dt="2023-11-28T17:32:28.133" v="176"/>
        <pc:sldMkLst>
          <pc:docMk/>
          <pc:sldMk cId="1681215613" sldId="296"/>
        </pc:sldMkLst>
      </pc:sldChg>
      <pc:sldChg chg="ord">
        <pc:chgData name="Duce, Patricia" userId="63213659-433f-4003-8b64-f125efbf754c" providerId="ADAL" clId="{D143C4C2-B9E4-439D-94EA-19020E8071E5}" dt="2023-11-28T17:32:28.133" v="176"/>
        <pc:sldMkLst>
          <pc:docMk/>
          <pc:sldMk cId="1850297713" sldId="297"/>
        </pc:sldMkLst>
      </pc:sldChg>
      <pc:sldChg chg="ord">
        <pc:chgData name="Duce, Patricia" userId="63213659-433f-4003-8b64-f125efbf754c" providerId="ADAL" clId="{D143C4C2-B9E4-439D-94EA-19020E8071E5}" dt="2023-11-28T17:32:28.133" v="176"/>
        <pc:sldMkLst>
          <pc:docMk/>
          <pc:sldMk cId="3863276093" sldId="298"/>
        </pc:sldMkLst>
      </pc:sldChg>
      <pc:sldChg chg="ord">
        <pc:chgData name="Duce, Patricia" userId="63213659-433f-4003-8b64-f125efbf754c" providerId="ADAL" clId="{D143C4C2-B9E4-439D-94EA-19020E8071E5}" dt="2023-11-28T17:32:28.133" v="176"/>
        <pc:sldMkLst>
          <pc:docMk/>
          <pc:sldMk cId="2557185965" sldId="299"/>
        </pc:sldMkLst>
      </pc:sldChg>
      <pc:sldChg chg="modSp del mod">
        <pc:chgData name="Duce, Patricia" userId="63213659-433f-4003-8b64-f125efbf754c" providerId="ADAL" clId="{D143C4C2-B9E4-439D-94EA-19020E8071E5}" dt="2023-11-27T03:26:24.330" v="143" actId="47"/>
        <pc:sldMkLst>
          <pc:docMk/>
          <pc:sldMk cId="3645655499" sldId="301"/>
        </pc:sldMkLst>
        <pc:spChg chg="mod">
          <ac:chgData name="Duce, Patricia" userId="63213659-433f-4003-8b64-f125efbf754c" providerId="ADAL" clId="{D143C4C2-B9E4-439D-94EA-19020E8071E5}" dt="2023-11-27T00:41:26.100" v="4" actId="313"/>
          <ac:spMkLst>
            <pc:docMk/>
            <pc:sldMk cId="3645655499" sldId="301"/>
            <ac:spMk id="3" creationId="{B90F31B0-B2A1-9E06-2694-7243A26849F1}"/>
          </ac:spMkLst>
        </pc:spChg>
      </pc:sldChg>
      <pc:sldChg chg="delSp modSp mod">
        <pc:chgData name="Duce, Patricia" userId="63213659-433f-4003-8b64-f125efbf754c" providerId="ADAL" clId="{D143C4C2-B9E4-439D-94EA-19020E8071E5}" dt="2023-11-27T03:26:31.482" v="145" actId="478"/>
        <pc:sldMkLst>
          <pc:docMk/>
          <pc:sldMk cId="73365998" sldId="302"/>
        </pc:sldMkLst>
        <pc:spChg chg="del mod">
          <ac:chgData name="Duce, Patricia" userId="63213659-433f-4003-8b64-f125efbf754c" providerId="ADAL" clId="{D143C4C2-B9E4-439D-94EA-19020E8071E5}" dt="2023-11-27T03:26:31.482" v="145" actId="478"/>
          <ac:spMkLst>
            <pc:docMk/>
            <pc:sldMk cId="73365998" sldId="302"/>
            <ac:spMk id="5" creationId="{F742BA08-2E37-53E6-EF71-57248C9D5F41}"/>
          </ac:spMkLst>
        </pc:spChg>
      </pc:sldChg>
      <pc:sldChg chg="addSp delSp modSp new mod">
        <pc:chgData name="Duce, Patricia" userId="63213659-433f-4003-8b64-f125efbf754c" providerId="ADAL" clId="{D143C4C2-B9E4-439D-94EA-19020E8071E5}" dt="2023-11-27T00:48:19.488" v="13" actId="1076"/>
        <pc:sldMkLst>
          <pc:docMk/>
          <pc:sldMk cId="839877653" sldId="304"/>
        </pc:sldMkLst>
        <pc:spChg chg="del">
          <ac:chgData name="Duce, Patricia" userId="63213659-433f-4003-8b64-f125efbf754c" providerId="ADAL" clId="{D143C4C2-B9E4-439D-94EA-19020E8071E5}" dt="2023-11-27T00:47:54.584" v="8" actId="478"/>
          <ac:spMkLst>
            <pc:docMk/>
            <pc:sldMk cId="839877653" sldId="304"/>
            <ac:spMk id="2" creationId="{759D73A0-B170-7B76-EB07-7FCA2F1F97E2}"/>
          </ac:spMkLst>
        </pc:spChg>
        <pc:spChg chg="del">
          <ac:chgData name="Duce, Patricia" userId="63213659-433f-4003-8b64-f125efbf754c" providerId="ADAL" clId="{D143C4C2-B9E4-439D-94EA-19020E8071E5}" dt="2023-11-27T00:47:51.269" v="7" actId="22"/>
          <ac:spMkLst>
            <pc:docMk/>
            <pc:sldMk cId="839877653" sldId="304"/>
            <ac:spMk id="3" creationId="{C3A2F491-7DBB-2FC8-BD58-5AAD26535280}"/>
          </ac:spMkLst>
        </pc:spChg>
        <pc:picChg chg="add mod ord modCrop">
          <ac:chgData name="Duce, Patricia" userId="63213659-433f-4003-8b64-f125efbf754c" providerId="ADAL" clId="{D143C4C2-B9E4-439D-94EA-19020E8071E5}" dt="2023-11-27T00:48:19.488" v="13" actId="1076"/>
          <ac:picMkLst>
            <pc:docMk/>
            <pc:sldMk cId="839877653" sldId="304"/>
            <ac:picMk id="5" creationId="{07255801-6EBA-E962-43DD-19D08FA89660}"/>
          </ac:picMkLst>
        </pc:picChg>
      </pc:sldChg>
      <pc:sldChg chg="del">
        <pc:chgData name="Duce, Patricia" userId="63213659-433f-4003-8b64-f125efbf754c" providerId="ADAL" clId="{D143C4C2-B9E4-439D-94EA-19020E8071E5}" dt="2023-11-27T00:45:46.747" v="5" actId="47"/>
        <pc:sldMkLst>
          <pc:docMk/>
          <pc:sldMk cId="1242186922" sldId="304"/>
        </pc:sldMkLst>
      </pc:sldChg>
      <pc:sldChg chg="delSp modSp new mod">
        <pc:chgData name="Duce, Patricia" userId="63213659-433f-4003-8b64-f125efbf754c" providerId="ADAL" clId="{D143C4C2-B9E4-439D-94EA-19020E8071E5}" dt="2023-11-27T03:27:29.464" v="166" actId="20577"/>
        <pc:sldMkLst>
          <pc:docMk/>
          <pc:sldMk cId="2761743530" sldId="305"/>
        </pc:sldMkLst>
        <pc:spChg chg="del">
          <ac:chgData name="Duce, Patricia" userId="63213659-433f-4003-8b64-f125efbf754c" providerId="ADAL" clId="{D143C4C2-B9E4-439D-94EA-19020E8071E5}" dt="2023-11-27T03:27:13.239" v="146" actId="478"/>
          <ac:spMkLst>
            <pc:docMk/>
            <pc:sldMk cId="2761743530" sldId="305"/>
            <ac:spMk id="2" creationId="{B141BB7B-4EE6-ECE3-D222-69F912925E3F}"/>
          </ac:spMkLst>
        </pc:spChg>
        <pc:spChg chg="mod">
          <ac:chgData name="Duce, Patricia" userId="63213659-433f-4003-8b64-f125efbf754c" providerId="ADAL" clId="{D143C4C2-B9E4-439D-94EA-19020E8071E5}" dt="2023-11-27T03:27:29.464" v="166" actId="20577"/>
          <ac:spMkLst>
            <pc:docMk/>
            <pc:sldMk cId="2761743530" sldId="305"/>
            <ac:spMk id="3" creationId="{6FDAF042-EB50-0640-B113-4C2AC43FE009}"/>
          </ac:spMkLst>
        </pc:spChg>
      </pc:sldChg>
    </pc:docChg>
  </pc:docChgLst>
  <pc:docChgLst>
    <pc:chgData name="Duce, Patricia" userId="63213659-433f-4003-8b64-f125efbf754c" providerId="ADAL" clId="{4EA1CF91-EEAA-4215-8C00-5B2AF869212C}"/>
    <pc:docChg chg="custSel addSld delSld modSld sldOrd">
      <pc:chgData name="Duce, Patricia" userId="63213659-433f-4003-8b64-f125efbf754c" providerId="ADAL" clId="{4EA1CF91-EEAA-4215-8C00-5B2AF869212C}" dt="2024-12-02T02:33:31.755" v="139" actId="2696"/>
      <pc:docMkLst>
        <pc:docMk/>
      </pc:docMkLst>
      <pc:sldChg chg="del">
        <pc:chgData name="Duce, Patricia" userId="63213659-433f-4003-8b64-f125efbf754c" providerId="ADAL" clId="{4EA1CF91-EEAA-4215-8C00-5B2AF869212C}" dt="2024-12-02T02:05:46.842" v="50" actId="47"/>
        <pc:sldMkLst>
          <pc:docMk/>
          <pc:sldMk cId="3227876670" sldId="260"/>
        </pc:sldMkLst>
      </pc:sldChg>
      <pc:sldChg chg="modSp mod">
        <pc:chgData name="Duce, Patricia" userId="63213659-433f-4003-8b64-f125efbf754c" providerId="ADAL" clId="{4EA1CF91-EEAA-4215-8C00-5B2AF869212C}" dt="2024-12-02T02:15:46.196" v="89" actId="27636"/>
        <pc:sldMkLst>
          <pc:docMk/>
          <pc:sldMk cId="3083444064" sldId="266"/>
        </pc:sldMkLst>
        <pc:spChg chg="mod">
          <ac:chgData name="Duce, Patricia" userId="63213659-433f-4003-8b64-f125efbf754c" providerId="ADAL" clId="{4EA1CF91-EEAA-4215-8C00-5B2AF869212C}" dt="2024-12-02T02:15:46.196" v="89" actId="27636"/>
          <ac:spMkLst>
            <pc:docMk/>
            <pc:sldMk cId="3083444064" sldId="266"/>
            <ac:spMk id="3" creationId="{00000000-0000-0000-0000-000000000000}"/>
          </ac:spMkLst>
        </pc:spChg>
      </pc:sldChg>
      <pc:sldChg chg="modSp del mod">
        <pc:chgData name="Duce, Patricia" userId="63213659-433f-4003-8b64-f125efbf754c" providerId="ADAL" clId="{4EA1CF91-EEAA-4215-8C00-5B2AF869212C}" dt="2024-12-02T02:17:25.989" v="90" actId="47"/>
        <pc:sldMkLst>
          <pc:docMk/>
          <pc:sldMk cId="2170419449" sldId="267"/>
        </pc:sldMkLst>
        <pc:spChg chg="mod">
          <ac:chgData name="Duce, Patricia" userId="63213659-433f-4003-8b64-f125efbf754c" providerId="ADAL" clId="{4EA1CF91-EEAA-4215-8C00-5B2AF869212C}" dt="2024-12-02T02:05:08.459" v="48" actId="20577"/>
          <ac:spMkLst>
            <pc:docMk/>
            <pc:sldMk cId="2170419449" sldId="267"/>
            <ac:spMk id="3" creationId="{00000000-0000-0000-0000-000000000000}"/>
          </ac:spMkLst>
        </pc:spChg>
      </pc:sldChg>
      <pc:sldChg chg="modSp del mod">
        <pc:chgData name="Duce, Patricia" userId="63213659-433f-4003-8b64-f125efbf754c" providerId="ADAL" clId="{4EA1CF91-EEAA-4215-8C00-5B2AF869212C}" dt="2024-12-02T02:05:41.277" v="49" actId="47"/>
        <pc:sldMkLst>
          <pc:docMk/>
          <pc:sldMk cId="1243375373" sldId="285"/>
        </pc:sldMkLst>
        <pc:spChg chg="mod">
          <ac:chgData name="Duce, Patricia" userId="63213659-433f-4003-8b64-f125efbf754c" providerId="ADAL" clId="{4EA1CF91-EEAA-4215-8C00-5B2AF869212C}" dt="2024-12-02T02:04:16.120" v="19" actId="20577"/>
          <ac:spMkLst>
            <pc:docMk/>
            <pc:sldMk cId="1243375373" sldId="285"/>
            <ac:spMk id="3" creationId="{00000000-0000-0000-0000-000000000000}"/>
          </ac:spMkLst>
        </pc:spChg>
      </pc:sldChg>
      <pc:sldChg chg="del">
        <pc:chgData name="Duce, Patricia" userId="63213659-433f-4003-8b64-f125efbf754c" providerId="ADAL" clId="{4EA1CF91-EEAA-4215-8C00-5B2AF869212C}" dt="2024-12-02T02:21:05.059" v="97" actId="47"/>
        <pc:sldMkLst>
          <pc:docMk/>
          <pc:sldMk cId="4168741064" sldId="293"/>
        </pc:sldMkLst>
      </pc:sldChg>
      <pc:sldChg chg="ord">
        <pc:chgData name="Duce, Patricia" userId="63213659-433f-4003-8b64-f125efbf754c" providerId="ADAL" clId="{4EA1CF91-EEAA-4215-8C00-5B2AF869212C}" dt="2024-12-02T02:19:38.396" v="96"/>
        <pc:sldMkLst>
          <pc:docMk/>
          <pc:sldMk cId="973835041" sldId="294"/>
        </pc:sldMkLst>
      </pc:sldChg>
      <pc:sldChg chg="ord">
        <pc:chgData name="Duce, Patricia" userId="63213659-433f-4003-8b64-f125efbf754c" providerId="ADAL" clId="{4EA1CF91-EEAA-4215-8C00-5B2AF869212C}" dt="2024-12-02T02:18:54.255" v="94"/>
        <pc:sldMkLst>
          <pc:docMk/>
          <pc:sldMk cId="3691294937" sldId="295"/>
        </pc:sldMkLst>
      </pc:sldChg>
      <pc:sldChg chg="del">
        <pc:chgData name="Duce, Patricia" userId="63213659-433f-4003-8b64-f125efbf754c" providerId="ADAL" clId="{4EA1CF91-EEAA-4215-8C00-5B2AF869212C}" dt="2024-12-02T02:29:24.962" v="129" actId="47"/>
        <pc:sldMkLst>
          <pc:docMk/>
          <pc:sldMk cId="1688102699" sldId="300"/>
        </pc:sldMkLst>
      </pc:sldChg>
      <pc:sldChg chg="del">
        <pc:chgData name="Duce, Patricia" userId="63213659-433f-4003-8b64-f125efbf754c" providerId="ADAL" clId="{4EA1CF91-EEAA-4215-8C00-5B2AF869212C}" dt="2024-12-02T02:29:27.256" v="130" actId="47"/>
        <pc:sldMkLst>
          <pc:docMk/>
          <pc:sldMk cId="73365998" sldId="302"/>
        </pc:sldMkLst>
      </pc:sldChg>
      <pc:sldChg chg="addSp delSp modSp mod">
        <pc:chgData name="Duce, Patricia" userId="63213659-433f-4003-8b64-f125efbf754c" providerId="ADAL" clId="{4EA1CF91-EEAA-4215-8C00-5B2AF869212C}" dt="2024-12-02T02:33:08.053" v="138" actId="14100"/>
        <pc:sldMkLst>
          <pc:docMk/>
          <pc:sldMk cId="1392944448" sldId="303"/>
        </pc:sldMkLst>
        <pc:spChg chg="add del mod">
          <ac:chgData name="Duce, Patricia" userId="63213659-433f-4003-8b64-f125efbf754c" providerId="ADAL" clId="{4EA1CF91-EEAA-4215-8C00-5B2AF869212C}" dt="2024-12-02T02:32:48.662" v="134" actId="22"/>
          <ac:spMkLst>
            <pc:docMk/>
            <pc:sldMk cId="1392944448" sldId="303"/>
            <ac:spMk id="3" creationId="{55898589-44DB-0E19-5746-99B53F4668D7}"/>
          </ac:spMkLst>
        </pc:spChg>
        <pc:picChg chg="del mod">
          <ac:chgData name="Duce, Patricia" userId="63213659-433f-4003-8b64-f125efbf754c" providerId="ADAL" clId="{4EA1CF91-EEAA-4215-8C00-5B2AF869212C}" dt="2024-12-02T02:32:46.238" v="133" actId="478"/>
          <ac:picMkLst>
            <pc:docMk/>
            <pc:sldMk cId="1392944448" sldId="303"/>
            <ac:picMk id="4" creationId="{EB6428CA-5552-0E08-80C2-4066AEAB7E06}"/>
          </ac:picMkLst>
        </pc:picChg>
        <pc:picChg chg="add mod ord modCrop">
          <ac:chgData name="Duce, Patricia" userId="63213659-433f-4003-8b64-f125efbf754c" providerId="ADAL" clId="{4EA1CF91-EEAA-4215-8C00-5B2AF869212C}" dt="2024-12-02T02:33:08.053" v="138" actId="14100"/>
          <ac:picMkLst>
            <pc:docMk/>
            <pc:sldMk cId="1392944448" sldId="303"/>
            <ac:picMk id="6" creationId="{E5D0B1C9-113E-83C1-84D0-51894697A3E6}"/>
          </ac:picMkLst>
        </pc:picChg>
      </pc:sldChg>
      <pc:sldChg chg="del">
        <pc:chgData name="Duce, Patricia" userId="63213659-433f-4003-8b64-f125efbf754c" providerId="ADAL" clId="{4EA1CF91-EEAA-4215-8C00-5B2AF869212C}" dt="2024-12-02T02:29:30.615" v="131" actId="47"/>
        <pc:sldMkLst>
          <pc:docMk/>
          <pc:sldMk cId="839877653" sldId="304"/>
        </pc:sldMkLst>
      </pc:sldChg>
      <pc:sldChg chg="del">
        <pc:chgData name="Duce, Patricia" userId="63213659-433f-4003-8b64-f125efbf754c" providerId="ADAL" clId="{4EA1CF91-EEAA-4215-8C00-5B2AF869212C}" dt="2024-12-02T02:33:31.755" v="139" actId="2696"/>
        <pc:sldMkLst>
          <pc:docMk/>
          <pc:sldMk cId="2761743530" sldId="305"/>
        </pc:sldMkLst>
      </pc:sldChg>
      <pc:sldChg chg="delSp modSp new mod">
        <pc:chgData name="Duce, Patricia" userId="63213659-433f-4003-8b64-f125efbf754c" providerId="ADAL" clId="{4EA1CF91-EEAA-4215-8C00-5B2AF869212C}" dt="2024-12-02T02:25:08.722" v="105" actId="20577"/>
        <pc:sldMkLst>
          <pc:docMk/>
          <pc:sldMk cId="2603650659" sldId="306"/>
        </pc:sldMkLst>
        <pc:spChg chg="del">
          <ac:chgData name="Duce, Patricia" userId="63213659-433f-4003-8b64-f125efbf754c" providerId="ADAL" clId="{4EA1CF91-EEAA-4215-8C00-5B2AF869212C}" dt="2024-12-02T02:24:54.005" v="101" actId="478"/>
          <ac:spMkLst>
            <pc:docMk/>
            <pc:sldMk cId="2603650659" sldId="306"/>
            <ac:spMk id="2" creationId="{249868DB-C7B0-DCC6-B5CC-0D10992C5F04}"/>
          </ac:spMkLst>
        </pc:spChg>
        <pc:spChg chg="mod">
          <ac:chgData name="Duce, Patricia" userId="63213659-433f-4003-8b64-f125efbf754c" providerId="ADAL" clId="{4EA1CF91-EEAA-4215-8C00-5B2AF869212C}" dt="2024-12-02T02:25:08.722" v="105" actId="20577"/>
          <ac:spMkLst>
            <pc:docMk/>
            <pc:sldMk cId="2603650659" sldId="306"/>
            <ac:spMk id="3" creationId="{FADDCD52-7EB0-7D04-401D-3BD6D3BEC70A}"/>
          </ac:spMkLst>
        </pc:spChg>
      </pc:sldChg>
      <pc:sldChg chg="addSp delSp modSp new mod">
        <pc:chgData name="Duce, Patricia" userId="63213659-433f-4003-8b64-f125efbf754c" providerId="ADAL" clId="{4EA1CF91-EEAA-4215-8C00-5B2AF869212C}" dt="2024-12-02T02:26:51.294" v="112" actId="14100"/>
        <pc:sldMkLst>
          <pc:docMk/>
          <pc:sldMk cId="4287342984" sldId="307"/>
        </pc:sldMkLst>
        <pc:spChg chg="del">
          <ac:chgData name="Duce, Patricia" userId="63213659-433f-4003-8b64-f125efbf754c" providerId="ADAL" clId="{4EA1CF91-EEAA-4215-8C00-5B2AF869212C}" dt="2024-12-02T02:26:45.477" v="110" actId="478"/>
          <ac:spMkLst>
            <pc:docMk/>
            <pc:sldMk cId="4287342984" sldId="307"/>
            <ac:spMk id="2" creationId="{E8885F14-4D72-7657-5715-239ABFE491C0}"/>
          </ac:spMkLst>
        </pc:spChg>
        <pc:spChg chg="del">
          <ac:chgData name="Duce, Patricia" userId="63213659-433f-4003-8b64-f125efbf754c" providerId="ADAL" clId="{4EA1CF91-EEAA-4215-8C00-5B2AF869212C}" dt="2024-12-02T02:26:30.663" v="107" actId="22"/>
          <ac:spMkLst>
            <pc:docMk/>
            <pc:sldMk cId="4287342984" sldId="307"/>
            <ac:spMk id="3" creationId="{3211F0B4-7CA2-BF1F-2D5E-4D5CC87DA68E}"/>
          </ac:spMkLst>
        </pc:spChg>
        <pc:picChg chg="add mod ord modCrop">
          <ac:chgData name="Duce, Patricia" userId="63213659-433f-4003-8b64-f125efbf754c" providerId="ADAL" clId="{4EA1CF91-EEAA-4215-8C00-5B2AF869212C}" dt="2024-12-02T02:26:51.294" v="112" actId="14100"/>
          <ac:picMkLst>
            <pc:docMk/>
            <pc:sldMk cId="4287342984" sldId="307"/>
            <ac:picMk id="5" creationId="{22DF7F8F-9FD4-59FC-5AF2-AE3A968B4CB5}"/>
          </ac:picMkLst>
        </pc:picChg>
      </pc:sldChg>
      <pc:sldChg chg="delSp modSp new mod">
        <pc:chgData name="Duce, Patricia" userId="63213659-433f-4003-8b64-f125efbf754c" providerId="ADAL" clId="{4EA1CF91-EEAA-4215-8C00-5B2AF869212C}" dt="2024-12-02T02:28:31.576" v="121"/>
        <pc:sldMkLst>
          <pc:docMk/>
          <pc:sldMk cId="192384061" sldId="308"/>
        </pc:sldMkLst>
        <pc:spChg chg="del">
          <ac:chgData name="Duce, Patricia" userId="63213659-433f-4003-8b64-f125efbf754c" providerId="ADAL" clId="{4EA1CF91-EEAA-4215-8C00-5B2AF869212C}" dt="2024-12-02T02:27:36.383" v="117" actId="478"/>
          <ac:spMkLst>
            <pc:docMk/>
            <pc:sldMk cId="192384061" sldId="308"/>
            <ac:spMk id="2" creationId="{26706E3F-985B-7A25-E575-CD5CCD968548}"/>
          </ac:spMkLst>
        </pc:spChg>
        <pc:spChg chg="mod">
          <ac:chgData name="Duce, Patricia" userId="63213659-433f-4003-8b64-f125efbf754c" providerId="ADAL" clId="{4EA1CF91-EEAA-4215-8C00-5B2AF869212C}" dt="2024-12-02T02:28:31.576" v="121"/>
          <ac:spMkLst>
            <pc:docMk/>
            <pc:sldMk cId="192384061" sldId="308"/>
            <ac:spMk id="3" creationId="{9A6F6303-925D-61F6-84F6-A5CFF56D3B02}"/>
          </ac:spMkLst>
        </pc:spChg>
      </pc:sldChg>
      <pc:sldChg chg="addSp delSp modSp new mod">
        <pc:chgData name="Duce, Patricia" userId="63213659-433f-4003-8b64-f125efbf754c" providerId="ADAL" clId="{4EA1CF91-EEAA-4215-8C00-5B2AF869212C}" dt="2024-12-02T02:29:05.406" v="128" actId="14100"/>
        <pc:sldMkLst>
          <pc:docMk/>
          <pc:sldMk cId="4289895050" sldId="309"/>
        </pc:sldMkLst>
        <pc:spChg chg="del">
          <ac:chgData name="Duce, Patricia" userId="63213659-433f-4003-8b64-f125efbf754c" providerId="ADAL" clId="{4EA1CF91-EEAA-4215-8C00-5B2AF869212C}" dt="2024-12-02T02:28:59.653" v="126" actId="478"/>
          <ac:spMkLst>
            <pc:docMk/>
            <pc:sldMk cId="4289895050" sldId="309"/>
            <ac:spMk id="2" creationId="{A75ADF39-4B63-D659-DB61-E775267CDD85}"/>
          </ac:spMkLst>
        </pc:spChg>
        <pc:spChg chg="del">
          <ac:chgData name="Duce, Patricia" userId="63213659-433f-4003-8b64-f125efbf754c" providerId="ADAL" clId="{4EA1CF91-EEAA-4215-8C00-5B2AF869212C}" dt="2024-12-02T02:28:46.671" v="123" actId="22"/>
          <ac:spMkLst>
            <pc:docMk/>
            <pc:sldMk cId="4289895050" sldId="309"/>
            <ac:spMk id="3" creationId="{4AA0C863-434F-90D8-173B-76293E5EC64C}"/>
          </ac:spMkLst>
        </pc:spChg>
        <pc:picChg chg="add mod ord modCrop">
          <ac:chgData name="Duce, Patricia" userId="63213659-433f-4003-8b64-f125efbf754c" providerId="ADAL" clId="{4EA1CF91-EEAA-4215-8C00-5B2AF869212C}" dt="2024-12-02T02:29:05.406" v="128" actId="14100"/>
          <ac:picMkLst>
            <pc:docMk/>
            <pc:sldMk cId="4289895050" sldId="309"/>
            <ac:picMk id="5" creationId="{FE3DC454-E4B5-4F52-F9ED-5EBFFB5B126F}"/>
          </ac:picMkLst>
        </pc:picChg>
      </pc:sldChg>
    </pc:docChg>
  </pc:docChgLst>
  <pc:docChgLst>
    <pc:chgData name="Duce, Patricia" userId="63213659-433f-4003-8b64-f125efbf754c" providerId="ADAL" clId="{B60971D4-A520-44C1-A537-A1CE75F42002}"/>
    <pc:docChg chg="custSel addSld modSld sldOrd">
      <pc:chgData name="Duce, Patricia" userId="63213659-433f-4003-8b64-f125efbf754c" providerId="ADAL" clId="{B60971D4-A520-44C1-A537-A1CE75F42002}" dt="2022-12-05T19:25:03.563" v="101" actId="1076"/>
      <pc:docMkLst>
        <pc:docMk/>
      </pc:docMkLst>
      <pc:sldChg chg="modSp mod">
        <pc:chgData name="Duce, Patricia" userId="63213659-433f-4003-8b64-f125efbf754c" providerId="ADAL" clId="{B60971D4-A520-44C1-A537-A1CE75F42002}" dt="2022-12-05T19:25:03.563" v="101" actId="1076"/>
        <pc:sldMkLst>
          <pc:docMk/>
          <pc:sldMk cId="3811720651" sldId="258"/>
        </pc:sldMkLst>
        <pc:spChg chg="mod">
          <ac:chgData name="Duce, Patricia" userId="63213659-433f-4003-8b64-f125efbf754c" providerId="ADAL" clId="{B60971D4-A520-44C1-A537-A1CE75F42002}" dt="2022-12-05T19:25:03.563" v="101" actId="1076"/>
          <ac:spMkLst>
            <pc:docMk/>
            <pc:sldMk cId="3811720651" sldId="258"/>
            <ac:spMk id="3" creationId="{00000000-0000-0000-0000-000000000000}"/>
          </ac:spMkLst>
        </pc:spChg>
      </pc:sldChg>
      <pc:sldChg chg="ord">
        <pc:chgData name="Duce, Patricia" userId="63213659-433f-4003-8b64-f125efbf754c" providerId="ADAL" clId="{B60971D4-A520-44C1-A537-A1CE75F42002}" dt="2022-12-01T16:54:33.389" v="1"/>
        <pc:sldMkLst>
          <pc:docMk/>
          <pc:sldMk cId="2557185965" sldId="299"/>
        </pc:sldMkLst>
      </pc:sldChg>
      <pc:sldChg chg="addSp delSp modSp new mod">
        <pc:chgData name="Duce, Patricia" userId="63213659-433f-4003-8b64-f125efbf754c" providerId="ADAL" clId="{B60971D4-A520-44C1-A537-A1CE75F42002}" dt="2022-12-01T17:11:19.207" v="5" actId="1076"/>
        <pc:sldMkLst>
          <pc:docMk/>
          <pc:sldMk cId="1688102699" sldId="300"/>
        </pc:sldMkLst>
        <pc:spChg chg="del">
          <ac:chgData name="Duce, Patricia" userId="63213659-433f-4003-8b64-f125efbf754c" providerId="ADAL" clId="{B60971D4-A520-44C1-A537-A1CE75F42002}" dt="2022-12-01T17:11:16.780" v="4" actId="478"/>
          <ac:spMkLst>
            <pc:docMk/>
            <pc:sldMk cId="1688102699" sldId="300"/>
            <ac:spMk id="2" creationId="{186E961A-73B6-2CD9-D8BE-1AD30FA26C7B}"/>
          </ac:spMkLst>
        </pc:spChg>
        <pc:spChg chg="del">
          <ac:chgData name="Duce, Patricia" userId="63213659-433f-4003-8b64-f125efbf754c" providerId="ADAL" clId="{B60971D4-A520-44C1-A537-A1CE75F42002}" dt="2022-12-01T17:11:14.175" v="3"/>
          <ac:spMkLst>
            <pc:docMk/>
            <pc:sldMk cId="1688102699" sldId="300"/>
            <ac:spMk id="3" creationId="{4EB836A8-C252-63F8-1865-917008CCC8DF}"/>
          </ac:spMkLst>
        </pc:spChg>
        <pc:picChg chg="add mod">
          <ac:chgData name="Duce, Patricia" userId="63213659-433f-4003-8b64-f125efbf754c" providerId="ADAL" clId="{B60971D4-A520-44C1-A537-A1CE75F42002}" dt="2022-12-01T17:11:19.207" v="5" actId="1076"/>
          <ac:picMkLst>
            <pc:docMk/>
            <pc:sldMk cId="1688102699" sldId="300"/>
            <ac:picMk id="4" creationId="{31723C18-98AA-B426-3214-16306387D582}"/>
          </ac:picMkLst>
        </pc:picChg>
      </pc:sldChg>
      <pc:sldChg chg="modSp new mod">
        <pc:chgData name="Duce, Patricia" userId="63213659-433f-4003-8b64-f125efbf754c" providerId="ADAL" clId="{B60971D4-A520-44C1-A537-A1CE75F42002}" dt="2022-12-01T17:12:40.332" v="66" actId="5793"/>
        <pc:sldMkLst>
          <pc:docMk/>
          <pc:sldMk cId="3645655499" sldId="301"/>
        </pc:sldMkLst>
        <pc:spChg chg="mod">
          <ac:chgData name="Duce, Patricia" userId="63213659-433f-4003-8b64-f125efbf754c" providerId="ADAL" clId="{B60971D4-A520-44C1-A537-A1CE75F42002}" dt="2022-12-01T17:12:14.743" v="51" actId="20577"/>
          <ac:spMkLst>
            <pc:docMk/>
            <pc:sldMk cId="3645655499" sldId="301"/>
            <ac:spMk id="2" creationId="{C22226B1-C46A-E43A-CF4A-4248FD32C8C2}"/>
          </ac:spMkLst>
        </pc:spChg>
        <pc:spChg chg="mod">
          <ac:chgData name="Duce, Patricia" userId="63213659-433f-4003-8b64-f125efbf754c" providerId="ADAL" clId="{B60971D4-A520-44C1-A537-A1CE75F42002}" dt="2022-12-01T17:12:40.332" v="66" actId="5793"/>
          <ac:spMkLst>
            <pc:docMk/>
            <pc:sldMk cId="3645655499" sldId="301"/>
            <ac:spMk id="3" creationId="{B90F31B0-B2A1-9E06-2694-7243A26849F1}"/>
          </ac:spMkLst>
        </pc:spChg>
      </pc:sldChg>
      <pc:sldChg chg="addSp delSp modSp new mod">
        <pc:chgData name="Duce, Patricia" userId="63213659-433f-4003-8b64-f125efbf754c" providerId="ADAL" clId="{B60971D4-A520-44C1-A537-A1CE75F42002}" dt="2022-12-01T17:14:56.694" v="88" actId="113"/>
        <pc:sldMkLst>
          <pc:docMk/>
          <pc:sldMk cId="73365998" sldId="302"/>
        </pc:sldMkLst>
        <pc:spChg chg="del">
          <ac:chgData name="Duce, Patricia" userId="63213659-433f-4003-8b64-f125efbf754c" providerId="ADAL" clId="{B60971D4-A520-44C1-A537-A1CE75F42002}" dt="2022-12-01T17:13:19.522" v="68" actId="478"/>
          <ac:spMkLst>
            <pc:docMk/>
            <pc:sldMk cId="73365998" sldId="302"/>
            <ac:spMk id="2" creationId="{20457D19-4A20-30CD-CDC3-784C215F649F}"/>
          </ac:spMkLst>
        </pc:spChg>
        <pc:spChg chg="del">
          <ac:chgData name="Duce, Patricia" userId="63213659-433f-4003-8b64-f125efbf754c" providerId="ADAL" clId="{B60971D4-A520-44C1-A537-A1CE75F42002}" dt="2022-12-01T17:13:21.671" v="69"/>
          <ac:spMkLst>
            <pc:docMk/>
            <pc:sldMk cId="73365998" sldId="302"/>
            <ac:spMk id="3" creationId="{32C4B2D2-A8F5-DC2F-E1AB-21D8A1B7B649}"/>
          </ac:spMkLst>
        </pc:spChg>
        <pc:spChg chg="add mod">
          <ac:chgData name="Duce, Patricia" userId="63213659-433f-4003-8b64-f125efbf754c" providerId="ADAL" clId="{B60971D4-A520-44C1-A537-A1CE75F42002}" dt="2022-12-01T17:14:56.694" v="88" actId="113"/>
          <ac:spMkLst>
            <pc:docMk/>
            <pc:sldMk cId="73365998" sldId="302"/>
            <ac:spMk id="5" creationId="{F742BA08-2E37-53E6-EF71-57248C9D5F41}"/>
          </ac:spMkLst>
        </pc:spChg>
        <pc:picChg chg="add mod">
          <ac:chgData name="Duce, Patricia" userId="63213659-433f-4003-8b64-f125efbf754c" providerId="ADAL" clId="{B60971D4-A520-44C1-A537-A1CE75F42002}" dt="2022-12-01T17:13:25.981" v="71" actId="1076"/>
          <ac:picMkLst>
            <pc:docMk/>
            <pc:sldMk cId="73365998" sldId="302"/>
            <ac:picMk id="4" creationId="{8287CB5C-9C3D-CBDD-E40C-3DEAE286D6AD}"/>
          </ac:picMkLst>
        </pc:picChg>
        <pc:picChg chg="add del">
          <ac:chgData name="Duce, Patricia" userId="63213659-433f-4003-8b64-f125efbf754c" providerId="ADAL" clId="{B60971D4-A520-44C1-A537-A1CE75F42002}" dt="2022-12-01T17:13:57.172" v="80"/>
          <ac:picMkLst>
            <pc:docMk/>
            <pc:sldMk cId="73365998" sldId="302"/>
            <ac:picMk id="1026" creationId="{54C7F7AD-B5EE-9ED9-55C4-0F66BC9E1A66}"/>
          </ac:picMkLst>
        </pc:picChg>
      </pc:sldChg>
      <pc:sldChg chg="addSp delSp modSp new mod">
        <pc:chgData name="Duce, Patricia" userId="63213659-433f-4003-8b64-f125efbf754c" providerId="ADAL" clId="{B60971D4-A520-44C1-A537-A1CE75F42002}" dt="2022-12-01T17:29:13.958" v="94" actId="1076"/>
        <pc:sldMkLst>
          <pc:docMk/>
          <pc:sldMk cId="1392944448" sldId="303"/>
        </pc:sldMkLst>
        <pc:spChg chg="del">
          <ac:chgData name="Duce, Patricia" userId="63213659-433f-4003-8b64-f125efbf754c" providerId="ADAL" clId="{B60971D4-A520-44C1-A537-A1CE75F42002}" dt="2022-12-01T17:28:26.112" v="91" actId="478"/>
          <ac:spMkLst>
            <pc:docMk/>
            <pc:sldMk cId="1392944448" sldId="303"/>
            <ac:spMk id="2" creationId="{46D13BDC-6FFB-91C8-1EB8-D7B863F3C7D1}"/>
          </ac:spMkLst>
        </pc:spChg>
        <pc:spChg chg="del">
          <ac:chgData name="Duce, Patricia" userId="63213659-433f-4003-8b64-f125efbf754c" providerId="ADAL" clId="{B60971D4-A520-44C1-A537-A1CE75F42002}" dt="2022-12-01T17:28:22.896" v="90"/>
          <ac:spMkLst>
            <pc:docMk/>
            <pc:sldMk cId="1392944448" sldId="303"/>
            <ac:spMk id="3" creationId="{7E63FFF7-C304-666E-2446-D41851D12569}"/>
          </ac:spMkLst>
        </pc:spChg>
        <pc:picChg chg="add mod">
          <ac:chgData name="Duce, Patricia" userId="63213659-433f-4003-8b64-f125efbf754c" providerId="ADAL" clId="{B60971D4-A520-44C1-A537-A1CE75F42002}" dt="2022-12-01T17:29:13.958" v="94" actId="1076"/>
          <ac:picMkLst>
            <pc:docMk/>
            <pc:sldMk cId="1392944448" sldId="303"/>
            <ac:picMk id="4" creationId="{EB6428CA-5552-0E08-80C2-4066AEAB7E06}"/>
          </ac:picMkLst>
        </pc:picChg>
      </pc:sldChg>
      <pc:sldChg chg="addSp delSp modSp new mod">
        <pc:chgData name="Duce, Patricia" userId="63213659-433f-4003-8b64-f125efbf754c" providerId="ADAL" clId="{B60971D4-A520-44C1-A537-A1CE75F42002}" dt="2022-12-01T17:31:49.398" v="100" actId="14100"/>
        <pc:sldMkLst>
          <pc:docMk/>
          <pc:sldMk cId="1242186922" sldId="304"/>
        </pc:sldMkLst>
        <pc:spChg chg="del">
          <ac:chgData name="Duce, Patricia" userId="63213659-433f-4003-8b64-f125efbf754c" providerId="ADAL" clId="{B60971D4-A520-44C1-A537-A1CE75F42002}" dt="2022-12-01T17:31:43.919" v="97" actId="478"/>
          <ac:spMkLst>
            <pc:docMk/>
            <pc:sldMk cId="1242186922" sldId="304"/>
            <ac:spMk id="2" creationId="{1BBC4755-C7BB-BFA8-CDD5-21B665E8B1BD}"/>
          </ac:spMkLst>
        </pc:spChg>
        <pc:spChg chg="del">
          <ac:chgData name="Duce, Patricia" userId="63213659-433f-4003-8b64-f125efbf754c" providerId="ADAL" clId="{B60971D4-A520-44C1-A537-A1CE75F42002}" dt="2022-12-01T17:31:40.662" v="96"/>
          <ac:spMkLst>
            <pc:docMk/>
            <pc:sldMk cId="1242186922" sldId="304"/>
            <ac:spMk id="3" creationId="{7E174B27-99AD-50C8-FB15-669C1C588F9F}"/>
          </ac:spMkLst>
        </pc:spChg>
        <pc:picChg chg="add mod">
          <ac:chgData name="Duce, Patricia" userId="63213659-433f-4003-8b64-f125efbf754c" providerId="ADAL" clId="{B60971D4-A520-44C1-A537-A1CE75F42002}" dt="2022-12-01T17:31:49.398" v="100" actId="14100"/>
          <ac:picMkLst>
            <pc:docMk/>
            <pc:sldMk cId="1242186922" sldId="304"/>
            <ac:picMk id="6" creationId="{C6ED4968-092E-5A0F-4811-715B127F961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B3D3882-172B-4C87-A85F-11318A1D28DB}"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55622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933463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3D3882-172B-4C87-A85F-11318A1D28DB}"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53826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3D3882-172B-4C87-A85F-11318A1D28DB}"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28669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3D3882-172B-4C87-A85F-11318A1D28DB}" type="datetimeFigureOut">
              <a:rPr lang="en-US" smtClean="0"/>
              <a:t>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640815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3D3882-172B-4C87-A85F-11318A1D28DB}" type="datetimeFigureOut">
              <a:rPr lang="en-US" smtClean="0"/>
              <a:t>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884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3D3882-172B-4C87-A85F-11318A1D28DB}" type="datetimeFigureOut">
              <a:rPr lang="en-US" smtClean="0"/>
              <a:t>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172804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3D3882-172B-4C87-A85F-11318A1D28DB}"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493524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3D3882-172B-4C87-A85F-11318A1D28DB}"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4067964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5395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2557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3D3882-172B-4C87-A85F-11318A1D28DB}" type="datetimeFigureOut">
              <a:rPr lang="en-US" smtClean="0"/>
              <a:t>12/1/2024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383AAB-3197-43E5-99E6-6ED56E2D8BF0}" type="slidenum">
              <a:rPr lang="en-US" smtClean="0"/>
              <a:t>‹#›</a:t>
            </a:fld>
            <a:endParaRPr lang="en-US"/>
          </a:p>
        </p:txBody>
      </p:sp>
    </p:spTree>
    <p:extLst>
      <p:ext uri="{BB962C8B-B14F-4D97-AF65-F5344CB8AC3E}">
        <p14:creationId xmlns:p14="http://schemas.microsoft.com/office/powerpoint/2010/main" val="4241919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Architecture</a:t>
            </a:r>
          </a:p>
        </p:txBody>
      </p:sp>
      <p:sp>
        <p:nvSpPr>
          <p:cNvPr id="3" name="Content Placeholder 2"/>
          <p:cNvSpPr>
            <a:spLocks noGrp="1"/>
          </p:cNvSpPr>
          <p:nvPr>
            <p:ph idx="1"/>
          </p:nvPr>
        </p:nvSpPr>
        <p:spPr>
          <a:xfrm>
            <a:off x="838200" y="1864261"/>
            <a:ext cx="10515600" cy="4351338"/>
          </a:xfrm>
        </p:spPr>
        <p:txBody>
          <a:bodyPr>
            <a:normAutofit/>
          </a:bodyPr>
          <a:lstStyle/>
          <a:p>
            <a:pPr marL="0" indent="0">
              <a:buNone/>
            </a:pPr>
            <a:r>
              <a:rPr lang="en-US" dirty="0"/>
              <a:t>The foundation for any software system is its </a:t>
            </a:r>
            <a:r>
              <a:rPr lang="en-US" b="1" dirty="0"/>
              <a:t>architecture</a:t>
            </a:r>
            <a:r>
              <a:rPr lang="en-US" dirty="0"/>
              <a:t>. </a:t>
            </a:r>
          </a:p>
          <a:p>
            <a:pPr marL="0" indent="0">
              <a:buNone/>
            </a:pPr>
            <a:endParaRPr lang="en-US" dirty="0"/>
          </a:p>
          <a:p>
            <a:pPr marL="0" indent="0">
              <a:buNone/>
            </a:pPr>
            <a:r>
              <a:rPr lang="en-US" b="0" i="0" dirty="0">
                <a:solidFill>
                  <a:srgbClr val="2A3848"/>
                </a:solidFill>
                <a:effectLst/>
                <a:latin typeface="GothamBook"/>
              </a:rPr>
              <a:t>Software architecture is, simply, the </a:t>
            </a:r>
            <a:r>
              <a:rPr lang="en-US" b="1" i="0" dirty="0">
                <a:solidFill>
                  <a:srgbClr val="2A3848"/>
                </a:solidFill>
                <a:effectLst/>
                <a:latin typeface="GothamBook"/>
              </a:rPr>
              <a:t>organization of a system</a:t>
            </a:r>
            <a:r>
              <a:rPr lang="en-US" b="0" i="0" dirty="0">
                <a:solidFill>
                  <a:srgbClr val="2A3848"/>
                </a:solidFill>
                <a:effectLst/>
                <a:latin typeface="GothamBook"/>
              </a:rPr>
              <a:t>. This organization includes all components, how they interact with each other, the environment in which they operate, and the principles used to design the software.</a:t>
            </a:r>
            <a:endParaRPr lang="en-US" dirty="0"/>
          </a:p>
          <a:p>
            <a:pPr marL="0" indent="0">
              <a:buNone/>
            </a:pPr>
            <a:endParaRPr lang="en-US" dirty="0"/>
          </a:p>
        </p:txBody>
      </p:sp>
    </p:spTree>
    <p:extLst>
      <p:ext uri="{BB962C8B-B14F-4D97-AF65-F5344CB8AC3E}">
        <p14:creationId xmlns:p14="http://schemas.microsoft.com/office/powerpoint/2010/main" val="3811720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BA3FB-DE2A-44BA-ABDD-BE870DDD644E}"/>
              </a:ext>
            </a:extLst>
          </p:cNvPr>
          <p:cNvSpPr>
            <a:spLocks noGrp="1"/>
          </p:cNvSpPr>
          <p:nvPr>
            <p:ph idx="1"/>
          </p:nvPr>
        </p:nvSpPr>
        <p:spPr/>
        <p:txBody>
          <a:bodyPr/>
          <a:lstStyle/>
          <a:p>
            <a:pPr marL="0" indent="0">
              <a:buNone/>
            </a:pPr>
            <a:r>
              <a:rPr lang="en-US" b="0" i="0" dirty="0">
                <a:solidFill>
                  <a:srgbClr val="555555"/>
                </a:solidFill>
                <a:effectLst/>
                <a:latin typeface="Serifa Roman"/>
              </a:rPr>
              <a:t>A "pattern" has been defined as </a:t>
            </a:r>
            <a:r>
              <a:rPr lang="en-US" b="0" i="1" dirty="0">
                <a:solidFill>
                  <a:srgbClr val="555555"/>
                </a:solidFill>
                <a:effectLst/>
                <a:latin typeface="Serifa Roman Italic"/>
              </a:rPr>
              <a:t>"an idea that has been useful in one practical context and will probably be useful in others</a:t>
            </a:r>
            <a:endParaRPr lang="en-US" dirty="0"/>
          </a:p>
        </p:txBody>
      </p:sp>
    </p:spTree>
    <p:extLst>
      <p:ext uri="{BB962C8B-B14F-4D97-AF65-F5344CB8AC3E}">
        <p14:creationId xmlns:p14="http://schemas.microsoft.com/office/powerpoint/2010/main" val="230971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Client-Server Architecture</a:t>
            </a:r>
          </a:p>
        </p:txBody>
      </p:sp>
      <p:sp>
        <p:nvSpPr>
          <p:cNvPr id="3" name="Content Placeholder 2"/>
          <p:cNvSpPr>
            <a:spLocks noGrp="1"/>
          </p:cNvSpPr>
          <p:nvPr>
            <p:ph idx="1"/>
          </p:nvPr>
        </p:nvSpPr>
        <p:spPr/>
        <p:txBody>
          <a:bodyPr/>
          <a:lstStyle/>
          <a:p>
            <a:pPr marL="0" indent="0">
              <a:buNone/>
            </a:pPr>
            <a:r>
              <a:rPr lang="en-US" dirty="0"/>
              <a:t>A </a:t>
            </a:r>
            <a:r>
              <a:rPr lang="en-US" b="1" dirty="0"/>
              <a:t>client–server architecture</a:t>
            </a:r>
            <a:r>
              <a:rPr lang="en-US" dirty="0"/>
              <a:t> divides an application into two parts, ‘client’ and ‘server’. Such an application is implemented on a computer network, which </a:t>
            </a:r>
            <a:r>
              <a:rPr lang="en-US" b="1" dirty="0"/>
              <a:t>connects the client to the server</a:t>
            </a:r>
            <a:r>
              <a:rPr lang="en-US" dirty="0"/>
              <a:t>. </a:t>
            </a:r>
          </a:p>
          <a:p>
            <a:pPr marL="0" indent="0">
              <a:buNone/>
            </a:pPr>
            <a:endParaRPr lang="en-US" dirty="0"/>
          </a:p>
          <a:p>
            <a:pPr marL="0" indent="0">
              <a:buNone/>
            </a:pPr>
            <a:r>
              <a:rPr lang="en-US" dirty="0"/>
              <a:t>The </a:t>
            </a:r>
            <a:r>
              <a:rPr lang="en-US" b="1" dirty="0"/>
              <a:t>server part of that architecture provides the central functionality</a:t>
            </a:r>
            <a:r>
              <a:rPr lang="en-US" dirty="0"/>
              <a:t>: i.e., </a:t>
            </a:r>
            <a:r>
              <a:rPr lang="en-US" b="1" dirty="0"/>
              <a:t>any number of clients can connect to the server and request that it performs a task</a:t>
            </a:r>
            <a:r>
              <a:rPr lang="en-US" dirty="0"/>
              <a:t>. The server accepts these requests, performs the required task and returns any results to the client, as appropriate.</a:t>
            </a:r>
          </a:p>
        </p:txBody>
      </p:sp>
    </p:spTree>
    <p:extLst>
      <p:ext uri="{BB962C8B-B14F-4D97-AF65-F5344CB8AC3E}">
        <p14:creationId xmlns:p14="http://schemas.microsoft.com/office/powerpoint/2010/main" val="3706990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3240"/>
            <a:ext cx="10515600" cy="5503723"/>
          </a:xfrm>
        </p:spPr>
        <p:txBody>
          <a:bodyPr>
            <a:normAutofit/>
          </a:bodyPr>
          <a:lstStyle/>
          <a:p>
            <a:pPr marL="0" indent="0" algn="l">
              <a:buNone/>
            </a:pPr>
            <a:r>
              <a:rPr lang="en-US" b="1" i="0" dirty="0">
                <a:solidFill>
                  <a:srgbClr val="51565E"/>
                </a:solidFill>
                <a:effectLst/>
                <a:latin typeface="Roboto" panose="02000000000000000000" pitchFamily="2" charset="0"/>
              </a:rPr>
              <a:t>Email servers, File servers, Web servers</a:t>
            </a:r>
          </a:p>
          <a:p>
            <a:pPr marL="0" indent="0" algn="l">
              <a:buNone/>
            </a:pPr>
            <a:endParaRPr lang="en-US" b="1" i="0" dirty="0">
              <a:solidFill>
                <a:srgbClr val="51565E"/>
              </a:solidFill>
              <a:effectLst/>
              <a:latin typeface="Roboto" panose="02000000000000000000" pitchFamily="2" charset="0"/>
            </a:endParaRPr>
          </a:p>
          <a:p>
            <a:pPr marL="0" indent="0" algn="l">
              <a:buNone/>
            </a:pPr>
            <a:r>
              <a:rPr lang="en-US" b="1" i="0" dirty="0">
                <a:solidFill>
                  <a:srgbClr val="51565E"/>
                </a:solidFill>
                <a:effectLst/>
                <a:latin typeface="Roboto" panose="02000000000000000000" pitchFamily="2" charset="0"/>
              </a:rPr>
              <a:t>Advantages:</a:t>
            </a:r>
          </a:p>
          <a:p>
            <a:pPr marL="0" indent="0" algn="l">
              <a:buNone/>
            </a:pPr>
            <a:endParaRPr lang="en-US" b="1" dirty="0">
              <a:solidFill>
                <a:srgbClr val="51565E"/>
              </a:solidFill>
              <a:latin typeface="Roboto" panose="02000000000000000000" pitchFamily="2" charset="0"/>
            </a:endParaRPr>
          </a:p>
          <a:p>
            <a:pPr algn="l">
              <a:buFont typeface="Arial" panose="020B0604020202020204" pitchFamily="34" charset="0"/>
              <a:buChar char="•"/>
            </a:pPr>
            <a:r>
              <a:rPr lang="en-US" b="0" i="0" dirty="0">
                <a:solidFill>
                  <a:srgbClr val="51565E"/>
                </a:solidFill>
                <a:effectLst/>
                <a:latin typeface="Roboto" panose="02000000000000000000" pitchFamily="2" charset="0"/>
              </a:rPr>
              <a:t>It’s a centralized system that keeps all the data and its controls in one place</a:t>
            </a:r>
          </a:p>
          <a:p>
            <a:pPr algn="l">
              <a:buFont typeface="Arial" panose="020B0604020202020204" pitchFamily="34" charset="0"/>
              <a:buChar char="•"/>
            </a:pPr>
            <a:r>
              <a:rPr lang="en-US" b="0" i="0" dirty="0">
                <a:solidFill>
                  <a:srgbClr val="51565E"/>
                </a:solidFill>
                <a:effectLst/>
                <a:latin typeface="Roboto" panose="02000000000000000000" pitchFamily="2" charset="0"/>
              </a:rPr>
              <a:t>It brings a high level of scalability, organization, and efficiency</a:t>
            </a:r>
          </a:p>
          <a:p>
            <a:pPr algn="l">
              <a:buFont typeface="Arial" panose="020B0604020202020204" pitchFamily="34" charset="0"/>
              <a:buChar char="•"/>
            </a:pPr>
            <a:r>
              <a:rPr lang="en-US" b="0" i="0" dirty="0">
                <a:solidFill>
                  <a:srgbClr val="51565E"/>
                </a:solidFill>
                <a:effectLst/>
                <a:latin typeface="Roboto" panose="02000000000000000000" pitchFamily="2" charset="0"/>
              </a:rPr>
              <a:t>It allows the IT staff to change the Client and Server capacities separately</a:t>
            </a:r>
          </a:p>
          <a:p>
            <a:pPr algn="l">
              <a:buFont typeface="Arial" panose="020B0604020202020204" pitchFamily="34" charset="0"/>
              <a:buChar char="•"/>
            </a:pPr>
            <a:r>
              <a:rPr lang="en-US" b="0" i="0" dirty="0">
                <a:solidFill>
                  <a:srgbClr val="51565E"/>
                </a:solidFill>
                <a:effectLst/>
                <a:latin typeface="Roboto" panose="02000000000000000000" pitchFamily="2" charset="0"/>
              </a:rPr>
              <a:t>It’s cost-efficient, especially in terms of maintenance</a:t>
            </a:r>
          </a:p>
          <a:p>
            <a:pPr algn="l">
              <a:buFont typeface="Arial" panose="020B0604020202020204" pitchFamily="34" charset="0"/>
              <a:buChar char="•"/>
            </a:pPr>
            <a:r>
              <a:rPr lang="en-US" b="0" i="0" dirty="0">
                <a:solidFill>
                  <a:srgbClr val="51565E"/>
                </a:solidFill>
                <a:effectLst/>
                <a:latin typeface="Roboto" panose="02000000000000000000" pitchFamily="2" charset="0"/>
              </a:rPr>
              <a:t>It allows different platforms to share resources</a:t>
            </a:r>
          </a:p>
          <a:p>
            <a:pPr marL="0" indent="0" algn="l">
              <a:buNone/>
            </a:pPr>
            <a:endParaRPr lang="en-US" b="0" i="0" dirty="0">
              <a:solidFill>
                <a:srgbClr val="51565E"/>
              </a:solidFill>
              <a:effectLst/>
              <a:latin typeface="Roboto" panose="02000000000000000000" pitchFamily="2" charset="0"/>
            </a:endParaRPr>
          </a:p>
          <a:p>
            <a:pPr marL="0" indent="0" algn="l">
              <a:buNone/>
            </a:pPr>
            <a:endParaRPr lang="en-US" dirty="0">
              <a:solidFill>
                <a:srgbClr val="51565E"/>
              </a:solidFill>
              <a:latin typeface="Roboto" panose="02000000000000000000" pitchFamily="2" charset="0"/>
            </a:endParaRPr>
          </a:p>
          <a:p>
            <a:endParaRPr lang="en-US" dirty="0"/>
          </a:p>
        </p:txBody>
      </p:sp>
    </p:spTree>
    <p:extLst>
      <p:ext uri="{BB962C8B-B14F-4D97-AF65-F5344CB8AC3E}">
        <p14:creationId xmlns:p14="http://schemas.microsoft.com/office/powerpoint/2010/main" val="3083444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43AB1-4F5B-46B8-AF5F-9723FC1D7F78}"/>
              </a:ext>
            </a:extLst>
          </p:cNvPr>
          <p:cNvSpPr>
            <a:spLocks noGrp="1"/>
          </p:cNvSpPr>
          <p:nvPr>
            <p:ph type="title"/>
          </p:nvPr>
        </p:nvSpPr>
        <p:spPr/>
        <p:txBody>
          <a:bodyPr/>
          <a:lstStyle/>
          <a:p>
            <a:r>
              <a:rPr lang="en-US" dirty="0"/>
              <a:t>Three – Tier architecture</a:t>
            </a:r>
          </a:p>
        </p:txBody>
      </p:sp>
      <p:sp>
        <p:nvSpPr>
          <p:cNvPr id="3" name="Content Placeholder 2">
            <a:extLst>
              <a:ext uri="{FF2B5EF4-FFF2-40B4-BE49-F238E27FC236}">
                <a16:creationId xmlns:a16="http://schemas.microsoft.com/office/drawing/2014/main" id="{D19C788E-F32B-49B6-8469-22E6713DD465}"/>
              </a:ext>
            </a:extLst>
          </p:cNvPr>
          <p:cNvSpPr>
            <a:spLocks noGrp="1"/>
          </p:cNvSpPr>
          <p:nvPr>
            <p:ph idx="1"/>
          </p:nvPr>
        </p:nvSpPr>
        <p:spPr/>
        <p:txBody>
          <a:bodyPr/>
          <a:lstStyle/>
          <a:p>
            <a:pPr marL="0" indent="0">
              <a:buNone/>
            </a:pPr>
            <a:r>
              <a:rPr lang="en-US" b="0" i="0" dirty="0">
                <a:solidFill>
                  <a:srgbClr val="262626"/>
                </a:solidFill>
                <a:effectLst/>
                <a:latin typeface="IBM Plex Sans" panose="020B0503050203000203" pitchFamily="34" charset="0"/>
              </a:rPr>
              <a:t>separates applications into three logical and physical computing tiers</a:t>
            </a:r>
          </a:p>
          <a:p>
            <a:pPr marL="0" indent="0">
              <a:buNone/>
            </a:pPr>
            <a:endParaRPr lang="en-US" dirty="0">
              <a:solidFill>
                <a:srgbClr val="262626"/>
              </a:solidFill>
              <a:latin typeface="IBM Plex Sans" panose="020B0503050203000203" pitchFamily="34" charset="0"/>
            </a:endParaRPr>
          </a:p>
          <a:p>
            <a:r>
              <a:rPr lang="en-US" b="0" i="0" dirty="0">
                <a:solidFill>
                  <a:srgbClr val="525252"/>
                </a:solidFill>
                <a:effectLst/>
                <a:latin typeface="IBM Plex Sans" panose="020B0503050203000203" pitchFamily="34" charset="0"/>
              </a:rPr>
              <a:t>the presentation tier, or user interface</a:t>
            </a:r>
          </a:p>
          <a:p>
            <a:r>
              <a:rPr lang="en-US" b="0" i="0" dirty="0">
                <a:solidFill>
                  <a:srgbClr val="525252"/>
                </a:solidFill>
                <a:effectLst/>
                <a:latin typeface="IBM Plex Sans" panose="020B0503050203000203" pitchFamily="34" charset="0"/>
              </a:rPr>
              <a:t>the application tier, where data is processed</a:t>
            </a:r>
          </a:p>
          <a:p>
            <a:r>
              <a:rPr lang="en-US" b="0" i="0" dirty="0">
                <a:solidFill>
                  <a:srgbClr val="525252"/>
                </a:solidFill>
                <a:effectLst/>
                <a:latin typeface="IBM Plex Sans" panose="020B0503050203000203" pitchFamily="34" charset="0"/>
              </a:rPr>
              <a:t>and the data tier, where the data associated with the application is stored and managed</a:t>
            </a:r>
            <a:endParaRPr lang="en-US" dirty="0"/>
          </a:p>
        </p:txBody>
      </p:sp>
    </p:spTree>
    <p:extLst>
      <p:ext uri="{BB962C8B-B14F-4D97-AF65-F5344CB8AC3E}">
        <p14:creationId xmlns:p14="http://schemas.microsoft.com/office/powerpoint/2010/main" val="1681215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578734"/>
            <a:ext cx="10515600" cy="5598229"/>
          </a:xfrm>
        </p:spPr>
        <p:txBody>
          <a:bodyPr>
            <a:normAutofit/>
          </a:bodyPr>
          <a:lstStyle/>
          <a:p>
            <a:pPr marL="0" indent="0">
              <a:buNone/>
            </a:pPr>
            <a:endParaRPr lang="en-US" b="1" i="0" dirty="0">
              <a:solidFill>
                <a:srgbClr val="111111"/>
              </a:solidFill>
              <a:effectLst/>
              <a:latin typeface="Segoe UI" panose="020B0502040204020203" pitchFamily="34" charset="0"/>
            </a:endParaRPr>
          </a:p>
          <a:p>
            <a:pPr marL="0" indent="0">
              <a:buNone/>
            </a:pPr>
            <a:endParaRPr lang="en-US" b="1" dirty="0">
              <a:solidFill>
                <a:srgbClr val="111111"/>
              </a:solidFill>
              <a:latin typeface="Segoe UI" panose="020B0502040204020203" pitchFamily="34" charset="0"/>
            </a:endParaRPr>
          </a:p>
          <a:p>
            <a:pPr marL="0" indent="0">
              <a:buNone/>
            </a:pPr>
            <a:r>
              <a:rPr lang="en-US" b="0" i="0" dirty="0">
                <a:solidFill>
                  <a:srgbClr val="525252"/>
                </a:solidFill>
                <a:effectLst/>
                <a:latin typeface="IBM Plex Sans" panose="020B0503050203000203" pitchFamily="34" charset="0"/>
              </a:rPr>
              <a:t>The chief benefit of three-tier architecture is that because each tier runs on its own infrastructure, each tier can be developed simultaneously by a separate development team, and can be updated or scaled as needed without impacting the other tiers.</a:t>
            </a:r>
            <a:endParaRPr lang="en-US" dirty="0"/>
          </a:p>
        </p:txBody>
      </p:sp>
    </p:spTree>
    <p:extLst>
      <p:ext uri="{BB962C8B-B14F-4D97-AF65-F5344CB8AC3E}">
        <p14:creationId xmlns:p14="http://schemas.microsoft.com/office/powerpoint/2010/main" val="185029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DF275AD-8B05-4840-9490-1652354113FF}"/>
              </a:ext>
            </a:extLst>
          </p:cNvPr>
          <p:cNvPicPr>
            <a:picLocks noGrp="1" noChangeAspect="1"/>
          </p:cNvPicPr>
          <p:nvPr>
            <p:ph idx="1"/>
          </p:nvPr>
        </p:nvPicPr>
        <p:blipFill>
          <a:blip r:embed="rId2"/>
          <a:stretch>
            <a:fillRect/>
          </a:stretch>
        </p:blipFill>
        <p:spPr>
          <a:xfrm>
            <a:off x="2159420" y="1036480"/>
            <a:ext cx="8127633" cy="4785040"/>
          </a:xfrm>
          <a:prstGeom prst="rect">
            <a:avLst/>
          </a:prstGeom>
        </p:spPr>
      </p:pic>
    </p:spTree>
    <p:extLst>
      <p:ext uri="{BB962C8B-B14F-4D97-AF65-F5344CB8AC3E}">
        <p14:creationId xmlns:p14="http://schemas.microsoft.com/office/powerpoint/2010/main" val="3863276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97A61A-716E-454A-A0CF-9A033B089AFB}"/>
              </a:ext>
            </a:extLst>
          </p:cNvPr>
          <p:cNvSpPr>
            <a:spLocks noGrp="1"/>
          </p:cNvSpPr>
          <p:nvPr>
            <p:ph idx="1"/>
          </p:nvPr>
        </p:nvSpPr>
        <p:spPr>
          <a:xfrm>
            <a:off x="838200" y="587829"/>
            <a:ext cx="10515600" cy="5589134"/>
          </a:xfrm>
        </p:spPr>
        <p:txBody>
          <a:bodyPr>
            <a:normAutofit/>
          </a:bodyPr>
          <a:lstStyle/>
          <a:p>
            <a:pPr marL="0" indent="0" algn="l" fontAlgn="base">
              <a:buNone/>
            </a:pPr>
            <a:r>
              <a:rPr lang="en-US" b="0" i="0" dirty="0">
                <a:solidFill>
                  <a:srgbClr val="525252"/>
                </a:solidFill>
                <a:effectLst/>
                <a:latin typeface="IBM Plex Sans" panose="020B0503050203000203" pitchFamily="34" charset="0"/>
              </a:rPr>
              <a:t>Tier vs. layer</a:t>
            </a:r>
          </a:p>
          <a:p>
            <a:pPr algn="l" fontAlgn="base"/>
            <a:r>
              <a:rPr lang="en-US" b="0" i="0" dirty="0">
                <a:solidFill>
                  <a:srgbClr val="525252"/>
                </a:solidFill>
                <a:effectLst/>
                <a:latin typeface="IBM Plex Sans" panose="020B0503050203000203" pitchFamily="34" charset="0"/>
              </a:rPr>
              <a:t>In discussions of three-tier architecture, </a:t>
            </a:r>
            <a:r>
              <a:rPr lang="en-US" b="0" i="1" dirty="0">
                <a:solidFill>
                  <a:srgbClr val="525252"/>
                </a:solidFill>
                <a:effectLst/>
                <a:latin typeface="IBM Plex Sans" panose="020B0503050203000203" pitchFamily="34" charset="0"/>
              </a:rPr>
              <a:t>layer</a:t>
            </a:r>
            <a:r>
              <a:rPr lang="en-US" b="0" i="0" dirty="0">
                <a:solidFill>
                  <a:srgbClr val="525252"/>
                </a:solidFill>
                <a:effectLst/>
                <a:latin typeface="IBM Plex Sans" panose="020B0503050203000203" pitchFamily="34" charset="0"/>
              </a:rPr>
              <a:t> is often used interchangeably – and mistakenly – for </a:t>
            </a:r>
            <a:r>
              <a:rPr lang="en-US" b="0" i="1" dirty="0">
                <a:solidFill>
                  <a:srgbClr val="525252"/>
                </a:solidFill>
                <a:effectLst/>
                <a:latin typeface="IBM Plex Sans" panose="020B0503050203000203" pitchFamily="34" charset="0"/>
              </a:rPr>
              <a:t>tier</a:t>
            </a:r>
            <a:r>
              <a:rPr lang="en-US" b="0" i="0" dirty="0">
                <a:solidFill>
                  <a:srgbClr val="525252"/>
                </a:solidFill>
                <a:effectLst/>
                <a:latin typeface="IBM Plex Sans" panose="020B0503050203000203" pitchFamily="34" charset="0"/>
              </a:rPr>
              <a:t>, as in 'presentation layer' or 'business logic layer.' </a:t>
            </a:r>
          </a:p>
          <a:p>
            <a:pPr algn="l" fontAlgn="base"/>
            <a:r>
              <a:rPr lang="en-US" b="0" i="0" dirty="0">
                <a:solidFill>
                  <a:srgbClr val="525252"/>
                </a:solidFill>
                <a:effectLst/>
                <a:latin typeface="IBM Plex Sans" panose="020B0503050203000203" pitchFamily="34" charset="0"/>
              </a:rPr>
              <a:t>They aren't the same. A 'layer' refers to a functional division of the software, but a 'tier' refers to a functional division of the software that runs on infrastructure separate from the other divisions. The Contacts app on your phone, for example, is a </a:t>
            </a:r>
            <a:r>
              <a:rPr lang="en-US" b="0" i="1" dirty="0">
                <a:solidFill>
                  <a:srgbClr val="525252"/>
                </a:solidFill>
                <a:effectLst/>
                <a:latin typeface="IBM Plex Sans" panose="020B0503050203000203" pitchFamily="34" charset="0"/>
              </a:rPr>
              <a:t>three</a:t>
            </a:r>
            <a:r>
              <a:rPr lang="en-US" b="0" i="0" dirty="0">
                <a:solidFill>
                  <a:srgbClr val="525252"/>
                </a:solidFill>
                <a:effectLst/>
                <a:latin typeface="IBM Plex Sans" panose="020B0503050203000203" pitchFamily="34" charset="0"/>
              </a:rPr>
              <a:t>-</a:t>
            </a:r>
            <a:r>
              <a:rPr lang="en-US" b="0" i="1" dirty="0">
                <a:solidFill>
                  <a:srgbClr val="525252"/>
                </a:solidFill>
                <a:effectLst/>
                <a:latin typeface="IBM Plex Sans" panose="020B0503050203000203" pitchFamily="34" charset="0"/>
              </a:rPr>
              <a:t>layer</a:t>
            </a:r>
            <a:r>
              <a:rPr lang="en-US" b="0" i="0" dirty="0">
                <a:solidFill>
                  <a:srgbClr val="525252"/>
                </a:solidFill>
                <a:effectLst/>
                <a:latin typeface="IBM Plex Sans" panose="020B0503050203000203" pitchFamily="34" charset="0"/>
              </a:rPr>
              <a:t> application, but a </a:t>
            </a:r>
            <a:r>
              <a:rPr lang="en-US" b="0" i="1" dirty="0">
                <a:solidFill>
                  <a:srgbClr val="525252"/>
                </a:solidFill>
                <a:effectLst/>
                <a:latin typeface="IBM Plex Sans" panose="020B0503050203000203" pitchFamily="34" charset="0"/>
              </a:rPr>
              <a:t>single-tier</a:t>
            </a:r>
            <a:r>
              <a:rPr lang="en-US" b="0" i="0" dirty="0">
                <a:solidFill>
                  <a:srgbClr val="525252"/>
                </a:solidFill>
                <a:effectLst/>
                <a:latin typeface="IBM Plex Sans" panose="020B0503050203000203" pitchFamily="34" charset="0"/>
              </a:rPr>
              <a:t> application, because all three layers run on your phone.</a:t>
            </a:r>
          </a:p>
          <a:p>
            <a:pPr algn="l" fontAlgn="base"/>
            <a:r>
              <a:rPr lang="en-US" b="0" i="0" dirty="0">
                <a:solidFill>
                  <a:srgbClr val="525252"/>
                </a:solidFill>
                <a:effectLst/>
                <a:latin typeface="IBM Plex Sans" panose="020B0503050203000203" pitchFamily="34" charset="0"/>
              </a:rPr>
              <a:t>The difference is important, because layers can't offer the same benefits as tiers.</a:t>
            </a:r>
          </a:p>
          <a:p>
            <a:endParaRPr lang="en-US" dirty="0"/>
          </a:p>
        </p:txBody>
      </p:sp>
    </p:spTree>
    <p:extLst>
      <p:ext uri="{BB962C8B-B14F-4D97-AF65-F5344CB8AC3E}">
        <p14:creationId xmlns:p14="http://schemas.microsoft.com/office/powerpoint/2010/main" val="2557185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Pipe and Filter Architecture</a:t>
            </a:r>
          </a:p>
        </p:txBody>
      </p:sp>
    </p:spTree>
    <p:extLst>
      <p:ext uri="{BB962C8B-B14F-4D97-AF65-F5344CB8AC3E}">
        <p14:creationId xmlns:p14="http://schemas.microsoft.com/office/powerpoint/2010/main" val="3783984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66FEA5-9DBB-4B62-95BC-C5445198CD6A}"/>
              </a:ext>
            </a:extLst>
          </p:cNvPr>
          <p:cNvSpPr>
            <a:spLocks noGrp="1"/>
          </p:cNvSpPr>
          <p:nvPr>
            <p:ph idx="1"/>
          </p:nvPr>
        </p:nvSpPr>
        <p:spPr>
          <a:xfrm>
            <a:off x="838200" y="875489"/>
            <a:ext cx="10515600" cy="5301474"/>
          </a:xfrm>
        </p:spPr>
        <p:txBody>
          <a:bodyPr/>
          <a:lstStyle/>
          <a:p>
            <a:pPr marL="0" indent="0">
              <a:buNone/>
            </a:pPr>
            <a:endParaRPr lang="en-US" dirty="0"/>
          </a:p>
          <a:p>
            <a:pPr marL="0" indent="0">
              <a:buNone/>
            </a:pPr>
            <a:endParaRPr lang="en-US" dirty="0"/>
          </a:p>
          <a:p>
            <a:pPr marL="0" indent="0">
              <a:buNone/>
            </a:pPr>
            <a:r>
              <a:rPr lang="en-US" dirty="0"/>
              <a:t>Pipe and Filter is another architectural pattern, which has independent entities called filters (components) which perform transformations on data and process the input they receive, and pipes, which serve as connectors for the stream of data being transformed, each connected to the next component in the pipeline.</a:t>
            </a:r>
          </a:p>
        </p:txBody>
      </p:sp>
    </p:spTree>
    <p:extLst>
      <p:ext uri="{BB962C8B-B14F-4D97-AF65-F5344CB8AC3E}">
        <p14:creationId xmlns:p14="http://schemas.microsoft.com/office/powerpoint/2010/main" val="3446688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AF9606-DBF8-4647-A324-1760CA41807B}"/>
              </a:ext>
            </a:extLst>
          </p:cNvPr>
          <p:cNvSpPr>
            <a:spLocks noGrp="1"/>
          </p:cNvSpPr>
          <p:nvPr>
            <p:ph idx="1"/>
          </p:nvPr>
        </p:nvSpPr>
        <p:spPr>
          <a:xfrm>
            <a:off x="838200" y="900073"/>
            <a:ext cx="10515600" cy="4351338"/>
          </a:xfrm>
        </p:spPr>
        <p:txBody>
          <a:bodyPr/>
          <a:lstStyle/>
          <a:p>
            <a:pPr marL="0" indent="0">
              <a:buNone/>
            </a:pPr>
            <a:r>
              <a:rPr lang="en-US" dirty="0">
                <a:solidFill>
                  <a:srgbClr val="292929"/>
                </a:solidFill>
                <a:latin typeface="sohne"/>
              </a:rPr>
              <a:t>D</a:t>
            </a:r>
            <a:r>
              <a:rPr lang="en-US" b="0" i="0" dirty="0">
                <a:solidFill>
                  <a:srgbClr val="292929"/>
                </a:solidFill>
                <a:effectLst/>
                <a:latin typeface="sohne"/>
              </a:rPr>
              <a:t>ata flows in one direction. It starts at a data source, arrives at a filter’s input port(s) where processing is done at the component, and then, is passed via its output port(s) through a pipe to the next filter, and then eventually ends at the data target.</a:t>
            </a:r>
            <a:endParaRPr lang="en-US" dirty="0"/>
          </a:p>
        </p:txBody>
      </p:sp>
      <p:pic>
        <p:nvPicPr>
          <p:cNvPr id="1026" name="Picture 2">
            <a:extLst>
              <a:ext uri="{FF2B5EF4-FFF2-40B4-BE49-F238E27FC236}">
                <a16:creationId xmlns:a16="http://schemas.microsoft.com/office/drawing/2014/main" id="{D4D048B9-D718-43B8-BE78-482D64844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182" y="3265564"/>
            <a:ext cx="7356660" cy="1985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772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E806A-0E19-4F96-A235-C8C05AFF3A96}"/>
              </a:ext>
            </a:extLst>
          </p:cNvPr>
          <p:cNvSpPr>
            <a:spLocks noGrp="1"/>
          </p:cNvSpPr>
          <p:nvPr>
            <p:ph type="title"/>
          </p:nvPr>
        </p:nvSpPr>
        <p:spPr/>
        <p:txBody>
          <a:bodyPr/>
          <a:lstStyle/>
          <a:p>
            <a:r>
              <a:rPr lang="en-US" dirty="0"/>
              <a:t>UNIX Shell</a:t>
            </a:r>
          </a:p>
        </p:txBody>
      </p:sp>
      <p:sp>
        <p:nvSpPr>
          <p:cNvPr id="3" name="Content Placeholder 2">
            <a:extLst>
              <a:ext uri="{FF2B5EF4-FFF2-40B4-BE49-F238E27FC236}">
                <a16:creationId xmlns:a16="http://schemas.microsoft.com/office/drawing/2014/main" id="{29D689F0-B853-4651-9C6A-EA591D4E7260}"/>
              </a:ext>
            </a:extLst>
          </p:cNvPr>
          <p:cNvSpPr>
            <a:spLocks noGrp="1"/>
          </p:cNvSpPr>
          <p:nvPr>
            <p:ph idx="1"/>
          </p:nvPr>
        </p:nvSpPr>
        <p:spPr/>
        <p:txBody>
          <a:bodyPr/>
          <a:lstStyle/>
          <a:p>
            <a:pPr marL="0" indent="0">
              <a:buNone/>
            </a:pPr>
            <a:r>
              <a:rPr lang="en-US" b="0" i="0" dirty="0">
                <a:solidFill>
                  <a:srgbClr val="292929"/>
                </a:solidFill>
                <a:effectLst/>
                <a:latin typeface="sohne"/>
              </a:rPr>
              <a:t>The Pipeline is one of the defining features of the UNIX shell.</a:t>
            </a:r>
          </a:p>
          <a:p>
            <a:pPr marL="0" indent="0">
              <a:buNone/>
            </a:pPr>
            <a:endParaRPr lang="en-US" dirty="0">
              <a:solidFill>
                <a:srgbClr val="292929"/>
              </a:solidFill>
              <a:latin typeface="sohne"/>
            </a:endParaRPr>
          </a:p>
          <a:p>
            <a:pPr marL="0" indent="0">
              <a:buNone/>
            </a:pPr>
            <a:r>
              <a:rPr lang="en-US" b="0" i="0" dirty="0">
                <a:solidFill>
                  <a:srgbClr val="292929"/>
                </a:solidFill>
                <a:effectLst/>
                <a:latin typeface="sohne"/>
              </a:rPr>
              <a:t>In a nutshell, it allows you to tie the output of one program to the input of another. The benefit it brings is that you don’t have to save the results of one program before you can start processing it with another. The long-term and even more important benefit is that it encourages programs to be small and simple.</a:t>
            </a:r>
            <a:endParaRPr lang="en-US" dirty="0"/>
          </a:p>
        </p:txBody>
      </p:sp>
    </p:spTree>
    <p:extLst>
      <p:ext uri="{BB962C8B-B14F-4D97-AF65-F5344CB8AC3E}">
        <p14:creationId xmlns:p14="http://schemas.microsoft.com/office/powerpoint/2010/main" val="973835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213FEE1-19F8-4041-9742-988CBC7045F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4742" y="2074127"/>
            <a:ext cx="10845100" cy="2262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294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68CE-96F1-4B13-AB9A-023E4863AE2E}"/>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56747C9A-21CE-46A6-8531-852A0DE5EA18}"/>
              </a:ext>
            </a:extLst>
          </p:cNvPr>
          <p:cNvSpPr>
            <a:spLocks noGrp="1"/>
          </p:cNvSpPr>
          <p:nvPr>
            <p:ph idx="1"/>
          </p:nvPr>
        </p:nvSpPr>
        <p:spPr/>
        <p:txBody>
          <a:bodyPr/>
          <a:lstStyle/>
          <a:p>
            <a:pPr marL="0" indent="0" algn="l">
              <a:buNone/>
            </a:pPr>
            <a:r>
              <a:rPr lang="en-US" dirty="0">
                <a:solidFill>
                  <a:srgbClr val="292929"/>
                </a:solidFill>
                <a:latin typeface="sohne"/>
              </a:rPr>
              <a:t>F</a:t>
            </a:r>
            <a:r>
              <a:rPr lang="en-US" b="0" i="0" dirty="0">
                <a:solidFill>
                  <a:srgbClr val="292929"/>
                </a:solidFill>
                <a:effectLst/>
                <a:latin typeface="sohne"/>
              </a:rPr>
              <a:t>ilters can be changed without modifications to other filters.</a:t>
            </a:r>
          </a:p>
          <a:p>
            <a:pPr marL="0" indent="0" algn="l">
              <a:buNone/>
            </a:pPr>
            <a:endParaRPr lang="en-US" dirty="0">
              <a:solidFill>
                <a:srgbClr val="292929"/>
              </a:solidFill>
              <a:latin typeface="sohne"/>
            </a:endParaRPr>
          </a:p>
          <a:p>
            <a:pPr marL="0" indent="0" algn="l">
              <a:buNone/>
            </a:pPr>
            <a:r>
              <a:rPr lang="en-US" b="0" i="0" dirty="0">
                <a:solidFill>
                  <a:srgbClr val="292929"/>
                </a:solidFill>
                <a:effectLst/>
                <a:latin typeface="sohne"/>
              </a:rPr>
              <a:t>Filters can be treated as black boxes. Users of the system don’t need to know the logic behind the working of each filter.</a:t>
            </a:r>
          </a:p>
          <a:p>
            <a:pPr marL="0" indent="0" algn="l">
              <a:buNone/>
            </a:pPr>
            <a:endParaRPr lang="en-US" dirty="0">
              <a:solidFill>
                <a:srgbClr val="292929"/>
              </a:solidFill>
              <a:latin typeface="sohne"/>
            </a:endParaRPr>
          </a:p>
          <a:p>
            <a:pPr marL="0" indent="0" algn="l">
              <a:buNone/>
            </a:pPr>
            <a:r>
              <a:rPr lang="en-US" b="0" i="0" dirty="0">
                <a:solidFill>
                  <a:srgbClr val="292929"/>
                </a:solidFill>
                <a:effectLst/>
                <a:latin typeface="sohne"/>
              </a:rPr>
              <a:t>Re-usability. Each filter can be called and used over and over again.</a:t>
            </a:r>
          </a:p>
          <a:p>
            <a:endParaRPr lang="en-US" dirty="0"/>
          </a:p>
        </p:txBody>
      </p:sp>
    </p:spTree>
    <p:extLst>
      <p:ext uri="{BB962C8B-B14F-4D97-AF65-F5344CB8AC3E}">
        <p14:creationId xmlns:p14="http://schemas.microsoft.com/office/powerpoint/2010/main" val="2812283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Architecture</a:t>
            </a:r>
          </a:p>
        </p:txBody>
      </p:sp>
      <p:sp>
        <p:nvSpPr>
          <p:cNvPr id="3" name="Content Placeholder 2"/>
          <p:cNvSpPr>
            <a:spLocks noGrp="1"/>
          </p:cNvSpPr>
          <p:nvPr>
            <p:ph idx="1"/>
          </p:nvPr>
        </p:nvSpPr>
        <p:spPr/>
        <p:txBody>
          <a:bodyPr/>
          <a:lstStyle/>
          <a:p>
            <a:pPr marL="0" indent="0">
              <a:buNone/>
            </a:pPr>
            <a:r>
              <a:rPr lang="en-US" dirty="0"/>
              <a:t>SOA is based around the idea of breaking down an application into a set of much smaller tasks that can be performed by small independent, ‘software components’, each performing a discrete task commonly called a </a:t>
            </a:r>
            <a:r>
              <a:rPr lang="en-US" b="1" dirty="0"/>
              <a:t>service</a:t>
            </a:r>
            <a:r>
              <a:rPr lang="en-US" dirty="0"/>
              <a:t>. </a:t>
            </a:r>
          </a:p>
        </p:txBody>
      </p:sp>
    </p:spTree>
    <p:extLst>
      <p:ext uri="{BB962C8B-B14F-4D97-AF65-F5344CB8AC3E}">
        <p14:creationId xmlns:p14="http://schemas.microsoft.com/office/powerpoint/2010/main" val="564875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31711"/>
            <a:ext cx="10515600" cy="4351338"/>
          </a:xfrm>
        </p:spPr>
        <p:txBody>
          <a:bodyPr/>
          <a:lstStyle/>
          <a:p>
            <a:pPr marL="0" indent="0">
              <a:buNone/>
            </a:pPr>
            <a:r>
              <a:rPr lang="en-US" dirty="0"/>
              <a:t>A service is </a:t>
            </a:r>
            <a:r>
              <a:rPr lang="en-US" b="1" dirty="0"/>
              <a:t>some functionality</a:t>
            </a:r>
            <a:r>
              <a:rPr lang="en-US" dirty="0"/>
              <a:t>, typically a business process, which is packaged as a reusable software component that is:</a:t>
            </a:r>
          </a:p>
          <a:p>
            <a:r>
              <a:rPr lang="en-US" dirty="0"/>
              <a:t>well-defined – a software component with a clearly specified interface and outcome</a:t>
            </a:r>
          </a:p>
          <a:p>
            <a:r>
              <a:rPr lang="en-US" dirty="0"/>
              <a:t>self-contained – the implementation of the service is complete and independent of any product, vendor or technology</a:t>
            </a:r>
          </a:p>
          <a:p>
            <a:r>
              <a:rPr lang="en-US" dirty="0"/>
              <a:t>a black-box – the implementation of the service is hidden (encapsulated) from the service consumer.</a:t>
            </a:r>
          </a:p>
          <a:p>
            <a:endParaRPr lang="en-US" dirty="0"/>
          </a:p>
        </p:txBody>
      </p:sp>
    </p:spTree>
    <p:extLst>
      <p:ext uri="{BB962C8B-B14F-4D97-AF65-F5344CB8AC3E}">
        <p14:creationId xmlns:p14="http://schemas.microsoft.com/office/powerpoint/2010/main" val="1895239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132FF6-0AED-498B-8BDA-91CA9A9816E4}"/>
              </a:ext>
            </a:extLst>
          </p:cNvPr>
          <p:cNvPicPr>
            <a:picLocks noGrp="1" noChangeAspect="1"/>
          </p:cNvPicPr>
          <p:nvPr>
            <p:ph idx="1"/>
          </p:nvPr>
        </p:nvPicPr>
        <p:blipFill>
          <a:blip r:embed="rId2"/>
          <a:stretch>
            <a:fillRect/>
          </a:stretch>
        </p:blipFill>
        <p:spPr>
          <a:xfrm>
            <a:off x="1528542" y="497775"/>
            <a:ext cx="8316497" cy="5862449"/>
          </a:xfrm>
          <a:prstGeom prst="rect">
            <a:avLst/>
          </a:prstGeom>
        </p:spPr>
      </p:pic>
    </p:spTree>
    <p:extLst>
      <p:ext uri="{BB962C8B-B14F-4D97-AF65-F5344CB8AC3E}">
        <p14:creationId xmlns:p14="http://schemas.microsoft.com/office/powerpoint/2010/main" val="2340931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DDCD52-7EB0-7D04-401D-3BD6D3BEC70A}"/>
              </a:ext>
            </a:extLst>
          </p:cNvPr>
          <p:cNvSpPr>
            <a:spLocks noGrp="1"/>
          </p:cNvSpPr>
          <p:nvPr>
            <p:ph idx="1"/>
          </p:nvPr>
        </p:nvSpPr>
        <p:spPr/>
        <p:txBody>
          <a:bodyPr/>
          <a:lstStyle/>
          <a:p>
            <a:pPr marL="0" indent="0">
              <a:buNone/>
            </a:pPr>
            <a:r>
              <a:rPr lang="en-US" dirty="0"/>
              <a:t>Django incorporates both </a:t>
            </a:r>
            <a:r>
              <a:rPr lang="en-US" b="1" dirty="0"/>
              <a:t>client-server architecture </a:t>
            </a:r>
            <a:r>
              <a:rPr lang="en-US" dirty="0"/>
              <a:t>and its own </a:t>
            </a:r>
            <a:r>
              <a:rPr lang="en-US" b="1" dirty="0"/>
              <a:t>Model-View-Template (MVT) architecture</a:t>
            </a:r>
            <a:r>
              <a:rPr lang="en-US" dirty="0"/>
              <a:t>. These two concepts describe different aspects of the framework.</a:t>
            </a:r>
          </a:p>
        </p:txBody>
      </p:sp>
    </p:spTree>
    <p:extLst>
      <p:ext uri="{BB962C8B-B14F-4D97-AF65-F5344CB8AC3E}">
        <p14:creationId xmlns:p14="http://schemas.microsoft.com/office/powerpoint/2010/main" val="2603650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DF7F8F-9FD4-59FC-5AF2-AE3A968B4CB5}"/>
              </a:ext>
            </a:extLst>
          </p:cNvPr>
          <p:cNvPicPr>
            <a:picLocks noGrp="1" noChangeAspect="1"/>
          </p:cNvPicPr>
          <p:nvPr>
            <p:ph idx="1"/>
          </p:nvPr>
        </p:nvPicPr>
        <p:blipFill rotWithShape="1">
          <a:blip r:embed="rId2"/>
          <a:srcRect l="31912" t="19043" r="12673" b="19957"/>
          <a:stretch/>
        </p:blipFill>
        <p:spPr>
          <a:xfrm>
            <a:off x="1168400" y="464699"/>
            <a:ext cx="9537700" cy="5915074"/>
          </a:xfrm>
        </p:spPr>
      </p:pic>
    </p:spTree>
    <p:extLst>
      <p:ext uri="{BB962C8B-B14F-4D97-AF65-F5344CB8AC3E}">
        <p14:creationId xmlns:p14="http://schemas.microsoft.com/office/powerpoint/2010/main" val="4287342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6F6303-925D-61F6-84F6-A5CFF56D3B02}"/>
              </a:ext>
            </a:extLst>
          </p:cNvPr>
          <p:cNvSpPr>
            <a:spLocks noGrp="1"/>
          </p:cNvSpPr>
          <p:nvPr>
            <p:ph idx="1"/>
          </p:nvPr>
        </p:nvSpPr>
        <p:spPr/>
        <p:txBody>
          <a:bodyPr/>
          <a:lstStyle/>
          <a:p>
            <a:pPr marL="0" indent="0">
              <a:buNone/>
            </a:pPr>
            <a:r>
              <a:rPr lang="en-US" b="1" dirty="0"/>
              <a:t>Model-View-Template (MVT) Architecture</a:t>
            </a:r>
          </a:p>
          <a:p>
            <a:pPr marL="0" indent="0">
              <a:buNone/>
            </a:pPr>
            <a:r>
              <a:rPr lang="en-US" dirty="0"/>
              <a:t>Django's </a:t>
            </a:r>
            <a:r>
              <a:rPr lang="en-US" b="1" dirty="0"/>
              <a:t>MVT architecture</a:t>
            </a:r>
            <a:r>
              <a:rPr lang="en-US" dirty="0"/>
              <a:t> is an internal design pattern that structures how the server-side code is organized. </a:t>
            </a:r>
          </a:p>
          <a:p>
            <a:pPr marL="0" indent="0">
              <a:buNone/>
            </a:pPr>
            <a:endParaRPr lang="en-US" dirty="0"/>
          </a:p>
          <a:p>
            <a:pPr marL="0" indent="0">
              <a:buNone/>
            </a:pPr>
            <a:r>
              <a:rPr lang="en-US" dirty="0"/>
              <a:t>This pattern ensures separation of concerns within the Django server application, making it easier to maintain and scale.</a:t>
            </a:r>
          </a:p>
          <a:p>
            <a:pPr marL="0" indent="0">
              <a:buNone/>
            </a:pPr>
            <a:endParaRPr lang="en-US" dirty="0"/>
          </a:p>
          <a:p>
            <a:endParaRPr lang="en-US" dirty="0"/>
          </a:p>
        </p:txBody>
      </p:sp>
    </p:spTree>
    <p:extLst>
      <p:ext uri="{BB962C8B-B14F-4D97-AF65-F5344CB8AC3E}">
        <p14:creationId xmlns:p14="http://schemas.microsoft.com/office/powerpoint/2010/main" val="192384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3DC454-E4B5-4F52-F9ED-5EBFFB5B126F}"/>
              </a:ext>
            </a:extLst>
          </p:cNvPr>
          <p:cNvPicPr>
            <a:picLocks noGrp="1" noChangeAspect="1"/>
          </p:cNvPicPr>
          <p:nvPr>
            <p:ph idx="1"/>
          </p:nvPr>
        </p:nvPicPr>
        <p:blipFill rotWithShape="1">
          <a:blip r:embed="rId2"/>
          <a:srcRect l="33392" t="23714" r="11029" b="28420"/>
          <a:stretch/>
        </p:blipFill>
        <p:spPr>
          <a:xfrm>
            <a:off x="558800" y="793185"/>
            <a:ext cx="11010900" cy="5342570"/>
          </a:xfrm>
        </p:spPr>
      </p:pic>
    </p:spTree>
    <p:extLst>
      <p:ext uri="{BB962C8B-B14F-4D97-AF65-F5344CB8AC3E}">
        <p14:creationId xmlns:p14="http://schemas.microsoft.com/office/powerpoint/2010/main" val="4289895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5D0B1C9-113E-83C1-84D0-51894697A3E6}"/>
              </a:ext>
            </a:extLst>
          </p:cNvPr>
          <p:cNvPicPr>
            <a:picLocks noGrp="1" noChangeAspect="1"/>
          </p:cNvPicPr>
          <p:nvPr>
            <p:ph idx="1"/>
          </p:nvPr>
        </p:nvPicPr>
        <p:blipFill rotWithShape="1">
          <a:blip r:embed="rId2"/>
          <a:srcRect l="22825" t="18168" r="22230" b="25501"/>
          <a:stretch/>
        </p:blipFill>
        <p:spPr>
          <a:xfrm>
            <a:off x="1041400" y="306679"/>
            <a:ext cx="8610600" cy="5999446"/>
          </a:xfrm>
        </p:spPr>
      </p:pic>
    </p:spTree>
    <p:extLst>
      <p:ext uri="{BB962C8B-B14F-4D97-AF65-F5344CB8AC3E}">
        <p14:creationId xmlns:p14="http://schemas.microsoft.com/office/powerpoint/2010/main" val="1392944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TotalTime>
  <Words>861</Words>
  <Application>Microsoft Office PowerPoint</Application>
  <PresentationFormat>Widescreen</PresentationFormat>
  <Paragraphs>58</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vt:lpstr>
      <vt:lpstr>Calibri</vt:lpstr>
      <vt:lpstr>Calibri Light</vt:lpstr>
      <vt:lpstr>GothamBook</vt:lpstr>
      <vt:lpstr>IBM Plex Sans</vt:lpstr>
      <vt:lpstr>Roboto</vt:lpstr>
      <vt:lpstr>Segoe UI</vt:lpstr>
      <vt:lpstr>Serifa Roman</vt:lpstr>
      <vt:lpstr>Serifa Roman Italic</vt:lpstr>
      <vt:lpstr>sohne</vt:lpstr>
      <vt:lpstr>Office Theme</vt:lpstr>
      <vt:lpstr>Software Architecture</vt:lpstr>
      <vt:lpstr>PowerPoint Presentation</vt:lpstr>
      <vt:lpstr>Client-Server Architecture</vt:lpstr>
      <vt:lpstr>PowerPoint Presentation</vt:lpstr>
      <vt:lpstr>Three – Tier architecture</vt:lpstr>
      <vt:lpstr>PowerPoint Presentation</vt:lpstr>
      <vt:lpstr>PowerPoint Presentation</vt:lpstr>
      <vt:lpstr>PowerPoint Presentation</vt:lpstr>
      <vt:lpstr>Pipe and Filter Architecture</vt:lpstr>
      <vt:lpstr>PowerPoint Presentation</vt:lpstr>
      <vt:lpstr>PowerPoint Presentation</vt:lpstr>
      <vt:lpstr>UNIX Shell</vt:lpstr>
      <vt:lpstr>PowerPoint Presentation</vt:lpstr>
      <vt:lpstr>Advantages</vt:lpstr>
      <vt:lpstr>Service-Oriented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dc:title>
  <dc:creator>Duce, Patricia</dc:creator>
  <cp:lastModifiedBy>Duce, Patricia</cp:lastModifiedBy>
  <cp:revision>22</cp:revision>
  <dcterms:created xsi:type="dcterms:W3CDTF">2020-10-25T16:18:24Z</dcterms:created>
  <dcterms:modified xsi:type="dcterms:W3CDTF">2024-12-02T02:33:37Z</dcterms:modified>
</cp:coreProperties>
</file>