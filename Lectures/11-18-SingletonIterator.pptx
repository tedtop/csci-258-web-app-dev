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87" r:id="rId2"/>
    <p:sldId id="289" r:id="rId3"/>
    <p:sldId id="288" r:id="rId4"/>
    <p:sldId id="290" r:id="rId5"/>
    <p:sldId id="291" r:id="rId6"/>
    <p:sldId id="292" r:id="rId7"/>
    <p:sldId id="293" r:id="rId8"/>
    <p:sldId id="294" r:id="rId9"/>
    <p:sldId id="295" r:id="rId10"/>
    <p:sldId id="296" r:id="rId11"/>
    <p:sldId id="306" r:id="rId12"/>
    <p:sldId id="307" r:id="rId13"/>
    <p:sldId id="297" r:id="rId14"/>
    <p:sldId id="298" r:id="rId15"/>
    <p:sldId id="299" r:id="rId16"/>
    <p:sldId id="300" r:id="rId17"/>
    <p:sldId id="301" r:id="rId18"/>
    <p:sldId id="302" r:id="rId19"/>
    <p:sldId id="303" r:id="rId20"/>
    <p:sldId id="305" r:id="rId21"/>
    <p:sldId id="304" r:id="rId22"/>
    <p:sldId id="309" r:id="rId23"/>
    <p:sldId id="30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30E47E-9D81-4ADE-A6EE-8509D23CB424}" v="9" dt="2024-11-19T14:29:09.4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102"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ce, Patricia" userId="63213659-433f-4003-8b64-f125efbf754c" providerId="ADAL" clId="{A130E47E-9D81-4ADE-A6EE-8509D23CB424}"/>
    <pc:docChg chg="custSel addSld modSld sldOrd">
      <pc:chgData name="Duce, Patricia" userId="63213659-433f-4003-8b64-f125efbf754c" providerId="ADAL" clId="{A130E47E-9D81-4ADE-A6EE-8509D23CB424}" dt="2024-11-19T14:29:17.430" v="139" actId="20577"/>
      <pc:docMkLst>
        <pc:docMk/>
      </pc:docMkLst>
      <pc:sldChg chg="modSp mod">
        <pc:chgData name="Duce, Patricia" userId="63213659-433f-4003-8b64-f125efbf754c" providerId="ADAL" clId="{A130E47E-9D81-4ADE-A6EE-8509D23CB424}" dt="2024-11-19T14:01:37.560" v="24" actId="20577"/>
        <pc:sldMkLst>
          <pc:docMk/>
          <pc:sldMk cId="561506471" sldId="293"/>
        </pc:sldMkLst>
        <pc:spChg chg="mod">
          <ac:chgData name="Duce, Patricia" userId="63213659-433f-4003-8b64-f125efbf754c" providerId="ADAL" clId="{A130E47E-9D81-4ADE-A6EE-8509D23CB424}" dt="2024-11-19T14:01:37.560" v="24" actId="20577"/>
          <ac:spMkLst>
            <pc:docMk/>
            <pc:sldMk cId="561506471" sldId="293"/>
            <ac:spMk id="3" creationId="{94D745BB-30E9-4D92-8479-FB5570F89A83}"/>
          </ac:spMkLst>
        </pc:spChg>
      </pc:sldChg>
      <pc:sldChg chg="addSp delSp modSp mod">
        <pc:chgData name="Duce, Patricia" userId="63213659-433f-4003-8b64-f125efbf754c" providerId="ADAL" clId="{A130E47E-9D81-4ADE-A6EE-8509D23CB424}" dt="2024-11-19T14:15:27.291" v="49" actId="20577"/>
        <pc:sldMkLst>
          <pc:docMk/>
          <pc:sldMk cId="3329865417" sldId="296"/>
        </pc:sldMkLst>
        <pc:spChg chg="add del">
          <ac:chgData name="Duce, Patricia" userId="63213659-433f-4003-8b64-f125efbf754c" providerId="ADAL" clId="{A130E47E-9D81-4ADE-A6EE-8509D23CB424}" dt="2024-11-19T14:15:14.658" v="44"/>
          <ac:spMkLst>
            <pc:docMk/>
            <pc:sldMk cId="3329865417" sldId="296"/>
            <ac:spMk id="2" creationId="{F3B4B0CB-2F72-3292-1354-C39D04FC45F5}"/>
          </ac:spMkLst>
        </pc:spChg>
        <pc:spChg chg="mod">
          <ac:chgData name="Duce, Patricia" userId="63213659-433f-4003-8b64-f125efbf754c" providerId="ADAL" clId="{A130E47E-9D81-4ADE-A6EE-8509D23CB424}" dt="2024-11-19T14:15:27.291" v="49" actId="20577"/>
          <ac:spMkLst>
            <pc:docMk/>
            <pc:sldMk cId="3329865417" sldId="296"/>
            <ac:spMk id="3" creationId="{14A4F6A1-91AE-409D-9FAC-65C7815A64A2}"/>
          </ac:spMkLst>
        </pc:spChg>
      </pc:sldChg>
      <pc:sldChg chg="ord">
        <pc:chgData name="Duce, Patricia" userId="63213659-433f-4003-8b64-f125efbf754c" providerId="ADAL" clId="{A130E47E-9D81-4ADE-A6EE-8509D23CB424}" dt="2024-11-19T14:24:09.983" v="99"/>
        <pc:sldMkLst>
          <pc:docMk/>
          <pc:sldMk cId="2492694363" sldId="303"/>
        </pc:sldMkLst>
      </pc:sldChg>
      <pc:sldChg chg="modSp mod ord">
        <pc:chgData name="Duce, Patricia" userId="63213659-433f-4003-8b64-f125efbf754c" providerId="ADAL" clId="{A130E47E-9D81-4ADE-A6EE-8509D23CB424}" dt="2024-11-19T14:24:13.622" v="101"/>
        <pc:sldMkLst>
          <pc:docMk/>
          <pc:sldMk cId="558005998" sldId="305"/>
        </pc:sldMkLst>
        <pc:spChg chg="mod">
          <ac:chgData name="Duce, Patricia" userId="63213659-433f-4003-8b64-f125efbf754c" providerId="ADAL" clId="{A130E47E-9D81-4ADE-A6EE-8509D23CB424}" dt="2024-11-19T14:23:10.681" v="97" actId="113"/>
          <ac:spMkLst>
            <pc:docMk/>
            <pc:sldMk cId="558005998" sldId="305"/>
            <ac:spMk id="3" creationId="{93496962-C090-835C-4948-0A4FE7063C5C}"/>
          </ac:spMkLst>
        </pc:spChg>
      </pc:sldChg>
      <pc:sldChg chg="modSp add mod">
        <pc:chgData name="Duce, Patricia" userId="63213659-433f-4003-8b64-f125efbf754c" providerId="ADAL" clId="{A130E47E-9D81-4ADE-A6EE-8509D23CB424}" dt="2024-11-19T14:16:29.430" v="61" actId="20577"/>
        <pc:sldMkLst>
          <pc:docMk/>
          <pc:sldMk cId="1608803822" sldId="306"/>
        </pc:sldMkLst>
        <pc:spChg chg="mod">
          <ac:chgData name="Duce, Patricia" userId="63213659-433f-4003-8b64-f125efbf754c" providerId="ADAL" clId="{A130E47E-9D81-4ADE-A6EE-8509D23CB424}" dt="2024-11-19T14:16:29.430" v="61" actId="20577"/>
          <ac:spMkLst>
            <pc:docMk/>
            <pc:sldMk cId="1608803822" sldId="306"/>
            <ac:spMk id="3" creationId="{14A4F6A1-91AE-409D-9FAC-65C7815A64A2}"/>
          </ac:spMkLst>
        </pc:spChg>
      </pc:sldChg>
      <pc:sldChg chg="modSp add mod">
        <pc:chgData name="Duce, Patricia" userId="63213659-433f-4003-8b64-f125efbf754c" providerId="ADAL" clId="{A130E47E-9D81-4ADE-A6EE-8509D23CB424}" dt="2024-11-19T14:18:41.967" v="74" actId="20577"/>
        <pc:sldMkLst>
          <pc:docMk/>
          <pc:sldMk cId="1804678203" sldId="307"/>
        </pc:sldMkLst>
        <pc:spChg chg="mod">
          <ac:chgData name="Duce, Patricia" userId="63213659-433f-4003-8b64-f125efbf754c" providerId="ADAL" clId="{A130E47E-9D81-4ADE-A6EE-8509D23CB424}" dt="2024-11-19T14:18:41.967" v="74" actId="20577"/>
          <ac:spMkLst>
            <pc:docMk/>
            <pc:sldMk cId="1804678203" sldId="307"/>
            <ac:spMk id="3" creationId="{14A4F6A1-91AE-409D-9FAC-65C7815A64A2}"/>
          </ac:spMkLst>
        </pc:spChg>
      </pc:sldChg>
      <pc:sldChg chg="modSp new mod">
        <pc:chgData name="Duce, Patricia" userId="63213659-433f-4003-8b64-f125efbf754c" providerId="ADAL" clId="{A130E47E-9D81-4ADE-A6EE-8509D23CB424}" dt="2024-11-19T14:24:52.957" v="121" actId="12"/>
        <pc:sldMkLst>
          <pc:docMk/>
          <pc:sldMk cId="3206605897" sldId="308"/>
        </pc:sldMkLst>
        <pc:spChg chg="mod">
          <ac:chgData name="Duce, Patricia" userId="63213659-433f-4003-8b64-f125efbf754c" providerId="ADAL" clId="{A130E47E-9D81-4ADE-A6EE-8509D23CB424}" dt="2024-11-19T14:24:52.957" v="121" actId="12"/>
          <ac:spMkLst>
            <pc:docMk/>
            <pc:sldMk cId="3206605897" sldId="308"/>
            <ac:spMk id="3" creationId="{9E5B1E17-E623-B6C9-283A-A6E853F561D9}"/>
          </ac:spMkLst>
        </pc:spChg>
      </pc:sldChg>
      <pc:sldChg chg="addSp delSp modSp new mod">
        <pc:chgData name="Duce, Patricia" userId="63213659-433f-4003-8b64-f125efbf754c" providerId="ADAL" clId="{A130E47E-9D81-4ADE-A6EE-8509D23CB424}" dt="2024-11-19T14:29:17.430" v="139" actId="20577"/>
        <pc:sldMkLst>
          <pc:docMk/>
          <pc:sldMk cId="1974148854" sldId="309"/>
        </pc:sldMkLst>
        <pc:spChg chg="del">
          <ac:chgData name="Duce, Patricia" userId="63213659-433f-4003-8b64-f125efbf754c" providerId="ADAL" clId="{A130E47E-9D81-4ADE-A6EE-8509D23CB424}" dt="2024-11-19T14:26:56.989" v="125" actId="478"/>
          <ac:spMkLst>
            <pc:docMk/>
            <pc:sldMk cId="1974148854" sldId="309"/>
            <ac:spMk id="2" creationId="{DB291F4C-4D70-D12F-6ACB-1E06DDB85748}"/>
          </ac:spMkLst>
        </pc:spChg>
        <pc:spChg chg="mod">
          <ac:chgData name="Duce, Patricia" userId="63213659-433f-4003-8b64-f125efbf754c" providerId="ADAL" clId="{A130E47E-9D81-4ADE-A6EE-8509D23CB424}" dt="2024-11-19T14:29:17.430" v="139" actId="20577"/>
          <ac:spMkLst>
            <pc:docMk/>
            <pc:sldMk cId="1974148854" sldId="309"/>
            <ac:spMk id="3" creationId="{CF7631E9-B5C1-27EC-7708-AEA4EA215F04}"/>
          </ac:spMkLst>
        </pc:spChg>
        <pc:spChg chg="add del">
          <ac:chgData name="Duce, Patricia" userId="63213659-433f-4003-8b64-f125efbf754c" providerId="ADAL" clId="{A130E47E-9D81-4ADE-A6EE-8509D23CB424}" dt="2024-11-19T14:29:06.425" v="135"/>
          <ac:spMkLst>
            <pc:docMk/>
            <pc:sldMk cId="1974148854" sldId="309"/>
            <ac:spMk id="4" creationId="{F37446FE-B5ED-8BE3-7066-D4851C6F5669}"/>
          </ac:spMkLst>
        </pc:spChg>
      </pc:sldChg>
    </pc:docChg>
  </pc:docChgLst>
  <pc:docChgLst>
    <pc:chgData name="Duce, Patricia" userId="63213659-433f-4003-8b64-f125efbf754c" providerId="ADAL" clId="{D3171203-21AB-4FBD-8620-03F7F013A2AC}"/>
    <pc:docChg chg="undo custSel addSld delSld modSld sldOrd">
      <pc:chgData name="Duce, Patricia" userId="63213659-433f-4003-8b64-f125efbf754c" providerId="ADAL" clId="{D3171203-21AB-4FBD-8620-03F7F013A2AC}" dt="2021-10-31T02:13:28.818" v="302" actId="1076"/>
      <pc:docMkLst>
        <pc:docMk/>
      </pc:docMkLst>
      <pc:sldChg chg="del">
        <pc:chgData name="Duce, Patricia" userId="63213659-433f-4003-8b64-f125efbf754c" providerId="ADAL" clId="{D3171203-21AB-4FBD-8620-03F7F013A2AC}" dt="2021-10-31T00:55:38.728" v="15" actId="47"/>
        <pc:sldMkLst>
          <pc:docMk/>
          <pc:sldMk cId="3584245684" sldId="261"/>
        </pc:sldMkLst>
      </pc:sldChg>
      <pc:sldChg chg="del">
        <pc:chgData name="Duce, Patricia" userId="63213659-433f-4003-8b64-f125efbf754c" providerId="ADAL" clId="{D3171203-21AB-4FBD-8620-03F7F013A2AC}" dt="2021-10-31T00:54:18.576" v="7" actId="47"/>
        <pc:sldMkLst>
          <pc:docMk/>
          <pc:sldMk cId="2268947875" sldId="268"/>
        </pc:sldMkLst>
      </pc:sldChg>
      <pc:sldChg chg="del">
        <pc:chgData name="Duce, Patricia" userId="63213659-433f-4003-8b64-f125efbf754c" providerId="ADAL" clId="{D3171203-21AB-4FBD-8620-03F7F013A2AC}" dt="2021-10-31T00:55:39.296" v="16" actId="47"/>
        <pc:sldMkLst>
          <pc:docMk/>
          <pc:sldMk cId="281961201" sldId="269"/>
        </pc:sldMkLst>
      </pc:sldChg>
      <pc:sldChg chg="del">
        <pc:chgData name="Duce, Patricia" userId="63213659-433f-4003-8b64-f125efbf754c" providerId="ADAL" clId="{D3171203-21AB-4FBD-8620-03F7F013A2AC}" dt="2021-10-31T00:55:39.731" v="17" actId="47"/>
        <pc:sldMkLst>
          <pc:docMk/>
          <pc:sldMk cId="1850297713" sldId="271"/>
        </pc:sldMkLst>
      </pc:sldChg>
      <pc:sldChg chg="del">
        <pc:chgData name="Duce, Patricia" userId="63213659-433f-4003-8b64-f125efbf754c" providerId="ADAL" clId="{D3171203-21AB-4FBD-8620-03F7F013A2AC}" dt="2021-10-31T00:55:40.204" v="18" actId="47"/>
        <pc:sldMkLst>
          <pc:docMk/>
          <pc:sldMk cId="1748443202" sldId="272"/>
        </pc:sldMkLst>
      </pc:sldChg>
      <pc:sldChg chg="del">
        <pc:chgData name="Duce, Patricia" userId="63213659-433f-4003-8b64-f125efbf754c" providerId="ADAL" clId="{D3171203-21AB-4FBD-8620-03F7F013A2AC}" dt="2021-10-31T00:55:40.677" v="19" actId="47"/>
        <pc:sldMkLst>
          <pc:docMk/>
          <pc:sldMk cId="2664703327" sldId="273"/>
        </pc:sldMkLst>
      </pc:sldChg>
      <pc:sldChg chg="del">
        <pc:chgData name="Duce, Patricia" userId="63213659-433f-4003-8b64-f125efbf754c" providerId="ADAL" clId="{D3171203-21AB-4FBD-8620-03F7F013A2AC}" dt="2021-10-31T00:55:41.140" v="20" actId="47"/>
        <pc:sldMkLst>
          <pc:docMk/>
          <pc:sldMk cId="1212988551" sldId="274"/>
        </pc:sldMkLst>
      </pc:sldChg>
      <pc:sldChg chg="del">
        <pc:chgData name="Duce, Patricia" userId="63213659-433f-4003-8b64-f125efbf754c" providerId="ADAL" clId="{D3171203-21AB-4FBD-8620-03F7F013A2AC}" dt="2021-10-31T00:55:41.610" v="21" actId="47"/>
        <pc:sldMkLst>
          <pc:docMk/>
          <pc:sldMk cId="579492212" sldId="275"/>
        </pc:sldMkLst>
      </pc:sldChg>
      <pc:sldChg chg="del">
        <pc:chgData name="Duce, Patricia" userId="63213659-433f-4003-8b64-f125efbf754c" providerId="ADAL" clId="{D3171203-21AB-4FBD-8620-03F7F013A2AC}" dt="2021-10-31T00:55:42.111" v="22" actId="47"/>
        <pc:sldMkLst>
          <pc:docMk/>
          <pc:sldMk cId="91409150" sldId="276"/>
        </pc:sldMkLst>
      </pc:sldChg>
      <pc:sldChg chg="del">
        <pc:chgData name="Duce, Patricia" userId="63213659-433f-4003-8b64-f125efbf754c" providerId="ADAL" clId="{D3171203-21AB-4FBD-8620-03F7F013A2AC}" dt="2021-10-31T00:55:42.809" v="23" actId="47"/>
        <pc:sldMkLst>
          <pc:docMk/>
          <pc:sldMk cId="1004647453" sldId="277"/>
        </pc:sldMkLst>
      </pc:sldChg>
      <pc:sldChg chg="del">
        <pc:chgData name="Duce, Patricia" userId="63213659-433f-4003-8b64-f125efbf754c" providerId="ADAL" clId="{D3171203-21AB-4FBD-8620-03F7F013A2AC}" dt="2021-10-31T00:55:43.354" v="24" actId="47"/>
        <pc:sldMkLst>
          <pc:docMk/>
          <pc:sldMk cId="4245177994" sldId="278"/>
        </pc:sldMkLst>
      </pc:sldChg>
      <pc:sldChg chg="del">
        <pc:chgData name="Duce, Patricia" userId="63213659-433f-4003-8b64-f125efbf754c" providerId="ADAL" clId="{D3171203-21AB-4FBD-8620-03F7F013A2AC}" dt="2021-10-31T00:55:44.621" v="26" actId="47"/>
        <pc:sldMkLst>
          <pc:docMk/>
          <pc:sldMk cId="972738653" sldId="279"/>
        </pc:sldMkLst>
      </pc:sldChg>
      <pc:sldChg chg="del">
        <pc:chgData name="Duce, Patricia" userId="63213659-433f-4003-8b64-f125efbf754c" providerId="ADAL" clId="{D3171203-21AB-4FBD-8620-03F7F013A2AC}" dt="2021-10-31T00:55:45.136" v="27" actId="47"/>
        <pc:sldMkLst>
          <pc:docMk/>
          <pc:sldMk cId="3762172554" sldId="280"/>
        </pc:sldMkLst>
      </pc:sldChg>
      <pc:sldChg chg="del">
        <pc:chgData name="Duce, Patricia" userId="63213659-433f-4003-8b64-f125efbf754c" providerId="ADAL" clId="{D3171203-21AB-4FBD-8620-03F7F013A2AC}" dt="2021-10-31T00:55:44.093" v="25" actId="47"/>
        <pc:sldMkLst>
          <pc:docMk/>
          <pc:sldMk cId="1860651814" sldId="281"/>
        </pc:sldMkLst>
      </pc:sldChg>
      <pc:sldChg chg="del">
        <pc:chgData name="Duce, Patricia" userId="63213659-433f-4003-8b64-f125efbf754c" providerId="ADAL" clId="{D3171203-21AB-4FBD-8620-03F7F013A2AC}" dt="2021-10-31T00:53:57.200" v="0" actId="47"/>
        <pc:sldMkLst>
          <pc:docMk/>
          <pc:sldMk cId="3104830540" sldId="283"/>
        </pc:sldMkLst>
      </pc:sldChg>
      <pc:sldChg chg="del">
        <pc:chgData name="Duce, Patricia" userId="63213659-433f-4003-8b64-f125efbf754c" providerId="ADAL" clId="{D3171203-21AB-4FBD-8620-03F7F013A2AC}" dt="2021-10-31T00:53:57.903" v="1" actId="47"/>
        <pc:sldMkLst>
          <pc:docMk/>
          <pc:sldMk cId="2078199564" sldId="284"/>
        </pc:sldMkLst>
      </pc:sldChg>
      <pc:sldChg chg="del">
        <pc:chgData name="Duce, Patricia" userId="63213659-433f-4003-8b64-f125efbf754c" providerId="ADAL" clId="{D3171203-21AB-4FBD-8620-03F7F013A2AC}" dt="2021-10-31T00:53:59.010" v="2" actId="47"/>
        <pc:sldMkLst>
          <pc:docMk/>
          <pc:sldMk cId="3358515199" sldId="285"/>
        </pc:sldMkLst>
      </pc:sldChg>
      <pc:sldChg chg="del">
        <pc:chgData name="Duce, Patricia" userId="63213659-433f-4003-8b64-f125efbf754c" providerId="ADAL" clId="{D3171203-21AB-4FBD-8620-03F7F013A2AC}" dt="2021-10-31T00:53:59.788" v="3" actId="47"/>
        <pc:sldMkLst>
          <pc:docMk/>
          <pc:sldMk cId="3218934343" sldId="286"/>
        </pc:sldMkLst>
      </pc:sldChg>
      <pc:sldChg chg="addSp delSp modSp new mod">
        <pc:chgData name="Duce, Patricia" userId="63213659-433f-4003-8b64-f125efbf754c" providerId="ADAL" clId="{D3171203-21AB-4FBD-8620-03F7F013A2AC}" dt="2021-10-31T01:43:25.103" v="148" actId="478"/>
        <pc:sldMkLst>
          <pc:docMk/>
          <pc:sldMk cId="76322146" sldId="288"/>
        </pc:sldMkLst>
        <pc:spChg chg="del mod">
          <ac:chgData name="Duce, Patricia" userId="63213659-433f-4003-8b64-f125efbf754c" providerId="ADAL" clId="{D3171203-21AB-4FBD-8620-03F7F013A2AC}" dt="2021-10-31T01:43:20.055" v="147" actId="478"/>
          <ac:spMkLst>
            <pc:docMk/>
            <pc:sldMk cId="76322146" sldId="288"/>
            <ac:spMk id="2" creationId="{7D369C91-C8E0-43C6-8953-52362DBC9ECC}"/>
          </ac:spMkLst>
        </pc:spChg>
        <pc:spChg chg="mod">
          <ac:chgData name="Duce, Patricia" userId="63213659-433f-4003-8b64-f125efbf754c" providerId="ADAL" clId="{D3171203-21AB-4FBD-8620-03F7F013A2AC}" dt="2021-10-31T00:57:34.280" v="53" actId="20577"/>
          <ac:spMkLst>
            <pc:docMk/>
            <pc:sldMk cId="76322146" sldId="288"/>
            <ac:spMk id="3" creationId="{1E616F71-7D29-43E8-B8C1-5B28239604C7}"/>
          </ac:spMkLst>
        </pc:spChg>
        <pc:spChg chg="add del mod">
          <ac:chgData name="Duce, Patricia" userId="63213659-433f-4003-8b64-f125efbf754c" providerId="ADAL" clId="{D3171203-21AB-4FBD-8620-03F7F013A2AC}" dt="2021-10-31T01:43:25.103" v="148" actId="478"/>
          <ac:spMkLst>
            <pc:docMk/>
            <pc:sldMk cId="76322146" sldId="288"/>
            <ac:spMk id="5" creationId="{56205FD1-4E66-46B1-9B37-1BFF2E7B4BB7}"/>
          </ac:spMkLst>
        </pc:spChg>
      </pc:sldChg>
      <pc:sldChg chg="del">
        <pc:chgData name="Duce, Patricia" userId="63213659-433f-4003-8b64-f125efbf754c" providerId="ADAL" clId="{D3171203-21AB-4FBD-8620-03F7F013A2AC}" dt="2021-10-31T00:54:12.715" v="4" actId="47"/>
        <pc:sldMkLst>
          <pc:docMk/>
          <pc:sldMk cId="3185270480" sldId="288"/>
        </pc:sldMkLst>
      </pc:sldChg>
      <pc:sldChg chg="del">
        <pc:chgData name="Duce, Patricia" userId="63213659-433f-4003-8b64-f125efbf754c" providerId="ADAL" clId="{D3171203-21AB-4FBD-8620-03F7F013A2AC}" dt="2021-10-31T00:54:15.574" v="5" actId="47"/>
        <pc:sldMkLst>
          <pc:docMk/>
          <pc:sldMk cId="1281425914" sldId="289"/>
        </pc:sldMkLst>
      </pc:sldChg>
      <pc:sldChg chg="modSp add mod ord">
        <pc:chgData name="Duce, Patricia" userId="63213659-433f-4003-8b64-f125efbf754c" providerId="ADAL" clId="{D3171203-21AB-4FBD-8620-03F7F013A2AC}" dt="2021-10-31T01:42:09.540" v="109" actId="20577"/>
        <pc:sldMkLst>
          <pc:docMk/>
          <pc:sldMk cId="1929012553" sldId="289"/>
        </pc:sldMkLst>
        <pc:spChg chg="mod">
          <ac:chgData name="Duce, Patricia" userId="63213659-433f-4003-8b64-f125efbf754c" providerId="ADAL" clId="{D3171203-21AB-4FBD-8620-03F7F013A2AC}" dt="2021-10-31T01:42:09.540" v="109" actId="20577"/>
          <ac:spMkLst>
            <pc:docMk/>
            <pc:sldMk cId="1929012553" sldId="289"/>
            <ac:spMk id="2" creationId="{7D369C91-C8E0-43C6-8953-52362DBC9ECC}"/>
          </ac:spMkLst>
        </pc:spChg>
        <pc:spChg chg="mod">
          <ac:chgData name="Duce, Patricia" userId="63213659-433f-4003-8b64-f125efbf754c" providerId="ADAL" clId="{D3171203-21AB-4FBD-8620-03F7F013A2AC}" dt="2021-10-31T00:57:05.734" v="46" actId="113"/>
          <ac:spMkLst>
            <pc:docMk/>
            <pc:sldMk cId="1929012553" sldId="289"/>
            <ac:spMk id="3" creationId="{1E616F71-7D29-43E8-B8C1-5B28239604C7}"/>
          </ac:spMkLst>
        </pc:spChg>
      </pc:sldChg>
      <pc:sldChg chg="delSp modSp new mod">
        <pc:chgData name="Duce, Patricia" userId="63213659-433f-4003-8b64-f125efbf754c" providerId="ADAL" clId="{D3171203-21AB-4FBD-8620-03F7F013A2AC}" dt="2021-10-31T00:59:06.048" v="61" actId="113"/>
        <pc:sldMkLst>
          <pc:docMk/>
          <pc:sldMk cId="921720168" sldId="290"/>
        </pc:sldMkLst>
        <pc:spChg chg="del">
          <ac:chgData name="Duce, Patricia" userId="63213659-433f-4003-8b64-f125efbf754c" providerId="ADAL" clId="{D3171203-21AB-4FBD-8620-03F7F013A2AC}" dt="2021-10-31T00:58:35.548" v="57" actId="478"/>
          <ac:spMkLst>
            <pc:docMk/>
            <pc:sldMk cId="921720168" sldId="290"/>
            <ac:spMk id="2" creationId="{5EDA5DEB-3455-4AEF-BC91-018BCF4537F5}"/>
          </ac:spMkLst>
        </pc:spChg>
        <pc:spChg chg="mod">
          <ac:chgData name="Duce, Patricia" userId="63213659-433f-4003-8b64-f125efbf754c" providerId="ADAL" clId="{D3171203-21AB-4FBD-8620-03F7F013A2AC}" dt="2021-10-31T00:59:06.048" v="61" actId="113"/>
          <ac:spMkLst>
            <pc:docMk/>
            <pc:sldMk cId="921720168" sldId="290"/>
            <ac:spMk id="3" creationId="{7999ED09-59DB-4DA6-AA4C-5672BAFA1240}"/>
          </ac:spMkLst>
        </pc:spChg>
      </pc:sldChg>
      <pc:sldChg chg="del">
        <pc:chgData name="Duce, Patricia" userId="63213659-433f-4003-8b64-f125efbf754c" providerId="ADAL" clId="{D3171203-21AB-4FBD-8620-03F7F013A2AC}" dt="2021-10-31T00:54:16.568" v="6" actId="47"/>
        <pc:sldMkLst>
          <pc:docMk/>
          <pc:sldMk cId="1937758336" sldId="290"/>
        </pc:sldMkLst>
      </pc:sldChg>
      <pc:sldChg chg="del">
        <pc:chgData name="Duce, Patricia" userId="63213659-433f-4003-8b64-f125efbf754c" providerId="ADAL" clId="{D3171203-21AB-4FBD-8620-03F7F013A2AC}" dt="2021-10-31T00:54:19.973" v="8" actId="47"/>
        <pc:sldMkLst>
          <pc:docMk/>
          <pc:sldMk cId="1029319322" sldId="291"/>
        </pc:sldMkLst>
      </pc:sldChg>
      <pc:sldChg chg="addSp delSp modSp new mod">
        <pc:chgData name="Duce, Patricia" userId="63213659-433f-4003-8b64-f125efbf754c" providerId="ADAL" clId="{D3171203-21AB-4FBD-8620-03F7F013A2AC}" dt="2021-10-31T01:02:12.756" v="87" actId="14100"/>
        <pc:sldMkLst>
          <pc:docMk/>
          <pc:sldMk cId="3910614183" sldId="291"/>
        </pc:sldMkLst>
        <pc:spChg chg="del">
          <ac:chgData name="Duce, Patricia" userId="63213659-433f-4003-8b64-f125efbf754c" providerId="ADAL" clId="{D3171203-21AB-4FBD-8620-03F7F013A2AC}" dt="2021-10-31T00:59:42.448" v="64" actId="478"/>
          <ac:spMkLst>
            <pc:docMk/>
            <pc:sldMk cId="3910614183" sldId="291"/>
            <ac:spMk id="2" creationId="{E4406DA8-E660-4A4E-A4E3-0FC7E4B368C6}"/>
          </ac:spMkLst>
        </pc:spChg>
        <pc:spChg chg="del">
          <ac:chgData name="Duce, Patricia" userId="63213659-433f-4003-8b64-f125efbf754c" providerId="ADAL" clId="{D3171203-21AB-4FBD-8620-03F7F013A2AC}" dt="2021-10-31T00:59:40.083" v="63" actId="22"/>
          <ac:spMkLst>
            <pc:docMk/>
            <pc:sldMk cId="3910614183" sldId="291"/>
            <ac:spMk id="3" creationId="{FA4EFADF-6723-42FE-9BAE-F3698B553534}"/>
          </ac:spMkLst>
        </pc:spChg>
        <pc:picChg chg="add mod ord modCrop">
          <ac:chgData name="Duce, Patricia" userId="63213659-433f-4003-8b64-f125efbf754c" providerId="ADAL" clId="{D3171203-21AB-4FBD-8620-03F7F013A2AC}" dt="2021-10-31T01:01:58.651" v="85" actId="1076"/>
          <ac:picMkLst>
            <pc:docMk/>
            <pc:sldMk cId="3910614183" sldId="291"/>
            <ac:picMk id="5" creationId="{9DE42F3D-FD83-453C-A560-706F811F4E38}"/>
          </ac:picMkLst>
        </pc:picChg>
        <pc:picChg chg="add mod modCrop">
          <ac:chgData name="Duce, Patricia" userId="63213659-433f-4003-8b64-f125efbf754c" providerId="ADAL" clId="{D3171203-21AB-4FBD-8620-03F7F013A2AC}" dt="2021-10-31T01:02:12.756" v="87" actId="14100"/>
          <ac:picMkLst>
            <pc:docMk/>
            <pc:sldMk cId="3910614183" sldId="291"/>
            <ac:picMk id="6" creationId="{23637D4D-E5E6-4207-BE84-B51FC741E3F6}"/>
          </ac:picMkLst>
        </pc:picChg>
      </pc:sldChg>
      <pc:sldChg chg="modSp new mod">
        <pc:chgData name="Duce, Patricia" userId="63213659-433f-4003-8b64-f125efbf754c" providerId="ADAL" clId="{D3171203-21AB-4FBD-8620-03F7F013A2AC}" dt="2021-10-31T01:44:25.905" v="155" actId="20577"/>
        <pc:sldMkLst>
          <pc:docMk/>
          <pc:sldMk cId="102711920" sldId="292"/>
        </pc:sldMkLst>
        <pc:spChg chg="mod">
          <ac:chgData name="Duce, Patricia" userId="63213659-433f-4003-8b64-f125efbf754c" providerId="ADAL" clId="{D3171203-21AB-4FBD-8620-03F7F013A2AC}" dt="2021-10-31T01:42:35.251" v="146" actId="20577"/>
          <ac:spMkLst>
            <pc:docMk/>
            <pc:sldMk cId="102711920" sldId="292"/>
            <ac:spMk id="2" creationId="{35AAD338-6DD4-4DE6-BF92-0955BA04B06F}"/>
          </ac:spMkLst>
        </pc:spChg>
        <pc:spChg chg="mod">
          <ac:chgData name="Duce, Patricia" userId="63213659-433f-4003-8b64-f125efbf754c" providerId="ADAL" clId="{D3171203-21AB-4FBD-8620-03F7F013A2AC}" dt="2021-10-31T01:44:25.905" v="155" actId="20577"/>
          <ac:spMkLst>
            <pc:docMk/>
            <pc:sldMk cId="102711920" sldId="292"/>
            <ac:spMk id="3" creationId="{94D745BB-30E9-4D92-8479-FB5570F89A83}"/>
          </ac:spMkLst>
        </pc:spChg>
      </pc:sldChg>
      <pc:sldChg chg="del">
        <pc:chgData name="Duce, Patricia" userId="63213659-433f-4003-8b64-f125efbf754c" providerId="ADAL" clId="{D3171203-21AB-4FBD-8620-03F7F013A2AC}" dt="2021-10-31T00:54:25.227" v="9" actId="47"/>
        <pc:sldMkLst>
          <pc:docMk/>
          <pc:sldMk cId="3731358018" sldId="292"/>
        </pc:sldMkLst>
      </pc:sldChg>
      <pc:sldChg chg="addSp delSp modSp add mod">
        <pc:chgData name="Duce, Patricia" userId="63213659-433f-4003-8b64-f125efbf754c" providerId="ADAL" clId="{D3171203-21AB-4FBD-8620-03F7F013A2AC}" dt="2021-10-31T01:45:06.071" v="166" actId="20577"/>
        <pc:sldMkLst>
          <pc:docMk/>
          <pc:sldMk cId="561506471" sldId="293"/>
        </pc:sldMkLst>
        <pc:spChg chg="del">
          <ac:chgData name="Duce, Patricia" userId="63213659-433f-4003-8b64-f125efbf754c" providerId="ADAL" clId="{D3171203-21AB-4FBD-8620-03F7F013A2AC}" dt="2021-10-31T01:44:35.491" v="156" actId="478"/>
          <ac:spMkLst>
            <pc:docMk/>
            <pc:sldMk cId="561506471" sldId="293"/>
            <ac:spMk id="2" creationId="{35AAD338-6DD4-4DE6-BF92-0955BA04B06F}"/>
          </ac:spMkLst>
        </pc:spChg>
        <pc:spChg chg="mod">
          <ac:chgData name="Duce, Patricia" userId="63213659-433f-4003-8b64-f125efbf754c" providerId="ADAL" clId="{D3171203-21AB-4FBD-8620-03F7F013A2AC}" dt="2021-10-31T01:45:06.071" v="166" actId="20577"/>
          <ac:spMkLst>
            <pc:docMk/>
            <pc:sldMk cId="561506471" sldId="293"/>
            <ac:spMk id="3" creationId="{94D745BB-30E9-4D92-8479-FB5570F89A83}"/>
          </ac:spMkLst>
        </pc:spChg>
        <pc:spChg chg="add del mod">
          <ac:chgData name="Duce, Patricia" userId="63213659-433f-4003-8b64-f125efbf754c" providerId="ADAL" clId="{D3171203-21AB-4FBD-8620-03F7F013A2AC}" dt="2021-10-31T01:44:42.779" v="157" actId="478"/>
          <ac:spMkLst>
            <pc:docMk/>
            <pc:sldMk cId="561506471" sldId="293"/>
            <ac:spMk id="5" creationId="{EAA324AD-D2C8-42BD-8CAC-56587F1DEC3C}"/>
          </ac:spMkLst>
        </pc:spChg>
      </pc:sldChg>
      <pc:sldChg chg="del">
        <pc:chgData name="Duce, Patricia" userId="63213659-433f-4003-8b64-f125efbf754c" providerId="ADAL" clId="{D3171203-21AB-4FBD-8620-03F7F013A2AC}" dt="2021-10-31T00:54:26.185" v="10" actId="47"/>
        <pc:sldMkLst>
          <pc:docMk/>
          <pc:sldMk cId="1686889900" sldId="293"/>
        </pc:sldMkLst>
      </pc:sldChg>
      <pc:sldChg chg="modSp add mod">
        <pc:chgData name="Duce, Patricia" userId="63213659-433f-4003-8b64-f125efbf754c" providerId="ADAL" clId="{D3171203-21AB-4FBD-8620-03F7F013A2AC}" dt="2021-10-31T01:46:26.631" v="168" actId="27636"/>
        <pc:sldMkLst>
          <pc:docMk/>
          <pc:sldMk cId="1943588053" sldId="294"/>
        </pc:sldMkLst>
        <pc:spChg chg="mod">
          <ac:chgData name="Duce, Patricia" userId="63213659-433f-4003-8b64-f125efbf754c" providerId="ADAL" clId="{D3171203-21AB-4FBD-8620-03F7F013A2AC}" dt="2021-10-31T01:46:26.631" v="168" actId="27636"/>
          <ac:spMkLst>
            <pc:docMk/>
            <pc:sldMk cId="1943588053" sldId="294"/>
            <ac:spMk id="3" creationId="{94D745BB-30E9-4D92-8479-FB5570F89A83}"/>
          </ac:spMkLst>
        </pc:spChg>
      </pc:sldChg>
      <pc:sldChg chg="del">
        <pc:chgData name="Duce, Patricia" userId="63213659-433f-4003-8b64-f125efbf754c" providerId="ADAL" clId="{D3171203-21AB-4FBD-8620-03F7F013A2AC}" dt="2021-10-31T00:54:27.707" v="11" actId="47"/>
        <pc:sldMkLst>
          <pc:docMk/>
          <pc:sldMk cId="3301294111" sldId="294"/>
        </pc:sldMkLst>
      </pc:sldChg>
      <pc:sldChg chg="addSp delSp modSp new mod">
        <pc:chgData name="Duce, Patricia" userId="63213659-433f-4003-8b64-f125efbf754c" providerId="ADAL" clId="{D3171203-21AB-4FBD-8620-03F7F013A2AC}" dt="2021-10-31T01:50:14.473" v="204" actId="113"/>
        <pc:sldMkLst>
          <pc:docMk/>
          <pc:sldMk cId="1951842453" sldId="295"/>
        </pc:sldMkLst>
        <pc:spChg chg="del">
          <ac:chgData name="Duce, Patricia" userId="63213659-433f-4003-8b64-f125efbf754c" providerId="ADAL" clId="{D3171203-21AB-4FBD-8620-03F7F013A2AC}" dt="2021-10-31T01:48:00.480" v="176" actId="478"/>
          <ac:spMkLst>
            <pc:docMk/>
            <pc:sldMk cId="1951842453" sldId="295"/>
            <ac:spMk id="2" creationId="{37B22A0C-E2DF-4F74-ADAD-1AA1B37CF9D6}"/>
          </ac:spMkLst>
        </pc:spChg>
        <pc:spChg chg="add del mod">
          <ac:chgData name="Duce, Patricia" userId="63213659-433f-4003-8b64-f125efbf754c" providerId="ADAL" clId="{D3171203-21AB-4FBD-8620-03F7F013A2AC}" dt="2021-10-31T01:50:14.473" v="204" actId="113"/>
          <ac:spMkLst>
            <pc:docMk/>
            <pc:sldMk cId="1951842453" sldId="295"/>
            <ac:spMk id="3" creationId="{1ABD9650-9B46-4DF9-8CB5-33508D6D7BEC}"/>
          </ac:spMkLst>
        </pc:spChg>
        <pc:spChg chg="add del mod">
          <ac:chgData name="Duce, Patricia" userId="63213659-433f-4003-8b64-f125efbf754c" providerId="ADAL" clId="{D3171203-21AB-4FBD-8620-03F7F013A2AC}" dt="2021-10-31T01:47:49.417" v="172"/>
          <ac:spMkLst>
            <pc:docMk/>
            <pc:sldMk cId="1951842453" sldId="295"/>
            <ac:spMk id="4" creationId="{B85A90B9-BD65-4EED-BB2A-C1514B3776EC}"/>
          </ac:spMkLst>
        </pc:spChg>
      </pc:sldChg>
      <pc:sldChg chg="del">
        <pc:chgData name="Duce, Patricia" userId="63213659-433f-4003-8b64-f125efbf754c" providerId="ADAL" clId="{D3171203-21AB-4FBD-8620-03F7F013A2AC}" dt="2021-10-31T00:54:28.716" v="12" actId="47"/>
        <pc:sldMkLst>
          <pc:docMk/>
          <pc:sldMk cId="2079582501" sldId="295"/>
        </pc:sldMkLst>
      </pc:sldChg>
      <pc:sldChg chg="del">
        <pc:chgData name="Duce, Patricia" userId="63213659-433f-4003-8b64-f125efbf754c" providerId="ADAL" clId="{D3171203-21AB-4FBD-8620-03F7F013A2AC}" dt="2021-10-31T00:54:30.814" v="13" actId="47"/>
        <pc:sldMkLst>
          <pc:docMk/>
          <pc:sldMk cId="2159119081" sldId="296"/>
        </pc:sldMkLst>
      </pc:sldChg>
      <pc:sldChg chg="delSp modSp new mod">
        <pc:chgData name="Duce, Patricia" userId="63213659-433f-4003-8b64-f125efbf754c" providerId="ADAL" clId="{D3171203-21AB-4FBD-8620-03F7F013A2AC}" dt="2021-10-31T01:53:46.444" v="237" actId="20577"/>
        <pc:sldMkLst>
          <pc:docMk/>
          <pc:sldMk cId="3329865417" sldId="296"/>
        </pc:sldMkLst>
        <pc:spChg chg="del">
          <ac:chgData name="Duce, Patricia" userId="63213659-433f-4003-8b64-f125efbf754c" providerId="ADAL" clId="{D3171203-21AB-4FBD-8620-03F7F013A2AC}" dt="2021-10-31T01:51:53.675" v="208" actId="478"/>
          <ac:spMkLst>
            <pc:docMk/>
            <pc:sldMk cId="3329865417" sldId="296"/>
            <ac:spMk id="2" creationId="{E2240DCC-8E12-49BB-9E1E-1455A35C3CA0}"/>
          </ac:spMkLst>
        </pc:spChg>
        <pc:spChg chg="mod">
          <ac:chgData name="Duce, Patricia" userId="63213659-433f-4003-8b64-f125efbf754c" providerId="ADAL" clId="{D3171203-21AB-4FBD-8620-03F7F013A2AC}" dt="2021-10-31T01:53:46.444" v="237" actId="20577"/>
          <ac:spMkLst>
            <pc:docMk/>
            <pc:sldMk cId="3329865417" sldId="296"/>
            <ac:spMk id="3" creationId="{14A4F6A1-91AE-409D-9FAC-65C7815A64A2}"/>
          </ac:spMkLst>
        </pc:spChg>
      </pc:sldChg>
      <pc:sldChg chg="del">
        <pc:chgData name="Duce, Patricia" userId="63213659-433f-4003-8b64-f125efbf754c" providerId="ADAL" clId="{D3171203-21AB-4FBD-8620-03F7F013A2AC}" dt="2021-10-31T00:54:31.616" v="14" actId="47"/>
        <pc:sldMkLst>
          <pc:docMk/>
          <pc:sldMk cId="493326315" sldId="297"/>
        </pc:sldMkLst>
      </pc:sldChg>
      <pc:sldChg chg="addSp delSp modSp new mod">
        <pc:chgData name="Duce, Patricia" userId="63213659-433f-4003-8b64-f125efbf754c" providerId="ADAL" clId="{D3171203-21AB-4FBD-8620-03F7F013A2AC}" dt="2021-10-31T02:00:46.065" v="253" actId="1076"/>
        <pc:sldMkLst>
          <pc:docMk/>
          <pc:sldMk cId="1794288467" sldId="297"/>
        </pc:sldMkLst>
        <pc:spChg chg="del">
          <ac:chgData name="Duce, Patricia" userId="63213659-433f-4003-8b64-f125efbf754c" providerId="ADAL" clId="{D3171203-21AB-4FBD-8620-03F7F013A2AC}" dt="2021-10-31T01:59:42.518" v="240" actId="478"/>
          <ac:spMkLst>
            <pc:docMk/>
            <pc:sldMk cId="1794288467" sldId="297"/>
            <ac:spMk id="2" creationId="{9185D1FB-01C1-448B-99F8-1DF81DB6D11F}"/>
          </ac:spMkLst>
        </pc:spChg>
        <pc:spChg chg="del">
          <ac:chgData name="Duce, Patricia" userId="63213659-433f-4003-8b64-f125efbf754c" providerId="ADAL" clId="{D3171203-21AB-4FBD-8620-03F7F013A2AC}" dt="2021-10-31T01:59:39.121" v="239" actId="22"/>
          <ac:spMkLst>
            <pc:docMk/>
            <pc:sldMk cId="1794288467" sldId="297"/>
            <ac:spMk id="3" creationId="{62CD263B-E704-496F-8313-C4EB8A772532}"/>
          </ac:spMkLst>
        </pc:spChg>
        <pc:picChg chg="add mod ord modCrop">
          <ac:chgData name="Duce, Patricia" userId="63213659-433f-4003-8b64-f125efbf754c" providerId="ADAL" clId="{D3171203-21AB-4FBD-8620-03F7F013A2AC}" dt="2021-10-31T02:00:46.065" v="253" actId="1076"/>
          <ac:picMkLst>
            <pc:docMk/>
            <pc:sldMk cId="1794288467" sldId="297"/>
            <ac:picMk id="5" creationId="{04A1195B-48E9-471F-901A-B285A3EC4F5D}"/>
          </ac:picMkLst>
        </pc:picChg>
      </pc:sldChg>
      <pc:sldChg chg="addSp delSp modSp new mod">
        <pc:chgData name="Duce, Patricia" userId="63213659-433f-4003-8b64-f125efbf754c" providerId="ADAL" clId="{D3171203-21AB-4FBD-8620-03F7F013A2AC}" dt="2021-10-31T02:04:24.188" v="260" actId="1076"/>
        <pc:sldMkLst>
          <pc:docMk/>
          <pc:sldMk cId="429516089" sldId="298"/>
        </pc:sldMkLst>
        <pc:spChg chg="del">
          <ac:chgData name="Duce, Patricia" userId="63213659-433f-4003-8b64-f125efbf754c" providerId="ADAL" clId="{D3171203-21AB-4FBD-8620-03F7F013A2AC}" dt="2021-10-31T02:04:11.548" v="256" actId="478"/>
          <ac:spMkLst>
            <pc:docMk/>
            <pc:sldMk cId="429516089" sldId="298"/>
            <ac:spMk id="2" creationId="{4D14AF72-3978-455C-87CB-AF31F4079931}"/>
          </ac:spMkLst>
        </pc:spChg>
        <pc:spChg chg="del">
          <ac:chgData name="Duce, Patricia" userId="63213659-433f-4003-8b64-f125efbf754c" providerId="ADAL" clId="{D3171203-21AB-4FBD-8620-03F7F013A2AC}" dt="2021-10-31T02:04:09.139" v="255" actId="22"/>
          <ac:spMkLst>
            <pc:docMk/>
            <pc:sldMk cId="429516089" sldId="298"/>
            <ac:spMk id="3" creationId="{540B5812-D4FB-4AB2-9A74-0E8B949E608D}"/>
          </ac:spMkLst>
        </pc:spChg>
        <pc:picChg chg="add mod ord">
          <ac:chgData name="Duce, Patricia" userId="63213659-433f-4003-8b64-f125efbf754c" providerId="ADAL" clId="{D3171203-21AB-4FBD-8620-03F7F013A2AC}" dt="2021-10-31T02:04:24.188" v="260" actId="1076"/>
          <ac:picMkLst>
            <pc:docMk/>
            <pc:sldMk cId="429516089" sldId="298"/>
            <ac:picMk id="5" creationId="{DB0A631A-58D7-477B-962A-588751A5D601}"/>
          </ac:picMkLst>
        </pc:picChg>
      </pc:sldChg>
      <pc:sldChg chg="addSp delSp modSp new mod">
        <pc:chgData name="Duce, Patricia" userId="63213659-433f-4003-8b64-f125efbf754c" providerId="ADAL" clId="{D3171203-21AB-4FBD-8620-03F7F013A2AC}" dt="2021-10-31T02:05:21.274" v="265" actId="1076"/>
        <pc:sldMkLst>
          <pc:docMk/>
          <pc:sldMk cId="3979307508" sldId="299"/>
        </pc:sldMkLst>
        <pc:spChg chg="del">
          <ac:chgData name="Duce, Patricia" userId="63213659-433f-4003-8b64-f125efbf754c" providerId="ADAL" clId="{D3171203-21AB-4FBD-8620-03F7F013A2AC}" dt="2021-10-31T02:05:15.924" v="263" actId="478"/>
          <ac:spMkLst>
            <pc:docMk/>
            <pc:sldMk cId="3979307508" sldId="299"/>
            <ac:spMk id="2" creationId="{2B476125-28DE-4F2A-8EF2-8C38F8723F3D}"/>
          </ac:spMkLst>
        </pc:spChg>
        <pc:spChg chg="del">
          <ac:chgData name="Duce, Patricia" userId="63213659-433f-4003-8b64-f125efbf754c" providerId="ADAL" clId="{D3171203-21AB-4FBD-8620-03F7F013A2AC}" dt="2021-10-31T02:05:12.045" v="262" actId="22"/>
          <ac:spMkLst>
            <pc:docMk/>
            <pc:sldMk cId="3979307508" sldId="299"/>
            <ac:spMk id="3" creationId="{6E9A739B-1536-4834-97E2-A21AFF047058}"/>
          </ac:spMkLst>
        </pc:spChg>
        <pc:picChg chg="add mod ord">
          <ac:chgData name="Duce, Patricia" userId="63213659-433f-4003-8b64-f125efbf754c" providerId="ADAL" clId="{D3171203-21AB-4FBD-8620-03F7F013A2AC}" dt="2021-10-31T02:05:21.274" v="265" actId="1076"/>
          <ac:picMkLst>
            <pc:docMk/>
            <pc:sldMk cId="3979307508" sldId="299"/>
            <ac:picMk id="5" creationId="{52F90CC8-DEE7-4967-ACB2-91C7565014CF}"/>
          </ac:picMkLst>
        </pc:picChg>
      </pc:sldChg>
      <pc:sldChg chg="addSp delSp modSp new mod">
        <pc:chgData name="Duce, Patricia" userId="63213659-433f-4003-8b64-f125efbf754c" providerId="ADAL" clId="{D3171203-21AB-4FBD-8620-03F7F013A2AC}" dt="2021-10-31T02:07:07.952" v="276" actId="1076"/>
        <pc:sldMkLst>
          <pc:docMk/>
          <pc:sldMk cId="497245908" sldId="300"/>
        </pc:sldMkLst>
        <pc:spChg chg="del">
          <ac:chgData name="Duce, Patricia" userId="63213659-433f-4003-8b64-f125efbf754c" providerId="ADAL" clId="{D3171203-21AB-4FBD-8620-03F7F013A2AC}" dt="2021-10-31T02:06:23.474" v="271" actId="478"/>
          <ac:spMkLst>
            <pc:docMk/>
            <pc:sldMk cId="497245908" sldId="300"/>
            <ac:spMk id="2" creationId="{8A898126-D8C0-46BE-936E-7C2805BE1075}"/>
          </ac:spMkLst>
        </pc:spChg>
        <pc:spChg chg="mod">
          <ac:chgData name="Duce, Patricia" userId="63213659-433f-4003-8b64-f125efbf754c" providerId="ADAL" clId="{D3171203-21AB-4FBD-8620-03F7F013A2AC}" dt="2021-10-31T02:06:31.016" v="274" actId="20577"/>
          <ac:spMkLst>
            <pc:docMk/>
            <pc:sldMk cId="497245908" sldId="300"/>
            <ac:spMk id="3" creationId="{0AA603FE-F17A-43A8-9D31-A3A5666E54CC}"/>
          </ac:spMkLst>
        </pc:spChg>
        <pc:picChg chg="add mod">
          <ac:chgData name="Duce, Patricia" userId="63213659-433f-4003-8b64-f125efbf754c" providerId="ADAL" clId="{D3171203-21AB-4FBD-8620-03F7F013A2AC}" dt="2021-10-31T02:07:07.952" v="276" actId="1076"/>
          <ac:picMkLst>
            <pc:docMk/>
            <pc:sldMk cId="497245908" sldId="300"/>
            <ac:picMk id="5" creationId="{CBBF36EA-E9BE-4E59-B15A-32EAD55C159E}"/>
          </ac:picMkLst>
        </pc:picChg>
      </pc:sldChg>
      <pc:sldChg chg="delSp modSp new mod">
        <pc:chgData name="Duce, Patricia" userId="63213659-433f-4003-8b64-f125efbf754c" providerId="ADAL" clId="{D3171203-21AB-4FBD-8620-03F7F013A2AC}" dt="2021-10-31T02:09:57.560" v="290" actId="20577"/>
        <pc:sldMkLst>
          <pc:docMk/>
          <pc:sldMk cId="3764521868" sldId="301"/>
        </pc:sldMkLst>
        <pc:spChg chg="del">
          <ac:chgData name="Duce, Patricia" userId="63213659-433f-4003-8b64-f125efbf754c" providerId="ADAL" clId="{D3171203-21AB-4FBD-8620-03F7F013A2AC}" dt="2021-10-31T02:09:39.223" v="286" actId="478"/>
          <ac:spMkLst>
            <pc:docMk/>
            <pc:sldMk cId="3764521868" sldId="301"/>
            <ac:spMk id="2" creationId="{C2FBEAC3-D555-44FC-862E-D19A81948A85}"/>
          </ac:spMkLst>
        </pc:spChg>
        <pc:spChg chg="mod">
          <ac:chgData name="Duce, Patricia" userId="63213659-433f-4003-8b64-f125efbf754c" providerId="ADAL" clId="{D3171203-21AB-4FBD-8620-03F7F013A2AC}" dt="2021-10-31T02:09:57.560" v="290" actId="20577"/>
          <ac:spMkLst>
            <pc:docMk/>
            <pc:sldMk cId="3764521868" sldId="301"/>
            <ac:spMk id="3" creationId="{F5CDF1F3-B4BD-42D9-AB24-BD3F54F07186}"/>
          </ac:spMkLst>
        </pc:spChg>
      </pc:sldChg>
      <pc:sldChg chg="modSp add mod">
        <pc:chgData name="Duce, Patricia" userId="63213659-433f-4003-8b64-f125efbf754c" providerId="ADAL" clId="{D3171203-21AB-4FBD-8620-03F7F013A2AC}" dt="2021-10-31T02:10:04.232" v="292" actId="5793"/>
        <pc:sldMkLst>
          <pc:docMk/>
          <pc:sldMk cId="4130998462" sldId="302"/>
        </pc:sldMkLst>
        <pc:spChg chg="mod">
          <ac:chgData name="Duce, Patricia" userId="63213659-433f-4003-8b64-f125efbf754c" providerId="ADAL" clId="{D3171203-21AB-4FBD-8620-03F7F013A2AC}" dt="2021-10-31T02:10:04.232" v="292" actId="5793"/>
          <ac:spMkLst>
            <pc:docMk/>
            <pc:sldMk cId="4130998462" sldId="302"/>
            <ac:spMk id="3" creationId="{F5CDF1F3-B4BD-42D9-AB24-BD3F54F07186}"/>
          </ac:spMkLst>
        </pc:spChg>
      </pc:sldChg>
      <pc:sldChg chg="addSp delSp modSp new mod">
        <pc:chgData name="Duce, Patricia" userId="63213659-433f-4003-8b64-f125efbf754c" providerId="ADAL" clId="{D3171203-21AB-4FBD-8620-03F7F013A2AC}" dt="2021-10-31T02:13:28.818" v="302" actId="1076"/>
        <pc:sldMkLst>
          <pc:docMk/>
          <pc:sldMk cId="2492694363" sldId="303"/>
        </pc:sldMkLst>
        <pc:spChg chg="del">
          <ac:chgData name="Duce, Patricia" userId="63213659-433f-4003-8b64-f125efbf754c" providerId="ADAL" clId="{D3171203-21AB-4FBD-8620-03F7F013A2AC}" dt="2021-10-31T02:12:17.703" v="295" actId="478"/>
          <ac:spMkLst>
            <pc:docMk/>
            <pc:sldMk cId="2492694363" sldId="303"/>
            <ac:spMk id="2" creationId="{540BDFE0-C4F7-4CFC-91F4-AD67D24DD4A5}"/>
          </ac:spMkLst>
        </pc:spChg>
        <pc:spChg chg="del">
          <ac:chgData name="Duce, Patricia" userId="63213659-433f-4003-8b64-f125efbf754c" providerId="ADAL" clId="{D3171203-21AB-4FBD-8620-03F7F013A2AC}" dt="2021-10-31T02:12:13.952" v="294" actId="22"/>
          <ac:spMkLst>
            <pc:docMk/>
            <pc:sldMk cId="2492694363" sldId="303"/>
            <ac:spMk id="3" creationId="{4409B4DF-1C6C-4ACA-94F9-AEF6862FAA7C}"/>
          </ac:spMkLst>
        </pc:spChg>
        <pc:picChg chg="add mod ord">
          <ac:chgData name="Duce, Patricia" userId="63213659-433f-4003-8b64-f125efbf754c" providerId="ADAL" clId="{D3171203-21AB-4FBD-8620-03F7F013A2AC}" dt="2021-10-31T02:13:28.818" v="302" actId="1076"/>
          <ac:picMkLst>
            <pc:docMk/>
            <pc:sldMk cId="2492694363" sldId="303"/>
            <ac:picMk id="5" creationId="{BA75C4C5-12A4-4696-8C9C-F6EF8EEBBA36}"/>
          </ac:picMkLst>
        </pc:picChg>
        <pc:picChg chg="add mod">
          <ac:chgData name="Duce, Patricia" userId="63213659-433f-4003-8b64-f125efbf754c" providerId="ADAL" clId="{D3171203-21AB-4FBD-8620-03F7F013A2AC}" dt="2021-10-31T02:13:23.333" v="301" actId="1076"/>
          <ac:picMkLst>
            <pc:docMk/>
            <pc:sldMk cId="2492694363" sldId="303"/>
            <ac:picMk id="7" creationId="{A26ADDB5-9A7E-4703-84F2-E5E75E1E872D}"/>
          </ac:picMkLst>
        </pc:picChg>
      </pc:sldChg>
    </pc:docChg>
  </pc:docChgLst>
  <pc:docChgLst>
    <pc:chgData name="Duce, Patricia" userId="63213659-433f-4003-8b64-f125efbf754c" providerId="ADAL" clId="{BA2B1693-77BE-43D7-A1DB-2F1880AC221E}"/>
    <pc:docChg chg="custSel addSld modSld">
      <pc:chgData name="Duce, Patricia" userId="63213659-433f-4003-8b64-f125efbf754c" providerId="ADAL" clId="{BA2B1693-77BE-43D7-A1DB-2F1880AC221E}" dt="2023-11-16T17:36:21.288" v="34" actId="478"/>
      <pc:docMkLst>
        <pc:docMk/>
      </pc:docMkLst>
      <pc:sldChg chg="modSp mod">
        <pc:chgData name="Duce, Patricia" userId="63213659-433f-4003-8b64-f125efbf754c" providerId="ADAL" clId="{BA2B1693-77BE-43D7-A1DB-2F1880AC221E}" dt="2023-11-16T03:24:34.660" v="17" actId="20577"/>
        <pc:sldMkLst>
          <pc:docMk/>
          <pc:sldMk cId="1929012553" sldId="289"/>
        </pc:sldMkLst>
        <pc:spChg chg="mod">
          <ac:chgData name="Duce, Patricia" userId="63213659-433f-4003-8b64-f125efbf754c" providerId="ADAL" clId="{BA2B1693-77BE-43D7-A1DB-2F1880AC221E}" dt="2023-11-16T03:24:34.660" v="17" actId="20577"/>
          <ac:spMkLst>
            <pc:docMk/>
            <pc:sldMk cId="1929012553" sldId="289"/>
            <ac:spMk id="3" creationId="{1E616F71-7D29-43E8-B8C1-5B28239604C7}"/>
          </ac:spMkLst>
        </pc:spChg>
      </pc:sldChg>
      <pc:sldChg chg="modSp mod">
        <pc:chgData name="Duce, Patricia" userId="63213659-433f-4003-8b64-f125efbf754c" providerId="ADAL" clId="{BA2B1693-77BE-43D7-A1DB-2F1880AC221E}" dt="2023-11-16T17:25:17.643" v="18" actId="1076"/>
        <pc:sldMkLst>
          <pc:docMk/>
          <pc:sldMk cId="429516089" sldId="298"/>
        </pc:sldMkLst>
        <pc:picChg chg="mod">
          <ac:chgData name="Duce, Patricia" userId="63213659-433f-4003-8b64-f125efbf754c" providerId="ADAL" clId="{BA2B1693-77BE-43D7-A1DB-2F1880AC221E}" dt="2023-11-16T17:25:17.643" v="18" actId="1076"/>
          <ac:picMkLst>
            <pc:docMk/>
            <pc:sldMk cId="429516089" sldId="298"/>
            <ac:picMk id="5" creationId="{DB0A631A-58D7-477B-962A-588751A5D601}"/>
          </ac:picMkLst>
        </pc:picChg>
      </pc:sldChg>
      <pc:sldChg chg="addSp delSp modSp new mod">
        <pc:chgData name="Duce, Patricia" userId="63213659-433f-4003-8b64-f125efbf754c" providerId="ADAL" clId="{BA2B1693-77BE-43D7-A1DB-2F1880AC221E}" dt="2023-11-16T17:29:19.551" v="30" actId="1076"/>
        <pc:sldMkLst>
          <pc:docMk/>
          <pc:sldMk cId="610901638" sldId="304"/>
        </pc:sldMkLst>
        <pc:spChg chg="del">
          <ac:chgData name="Duce, Patricia" userId="63213659-433f-4003-8b64-f125efbf754c" providerId="ADAL" clId="{BA2B1693-77BE-43D7-A1DB-2F1880AC221E}" dt="2023-11-16T17:29:15.581" v="27" actId="478"/>
          <ac:spMkLst>
            <pc:docMk/>
            <pc:sldMk cId="610901638" sldId="304"/>
            <ac:spMk id="2" creationId="{D3DC748C-6C0E-511C-6B3D-25985BEB103B}"/>
          </ac:spMkLst>
        </pc:spChg>
        <pc:spChg chg="del">
          <ac:chgData name="Duce, Patricia" userId="63213659-433f-4003-8b64-f125efbf754c" providerId="ADAL" clId="{BA2B1693-77BE-43D7-A1DB-2F1880AC221E}" dt="2023-11-16T17:28:51.492" v="20" actId="22"/>
          <ac:spMkLst>
            <pc:docMk/>
            <pc:sldMk cId="610901638" sldId="304"/>
            <ac:spMk id="3" creationId="{A349FAA0-691A-5AE1-CB8A-3FB530E098EB}"/>
          </ac:spMkLst>
        </pc:spChg>
        <pc:picChg chg="add mod ord modCrop">
          <ac:chgData name="Duce, Patricia" userId="63213659-433f-4003-8b64-f125efbf754c" providerId="ADAL" clId="{BA2B1693-77BE-43D7-A1DB-2F1880AC221E}" dt="2023-11-16T17:29:19.551" v="30" actId="1076"/>
          <ac:picMkLst>
            <pc:docMk/>
            <pc:sldMk cId="610901638" sldId="304"/>
            <ac:picMk id="5" creationId="{D7469448-F472-2926-A9EB-369B198AB582}"/>
          </ac:picMkLst>
        </pc:picChg>
      </pc:sldChg>
      <pc:sldChg chg="delSp modSp new mod">
        <pc:chgData name="Duce, Patricia" userId="63213659-433f-4003-8b64-f125efbf754c" providerId="ADAL" clId="{BA2B1693-77BE-43D7-A1DB-2F1880AC221E}" dt="2023-11-16T17:36:21.288" v="34" actId="478"/>
        <pc:sldMkLst>
          <pc:docMk/>
          <pc:sldMk cId="558005998" sldId="305"/>
        </pc:sldMkLst>
        <pc:spChg chg="del">
          <ac:chgData name="Duce, Patricia" userId="63213659-433f-4003-8b64-f125efbf754c" providerId="ADAL" clId="{BA2B1693-77BE-43D7-A1DB-2F1880AC221E}" dt="2023-11-16T17:36:21.288" v="34" actId="478"/>
          <ac:spMkLst>
            <pc:docMk/>
            <pc:sldMk cId="558005998" sldId="305"/>
            <ac:spMk id="2" creationId="{8AE0C358-D5FF-EB54-994F-81F3AAF1B024}"/>
          </ac:spMkLst>
        </pc:spChg>
        <pc:spChg chg="mod">
          <ac:chgData name="Duce, Patricia" userId="63213659-433f-4003-8b64-f125efbf754c" providerId="ADAL" clId="{BA2B1693-77BE-43D7-A1DB-2F1880AC221E}" dt="2023-11-16T17:36:19.845" v="33" actId="5793"/>
          <ac:spMkLst>
            <pc:docMk/>
            <pc:sldMk cId="558005998" sldId="305"/>
            <ac:spMk id="3" creationId="{93496962-C090-835C-4948-0A4FE7063C5C}"/>
          </ac:spMkLst>
        </pc:spChg>
      </pc:sldChg>
    </pc:docChg>
  </pc:docChgLst>
  <pc:docChgLst>
    <pc:chgData name="Duce, Patricia" userId="63213659-433f-4003-8b64-f125efbf754c" providerId="ADAL" clId="{B73BB7B4-AD63-44FF-A170-798F4B484953}"/>
    <pc:docChg chg="custSel addSld delSld modSld sldOrd">
      <pc:chgData name="Duce, Patricia" userId="63213659-433f-4003-8b64-f125efbf754c" providerId="ADAL" clId="{B73BB7B4-AD63-44FF-A170-798F4B484953}" dt="2021-10-29T13:25:05.456" v="266" actId="5793"/>
      <pc:docMkLst>
        <pc:docMk/>
      </pc:docMkLst>
      <pc:sldChg chg="del">
        <pc:chgData name="Duce, Patricia" userId="63213659-433f-4003-8b64-f125efbf754c" providerId="ADAL" clId="{B73BB7B4-AD63-44FF-A170-798F4B484953}" dt="2021-10-29T12:39:42.942" v="0" actId="2696"/>
        <pc:sldMkLst>
          <pc:docMk/>
          <pc:sldMk cId="2953975812" sldId="256"/>
        </pc:sldMkLst>
      </pc:sldChg>
      <pc:sldChg chg="del ord">
        <pc:chgData name="Duce, Patricia" userId="63213659-433f-4003-8b64-f125efbf754c" providerId="ADAL" clId="{B73BB7B4-AD63-44FF-A170-798F4B484953}" dt="2021-10-29T12:57:41.969" v="192" actId="47"/>
        <pc:sldMkLst>
          <pc:docMk/>
          <pc:sldMk cId="1891549130" sldId="257"/>
        </pc:sldMkLst>
      </pc:sldChg>
      <pc:sldChg chg="del">
        <pc:chgData name="Duce, Patricia" userId="63213659-433f-4003-8b64-f125efbf754c" providerId="ADAL" clId="{B73BB7B4-AD63-44FF-A170-798F4B484953}" dt="2021-10-29T12:57:47.845" v="193" actId="47"/>
        <pc:sldMkLst>
          <pc:docMk/>
          <pc:sldMk cId="3411143221" sldId="259"/>
        </pc:sldMkLst>
      </pc:sldChg>
      <pc:sldChg chg="del">
        <pc:chgData name="Duce, Patricia" userId="63213659-433f-4003-8b64-f125efbf754c" providerId="ADAL" clId="{B73BB7B4-AD63-44FF-A170-798F4B484953}" dt="2021-10-29T12:57:53.611" v="197" actId="47"/>
        <pc:sldMkLst>
          <pc:docMk/>
          <pc:sldMk cId="3654615644" sldId="260"/>
        </pc:sldMkLst>
      </pc:sldChg>
      <pc:sldChg chg="del">
        <pc:chgData name="Duce, Patricia" userId="63213659-433f-4003-8b64-f125efbf754c" providerId="ADAL" clId="{B73BB7B4-AD63-44FF-A170-798F4B484953}" dt="2021-10-29T12:57:48.939" v="194" actId="47"/>
        <pc:sldMkLst>
          <pc:docMk/>
          <pc:sldMk cId="3386566849" sldId="262"/>
        </pc:sldMkLst>
      </pc:sldChg>
      <pc:sldChg chg="del">
        <pc:chgData name="Duce, Patricia" userId="63213659-433f-4003-8b64-f125efbf754c" providerId="ADAL" clId="{B73BB7B4-AD63-44FF-A170-798F4B484953}" dt="2021-10-29T12:57:49.845" v="195" actId="47"/>
        <pc:sldMkLst>
          <pc:docMk/>
          <pc:sldMk cId="3015651871" sldId="263"/>
        </pc:sldMkLst>
      </pc:sldChg>
      <pc:sldChg chg="del">
        <pc:chgData name="Duce, Patricia" userId="63213659-433f-4003-8b64-f125efbf754c" providerId="ADAL" clId="{B73BB7B4-AD63-44FF-A170-798F4B484953}" dt="2021-10-29T12:57:52.189" v="196" actId="47"/>
        <pc:sldMkLst>
          <pc:docMk/>
          <pc:sldMk cId="1358669534" sldId="264"/>
        </pc:sldMkLst>
      </pc:sldChg>
      <pc:sldChg chg="del">
        <pc:chgData name="Duce, Patricia" userId="63213659-433f-4003-8b64-f125efbf754c" providerId="ADAL" clId="{B73BB7B4-AD63-44FF-A170-798F4B484953}" dt="2021-10-29T12:58:01.238" v="200" actId="47"/>
        <pc:sldMkLst>
          <pc:docMk/>
          <pc:sldMk cId="2443333314" sldId="265"/>
        </pc:sldMkLst>
      </pc:sldChg>
      <pc:sldChg chg="del">
        <pc:chgData name="Duce, Patricia" userId="63213659-433f-4003-8b64-f125efbf754c" providerId="ADAL" clId="{B73BB7B4-AD63-44FF-A170-798F4B484953}" dt="2021-10-29T12:57:54.799" v="198" actId="47"/>
        <pc:sldMkLst>
          <pc:docMk/>
          <pc:sldMk cId="610975190" sldId="266"/>
        </pc:sldMkLst>
      </pc:sldChg>
      <pc:sldChg chg="del">
        <pc:chgData name="Duce, Patricia" userId="63213659-433f-4003-8b64-f125efbf754c" providerId="ADAL" clId="{B73BB7B4-AD63-44FF-A170-798F4B484953}" dt="2021-10-29T12:57:55.628" v="199" actId="47"/>
        <pc:sldMkLst>
          <pc:docMk/>
          <pc:sldMk cId="4121291054" sldId="267"/>
        </pc:sldMkLst>
      </pc:sldChg>
      <pc:sldChg chg="modSp mod">
        <pc:chgData name="Duce, Patricia" userId="63213659-433f-4003-8b64-f125efbf754c" providerId="ADAL" clId="{B73BB7B4-AD63-44FF-A170-798F4B484953}" dt="2021-10-29T12:56:13.111" v="186"/>
        <pc:sldMkLst>
          <pc:docMk/>
          <pc:sldMk cId="2268947875" sldId="268"/>
        </pc:sldMkLst>
        <pc:spChg chg="mod">
          <ac:chgData name="Duce, Patricia" userId="63213659-433f-4003-8b64-f125efbf754c" providerId="ADAL" clId="{B73BB7B4-AD63-44FF-A170-798F4B484953}" dt="2021-10-29T12:56:13.111" v="186"/>
          <ac:spMkLst>
            <pc:docMk/>
            <pc:sldMk cId="2268947875" sldId="268"/>
            <ac:spMk id="3" creationId="{00000000-0000-0000-0000-000000000000}"/>
          </ac:spMkLst>
        </pc:spChg>
      </pc:sldChg>
      <pc:sldChg chg="new del">
        <pc:chgData name="Duce, Patricia" userId="63213659-433f-4003-8b64-f125efbf754c" providerId="ADAL" clId="{B73BB7B4-AD63-44FF-A170-798F4B484953}" dt="2021-10-29T12:56:36.574" v="191" actId="47"/>
        <pc:sldMkLst>
          <pc:docMk/>
          <pc:sldMk cId="4033007279" sldId="282"/>
        </pc:sldMkLst>
      </pc:sldChg>
      <pc:sldChg chg="modSp new mod">
        <pc:chgData name="Duce, Patricia" userId="63213659-433f-4003-8b64-f125efbf754c" providerId="ADAL" clId="{B73BB7B4-AD63-44FF-A170-798F4B484953}" dt="2021-10-29T12:40:44.513" v="48" actId="5793"/>
        <pc:sldMkLst>
          <pc:docMk/>
          <pc:sldMk cId="3104830540" sldId="283"/>
        </pc:sldMkLst>
        <pc:spChg chg="mod">
          <ac:chgData name="Duce, Patricia" userId="63213659-433f-4003-8b64-f125efbf754c" providerId="ADAL" clId="{B73BB7B4-AD63-44FF-A170-798F4B484953}" dt="2021-10-29T12:40:13.709" v="44" actId="20577"/>
          <ac:spMkLst>
            <pc:docMk/>
            <pc:sldMk cId="3104830540" sldId="283"/>
            <ac:spMk id="2" creationId="{AE216642-2938-40E6-BF99-79691691DD8E}"/>
          </ac:spMkLst>
        </pc:spChg>
        <pc:spChg chg="mod">
          <ac:chgData name="Duce, Patricia" userId="63213659-433f-4003-8b64-f125efbf754c" providerId="ADAL" clId="{B73BB7B4-AD63-44FF-A170-798F4B484953}" dt="2021-10-29T12:40:44.513" v="48" actId="5793"/>
          <ac:spMkLst>
            <pc:docMk/>
            <pc:sldMk cId="3104830540" sldId="283"/>
            <ac:spMk id="3" creationId="{E600B984-56A5-4958-BD1A-499B65DD316C}"/>
          </ac:spMkLst>
        </pc:spChg>
      </pc:sldChg>
      <pc:sldChg chg="modSp new mod">
        <pc:chgData name="Duce, Patricia" userId="63213659-433f-4003-8b64-f125efbf754c" providerId="ADAL" clId="{B73BB7B4-AD63-44FF-A170-798F4B484953}" dt="2021-10-29T12:42:49.165" v="68" actId="5793"/>
        <pc:sldMkLst>
          <pc:docMk/>
          <pc:sldMk cId="2078199564" sldId="284"/>
        </pc:sldMkLst>
        <pc:spChg chg="mod">
          <ac:chgData name="Duce, Patricia" userId="63213659-433f-4003-8b64-f125efbf754c" providerId="ADAL" clId="{B73BB7B4-AD63-44FF-A170-798F4B484953}" dt="2021-10-29T12:42:36.043" v="66" actId="20577"/>
          <ac:spMkLst>
            <pc:docMk/>
            <pc:sldMk cId="2078199564" sldId="284"/>
            <ac:spMk id="2" creationId="{06DAF41D-203A-49B3-B4EA-D78B759BAE07}"/>
          </ac:spMkLst>
        </pc:spChg>
        <pc:spChg chg="mod">
          <ac:chgData name="Duce, Patricia" userId="63213659-433f-4003-8b64-f125efbf754c" providerId="ADAL" clId="{B73BB7B4-AD63-44FF-A170-798F4B484953}" dt="2021-10-29T12:42:49.165" v="68" actId="5793"/>
          <ac:spMkLst>
            <pc:docMk/>
            <pc:sldMk cId="2078199564" sldId="284"/>
            <ac:spMk id="3" creationId="{EDAE8C60-D0B5-49D5-817A-1CAFDE90C665}"/>
          </ac:spMkLst>
        </pc:spChg>
      </pc:sldChg>
      <pc:sldChg chg="delSp modSp new mod">
        <pc:chgData name="Duce, Patricia" userId="63213659-433f-4003-8b64-f125efbf754c" providerId="ADAL" clId="{B73BB7B4-AD63-44FF-A170-798F4B484953}" dt="2021-10-29T12:43:29.634" v="72" actId="478"/>
        <pc:sldMkLst>
          <pc:docMk/>
          <pc:sldMk cId="3358515199" sldId="285"/>
        </pc:sldMkLst>
        <pc:spChg chg="del">
          <ac:chgData name="Duce, Patricia" userId="63213659-433f-4003-8b64-f125efbf754c" providerId="ADAL" clId="{B73BB7B4-AD63-44FF-A170-798F4B484953}" dt="2021-10-29T12:43:29.634" v="72" actId="478"/>
          <ac:spMkLst>
            <pc:docMk/>
            <pc:sldMk cId="3358515199" sldId="285"/>
            <ac:spMk id="2" creationId="{D0ECD94F-9080-4FBD-823B-E67D29B3B043}"/>
          </ac:spMkLst>
        </pc:spChg>
        <pc:spChg chg="mod">
          <ac:chgData name="Duce, Patricia" userId="63213659-433f-4003-8b64-f125efbf754c" providerId="ADAL" clId="{B73BB7B4-AD63-44FF-A170-798F4B484953}" dt="2021-10-29T12:43:27.884" v="71" actId="5793"/>
          <ac:spMkLst>
            <pc:docMk/>
            <pc:sldMk cId="3358515199" sldId="285"/>
            <ac:spMk id="3" creationId="{2EF8367F-0F9F-4C43-8785-6FB656E43C80}"/>
          </ac:spMkLst>
        </pc:spChg>
      </pc:sldChg>
      <pc:sldChg chg="delSp modSp new mod">
        <pc:chgData name="Duce, Patricia" userId="63213659-433f-4003-8b64-f125efbf754c" providerId="ADAL" clId="{B73BB7B4-AD63-44FF-A170-798F4B484953}" dt="2021-10-29T12:44:23.546" v="76" actId="478"/>
        <pc:sldMkLst>
          <pc:docMk/>
          <pc:sldMk cId="3218934343" sldId="286"/>
        </pc:sldMkLst>
        <pc:spChg chg="del">
          <ac:chgData name="Duce, Patricia" userId="63213659-433f-4003-8b64-f125efbf754c" providerId="ADAL" clId="{B73BB7B4-AD63-44FF-A170-798F4B484953}" dt="2021-10-29T12:44:23.546" v="76" actId="478"/>
          <ac:spMkLst>
            <pc:docMk/>
            <pc:sldMk cId="3218934343" sldId="286"/>
            <ac:spMk id="2" creationId="{F9E5EDB7-FC14-40DF-8E62-8620C27DC41C}"/>
          </ac:spMkLst>
        </pc:spChg>
        <pc:spChg chg="mod">
          <ac:chgData name="Duce, Patricia" userId="63213659-433f-4003-8b64-f125efbf754c" providerId="ADAL" clId="{B73BB7B4-AD63-44FF-A170-798F4B484953}" dt="2021-10-29T12:44:22.656" v="75" actId="5793"/>
          <ac:spMkLst>
            <pc:docMk/>
            <pc:sldMk cId="3218934343" sldId="286"/>
            <ac:spMk id="3" creationId="{A35CE764-D720-4C96-AEB5-5EB66AFA23E4}"/>
          </ac:spMkLst>
        </pc:spChg>
      </pc:sldChg>
      <pc:sldChg chg="delSp modSp new mod">
        <pc:chgData name="Duce, Patricia" userId="63213659-433f-4003-8b64-f125efbf754c" providerId="ADAL" clId="{B73BB7B4-AD63-44FF-A170-798F4B484953}" dt="2021-10-29T12:44:59.032" v="83" actId="27636"/>
        <pc:sldMkLst>
          <pc:docMk/>
          <pc:sldMk cId="534149945" sldId="287"/>
        </pc:sldMkLst>
        <pc:spChg chg="del">
          <ac:chgData name="Duce, Patricia" userId="63213659-433f-4003-8b64-f125efbf754c" providerId="ADAL" clId="{B73BB7B4-AD63-44FF-A170-798F4B484953}" dt="2021-10-29T12:44:54.180" v="80" actId="478"/>
          <ac:spMkLst>
            <pc:docMk/>
            <pc:sldMk cId="534149945" sldId="287"/>
            <ac:spMk id="2" creationId="{7A0667AA-9F7E-4C9B-8218-7A647561021F}"/>
          </ac:spMkLst>
        </pc:spChg>
        <pc:spChg chg="mod">
          <ac:chgData name="Duce, Patricia" userId="63213659-433f-4003-8b64-f125efbf754c" providerId="ADAL" clId="{B73BB7B4-AD63-44FF-A170-798F4B484953}" dt="2021-10-29T12:44:59.032" v="83" actId="27636"/>
          <ac:spMkLst>
            <pc:docMk/>
            <pc:sldMk cId="534149945" sldId="287"/>
            <ac:spMk id="3" creationId="{D6C686D5-0439-4048-A136-B5176400BB33}"/>
          </ac:spMkLst>
        </pc:spChg>
      </pc:sldChg>
      <pc:sldChg chg="delSp modSp new mod">
        <pc:chgData name="Duce, Patricia" userId="63213659-433f-4003-8b64-f125efbf754c" providerId="ADAL" clId="{B73BB7B4-AD63-44FF-A170-798F4B484953}" dt="2021-10-29T12:46:53.879" v="90" actId="5793"/>
        <pc:sldMkLst>
          <pc:docMk/>
          <pc:sldMk cId="3185270480" sldId="288"/>
        </pc:sldMkLst>
        <pc:spChg chg="del">
          <ac:chgData name="Duce, Patricia" userId="63213659-433f-4003-8b64-f125efbf754c" providerId="ADAL" clId="{B73BB7B4-AD63-44FF-A170-798F4B484953}" dt="2021-10-29T12:46:50.504" v="87" actId="478"/>
          <ac:spMkLst>
            <pc:docMk/>
            <pc:sldMk cId="3185270480" sldId="288"/>
            <ac:spMk id="2" creationId="{0B43CB24-39EE-4887-BFF8-3FD52BD207DC}"/>
          </ac:spMkLst>
        </pc:spChg>
        <pc:spChg chg="mod">
          <ac:chgData name="Duce, Patricia" userId="63213659-433f-4003-8b64-f125efbf754c" providerId="ADAL" clId="{B73BB7B4-AD63-44FF-A170-798F4B484953}" dt="2021-10-29T12:46:53.879" v="90" actId="5793"/>
          <ac:spMkLst>
            <pc:docMk/>
            <pc:sldMk cId="3185270480" sldId="288"/>
            <ac:spMk id="3" creationId="{AEA34F4E-9DD4-4FE7-8AF9-AD3D92406B45}"/>
          </ac:spMkLst>
        </pc:spChg>
      </pc:sldChg>
      <pc:sldChg chg="modSp new mod">
        <pc:chgData name="Duce, Patricia" userId="63213659-433f-4003-8b64-f125efbf754c" providerId="ADAL" clId="{B73BB7B4-AD63-44FF-A170-798F4B484953}" dt="2021-10-29T12:52:47.546" v="117" actId="5793"/>
        <pc:sldMkLst>
          <pc:docMk/>
          <pc:sldMk cId="1281425914" sldId="289"/>
        </pc:sldMkLst>
        <pc:spChg chg="mod">
          <ac:chgData name="Duce, Patricia" userId="63213659-433f-4003-8b64-f125efbf754c" providerId="ADAL" clId="{B73BB7B4-AD63-44FF-A170-798F4B484953}" dt="2021-10-29T12:52:38.108" v="112" actId="20577"/>
          <ac:spMkLst>
            <pc:docMk/>
            <pc:sldMk cId="1281425914" sldId="289"/>
            <ac:spMk id="2" creationId="{62E2639E-4A63-41A6-A1A5-2ABA59F4F584}"/>
          </ac:spMkLst>
        </pc:spChg>
        <pc:spChg chg="mod">
          <ac:chgData name="Duce, Patricia" userId="63213659-433f-4003-8b64-f125efbf754c" providerId="ADAL" clId="{B73BB7B4-AD63-44FF-A170-798F4B484953}" dt="2021-10-29T12:52:47.546" v="117" actId="5793"/>
          <ac:spMkLst>
            <pc:docMk/>
            <pc:sldMk cId="1281425914" sldId="289"/>
            <ac:spMk id="3" creationId="{5189B3DF-D39F-41DA-BC58-3E34E6F6FBFD}"/>
          </ac:spMkLst>
        </pc:spChg>
      </pc:sldChg>
      <pc:sldChg chg="delSp modSp new mod">
        <pc:chgData name="Duce, Patricia" userId="63213659-433f-4003-8b64-f125efbf754c" providerId="ADAL" clId="{B73BB7B4-AD63-44FF-A170-798F4B484953}" dt="2021-10-29T12:53:51.792" v="169" actId="27636"/>
        <pc:sldMkLst>
          <pc:docMk/>
          <pc:sldMk cId="1937758336" sldId="290"/>
        </pc:sldMkLst>
        <pc:spChg chg="del">
          <ac:chgData name="Duce, Patricia" userId="63213659-433f-4003-8b64-f125efbf754c" providerId="ADAL" clId="{B73BB7B4-AD63-44FF-A170-798F4B484953}" dt="2021-10-29T12:53:47.773" v="166" actId="478"/>
          <ac:spMkLst>
            <pc:docMk/>
            <pc:sldMk cId="1937758336" sldId="290"/>
            <ac:spMk id="2" creationId="{75384ED2-50D8-4340-A5A1-C313030D8E8F}"/>
          </ac:spMkLst>
        </pc:spChg>
        <pc:spChg chg="mod">
          <ac:chgData name="Duce, Patricia" userId="63213659-433f-4003-8b64-f125efbf754c" providerId="ADAL" clId="{B73BB7B4-AD63-44FF-A170-798F4B484953}" dt="2021-10-29T12:53:51.792" v="169" actId="27636"/>
          <ac:spMkLst>
            <pc:docMk/>
            <pc:sldMk cId="1937758336" sldId="290"/>
            <ac:spMk id="3" creationId="{BA11AA9F-9634-44D8-903A-C683BD0E23A0}"/>
          </ac:spMkLst>
        </pc:spChg>
      </pc:sldChg>
      <pc:sldChg chg="delSp modSp new mod">
        <pc:chgData name="Duce, Patricia" userId="63213659-433f-4003-8b64-f125efbf754c" providerId="ADAL" clId="{B73BB7B4-AD63-44FF-A170-798F4B484953}" dt="2021-10-29T12:56:28.339" v="190" actId="478"/>
        <pc:sldMkLst>
          <pc:docMk/>
          <pc:sldMk cId="1029319322" sldId="291"/>
        </pc:sldMkLst>
        <pc:spChg chg="del">
          <ac:chgData name="Duce, Patricia" userId="63213659-433f-4003-8b64-f125efbf754c" providerId="ADAL" clId="{B73BB7B4-AD63-44FF-A170-798F4B484953}" dt="2021-10-29T12:56:28.339" v="190" actId="478"/>
          <ac:spMkLst>
            <pc:docMk/>
            <pc:sldMk cId="1029319322" sldId="291"/>
            <ac:spMk id="2" creationId="{12A45FF7-3A72-4B68-9B87-0D04C06A9430}"/>
          </ac:spMkLst>
        </pc:spChg>
        <pc:spChg chg="mod">
          <ac:chgData name="Duce, Patricia" userId="63213659-433f-4003-8b64-f125efbf754c" providerId="ADAL" clId="{B73BB7B4-AD63-44FF-A170-798F4B484953}" dt="2021-10-29T12:56:26.542" v="189" actId="5793"/>
          <ac:spMkLst>
            <pc:docMk/>
            <pc:sldMk cId="1029319322" sldId="291"/>
            <ac:spMk id="3" creationId="{8FB65881-172F-4C0C-BF56-D18CDB702036}"/>
          </ac:spMkLst>
        </pc:spChg>
      </pc:sldChg>
      <pc:sldChg chg="modSp new mod">
        <pc:chgData name="Duce, Patricia" userId="63213659-433f-4003-8b64-f125efbf754c" providerId="ADAL" clId="{B73BB7B4-AD63-44FF-A170-798F4B484953}" dt="2021-10-29T13:04:38.001" v="232" actId="20577"/>
        <pc:sldMkLst>
          <pc:docMk/>
          <pc:sldMk cId="3731358018" sldId="292"/>
        </pc:sldMkLst>
        <pc:spChg chg="mod">
          <ac:chgData name="Duce, Patricia" userId="63213659-433f-4003-8b64-f125efbf754c" providerId="ADAL" clId="{B73BB7B4-AD63-44FF-A170-798F4B484953}" dt="2021-10-29T13:04:38.001" v="232" actId="20577"/>
          <ac:spMkLst>
            <pc:docMk/>
            <pc:sldMk cId="3731358018" sldId="292"/>
            <ac:spMk id="2" creationId="{CC71B101-C810-451F-9B9D-60BF1D3E1E72}"/>
          </ac:spMkLst>
        </pc:spChg>
        <pc:spChg chg="mod">
          <ac:chgData name="Duce, Patricia" userId="63213659-433f-4003-8b64-f125efbf754c" providerId="ADAL" clId="{B73BB7B4-AD63-44FF-A170-798F4B484953}" dt="2021-10-29T13:04:32.458" v="216"/>
          <ac:spMkLst>
            <pc:docMk/>
            <pc:sldMk cId="3731358018" sldId="292"/>
            <ac:spMk id="3" creationId="{B119DC6F-27DE-4151-9767-9C0DFA011FB2}"/>
          </ac:spMkLst>
        </pc:spChg>
      </pc:sldChg>
      <pc:sldChg chg="delSp modSp new mod">
        <pc:chgData name="Duce, Patricia" userId="63213659-433f-4003-8b64-f125efbf754c" providerId="ADAL" clId="{B73BB7B4-AD63-44FF-A170-798F4B484953}" dt="2021-10-29T13:05:06.495" v="238" actId="20577"/>
        <pc:sldMkLst>
          <pc:docMk/>
          <pc:sldMk cId="1686889900" sldId="293"/>
        </pc:sldMkLst>
        <pc:spChg chg="del">
          <ac:chgData name="Duce, Patricia" userId="63213659-433f-4003-8b64-f125efbf754c" providerId="ADAL" clId="{B73BB7B4-AD63-44FF-A170-798F4B484953}" dt="2021-10-29T13:05:02.410" v="235" actId="478"/>
          <ac:spMkLst>
            <pc:docMk/>
            <pc:sldMk cId="1686889900" sldId="293"/>
            <ac:spMk id="2" creationId="{4EFF2E61-E9F3-4DD9-BA7F-7006FA6E5003}"/>
          </ac:spMkLst>
        </pc:spChg>
        <pc:spChg chg="mod">
          <ac:chgData name="Duce, Patricia" userId="63213659-433f-4003-8b64-f125efbf754c" providerId="ADAL" clId="{B73BB7B4-AD63-44FF-A170-798F4B484953}" dt="2021-10-29T13:05:06.495" v="238" actId="20577"/>
          <ac:spMkLst>
            <pc:docMk/>
            <pc:sldMk cId="1686889900" sldId="293"/>
            <ac:spMk id="3" creationId="{00566EDD-93E1-4722-B7B6-E04AB27C2606}"/>
          </ac:spMkLst>
        </pc:spChg>
      </pc:sldChg>
      <pc:sldChg chg="modSp new mod">
        <pc:chgData name="Duce, Patricia" userId="63213659-433f-4003-8b64-f125efbf754c" providerId="ADAL" clId="{B73BB7B4-AD63-44FF-A170-798F4B484953}" dt="2021-10-29T13:06:11.110" v="241" actId="5793"/>
        <pc:sldMkLst>
          <pc:docMk/>
          <pc:sldMk cId="3301294111" sldId="294"/>
        </pc:sldMkLst>
        <pc:spChg chg="mod">
          <ac:chgData name="Duce, Patricia" userId="63213659-433f-4003-8b64-f125efbf754c" providerId="ADAL" clId="{B73BB7B4-AD63-44FF-A170-798F4B484953}" dt="2021-10-29T13:06:11.110" v="241" actId="5793"/>
          <ac:spMkLst>
            <pc:docMk/>
            <pc:sldMk cId="3301294111" sldId="294"/>
            <ac:spMk id="3" creationId="{895A0B12-4E5E-488A-82D3-3A84B392ED95}"/>
          </ac:spMkLst>
        </pc:spChg>
      </pc:sldChg>
      <pc:sldChg chg="delSp modSp new mod">
        <pc:chgData name="Duce, Patricia" userId="63213659-433f-4003-8b64-f125efbf754c" providerId="ADAL" clId="{B73BB7B4-AD63-44FF-A170-798F4B484953}" dt="2021-10-29T13:07:22.443" v="248" actId="14100"/>
        <pc:sldMkLst>
          <pc:docMk/>
          <pc:sldMk cId="2079582501" sldId="295"/>
        </pc:sldMkLst>
        <pc:spChg chg="del">
          <ac:chgData name="Duce, Patricia" userId="63213659-433f-4003-8b64-f125efbf754c" providerId="ADAL" clId="{B73BB7B4-AD63-44FF-A170-798F4B484953}" dt="2021-10-29T13:07:19.150" v="247" actId="478"/>
          <ac:spMkLst>
            <pc:docMk/>
            <pc:sldMk cId="2079582501" sldId="295"/>
            <ac:spMk id="2" creationId="{0B9A8B1C-E9D5-4690-AB62-7D7E548A78C5}"/>
          </ac:spMkLst>
        </pc:spChg>
        <pc:spChg chg="mod">
          <ac:chgData name="Duce, Patricia" userId="63213659-433f-4003-8b64-f125efbf754c" providerId="ADAL" clId="{B73BB7B4-AD63-44FF-A170-798F4B484953}" dt="2021-10-29T13:07:22.443" v="248" actId="14100"/>
          <ac:spMkLst>
            <pc:docMk/>
            <pc:sldMk cId="2079582501" sldId="295"/>
            <ac:spMk id="3" creationId="{46EFDB44-809A-40B4-AD06-FD85B30D39F1}"/>
          </ac:spMkLst>
        </pc:spChg>
      </pc:sldChg>
      <pc:sldChg chg="addSp delSp modSp new mod">
        <pc:chgData name="Duce, Patricia" userId="63213659-433f-4003-8b64-f125efbf754c" providerId="ADAL" clId="{B73BB7B4-AD63-44FF-A170-798F4B484953}" dt="2021-10-29T13:23:39.630" v="253" actId="1076"/>
        <pc:sldMkLst>
          <pc:docMk/>
          <pc:sldMk cId="2159119081" sldId="296"/>
        </pc:sldMkLst>
        <pc:spChg chg="del">
          <ac:chgData name="Duce, Patricia" userId="63213659-433f-4003-8b64-f125efbf754c" providerId="ADAL" clId="{B73BB7B4-AD63-44FF-A170-798F4B484953}" dt="2021-10-29T13:23:35.105" v="251" actId="478"/>
          <ac:spMkLst>
            <pc:docMk/>
            <pc:sldMk cId="2159119081" sldId="296"/>
            <ac:spMk id="2" creationId="{F7F9E8BC-09D1-43B4-BA19-CAA5007A92F9}"/>
          </ac:spMkLst>
        </pc:spChg>
        <pc:spChg chg="del">
          <ac:chgData name="Duce, Patricia" userId="63213659-433f-4003-8b64-f125efbf754c" providerId="ADAL" clId="{B73BB7B4-AD63-44FF-A170-798F4B484953}" dt="2021-10-29T13:23:30.144" v="250" actId="22"/>
          <ac:spMkLst>
            <pc:docMk/>
            <pc:sldMk cId="2159119081" sldId="296"/>
            <ac:spMk id="3" creationId="{E735A435-FF36-44F3-AEC5-E619D81AD3F7}"/>
          </ac:spMkLst>
        </pc:spChg>
        <pc:picChg chg="add mod ord">
          <ac:chgData name="Duce, Patricia" userId="63213659-433f-4003-8b64-f125efbf754c" providerId="ADAL" clId="{B73BB7B4-AD63-44FF-A170-798F4B484953}" dt="2021-10-29T13:23:39.630" v="253" actId="1076"/>
          <ac:picMkLst>
            <pc:docMk/>
            <pc:sldMk cId="2159119081" sldId="296"/>
            <ac:picMk id="5" creationId="{7A9F0A8E-F792-4E03-AD43-849488F26497}"/>
          </ac:picMkLst>
        </pc:picChg>
      </pc:sldChg>
      <pc:sldChg chg="delSp modSp new mod">
        <pc:chgData name="Duce, Patricia" userId="63213659-433f-4003-8b64-f125efbf754c" providerId="ADAL" clId="{B73BB7B4-AD63-44FF-A170-798F4B484953}" dt="2021-10-29T13:25:05.456" v="266" actId="5793"/>
        <pc:sldMkLst>
          <pc:docMk/>
          <pc:sldMk cId="493326315" sldId="297"/>
        </pc:sldMkLst>
        <pc:spChg chg="del">
          <ac:chgData name="Duce, Patricia" userId="63213659-433f-4003-8b64-f125efbf754c" providerId="ADAL" clId="{B73BB7B4-AD63-44FF-A170-798F4B484953}" dt="2021-10-29T13:24:34.980" v="258" actId="478"/>
          <ac:spMkLst>
            <pc:docMk/>
            <pc:sldMk cId="493326315" sldId="297"/>
            <ac:spMk id="2" creationId="{9E554570-852D-4564-9368-9FB40E7531D1}"/>
          </ac:spMkLst>
        </pc:spChg>
        <pc:spChg chg="mod">
          <ac:chgData name="Duce, Patricia" userId="63213659-433f-4003-8b64-f125efbf754c" providerId="ADAL" clId="{B73BB7B4-AD63-44FF-A170-798F4B484953}" dt="2021-10-29T13:25:05.456" v="266" actId="5793"/>
          <ac:spMkLst>
            <pc:docMk/>
            <pc:sldMk cId="493326315" sldId="297"/>
            <ac:spMk id="3" creationId="{2592D51D-0EAB-4F1A-B65F-0C250682A260}"/>
          </ac:spMkLst>
        </pc:spChg>
      </pc:sldChg>
    </pc:docChg>
  </pc:docChgLst>
  <pc:docChgLst>
    <pc:chgData name="Duce, Patricia" userId="63213659-433f-4003-8b64-f125efbf754c" providerId="ADAL" clId="{B33C98FD-EAB3-49D4-8134-B44C6614E099}"/>
    <pc:docChg chg="undo custSel addSld delSld modSld">
      <pc:chgData name="Duce, Patricia" userId="63213659-433f-4003-8b64-f125efbf754c" providerId="ADAL" clId="{B33C98FD-EAB3-49D4-8134-B44C6614E099}" dt="2022-11-10T17:01:39.905" v="69" actId="20577"/>
      <pc:docMkLst>
        <pc:docMk/>
      </pc:docMkLst>
      <pc:sldChg chg="add del">
        <pc:chgData name="Duce, Patricia" userId="63213659-433f-4003-8b64-f125efbf754c" providerId="ADAL" clId="{B33C98FD-EAB3-49D4-8134-B44C6614E099}" dt="2022-11-03T15:44:24.190" v="1" actId="47"/>
        <pc:sldMkLst>
          <pc:docMk/>
          <pc:sldMk cId="534149945" sldId="287"/>
        </pc:sldMkLst>
      </pc:sldChg>
      <pc:sldChg chg="modSp mod">
        <pc:chgData name="Duce, Patricia" userId="63213659-433f-4003-8b64-f125efbf754c" providerId="ADAL" clId="{B33C98FD-EAB3-49D4-8134-B44C6614E099}" dt="2022-11-10T17:01:39.905" v="69" actId="20577"/>
        <pc:sldMkLst>
          <pc:docMk/>
          <pc:sldMk cId="1929012553" sldId="289"/>
        </pc:sldMkLst>
        <pc:spChg chg="mod">
          <ac:chgData name="Duce, Patricia" userId="63213659-433f-4003-8b64-f125efbf754c" providerId="ADAL" clId="{B33C98FD-EAB3-49D4-8134-B44C6614E099}" dt="2022-11-10T17:01:39.905" v="69" actId="20577"/>
          <ac:spMkLst>
            <pc:docMk/>
            <pc:sldMk cId="1929012553" sldId="289"/>
            <ac:spMk id="3" creationId="{1E616F71-7D29-43E8-B8C1-5B28239604C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E3551A-0FAE-4708-8080-7D8767039AC3}" type="datetimeFigureOut">
              <a:rPr lang="en-US" smtClean="0"/>
              <a:t>11/19/2024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797EBB-A5CE-456A-B00F-08AC0CD2092F}" type="slidenum">
              <a:rPr lang="en-US" smtClean="0"/>
              <a:t>‹#›</a:t>
            </a:fld>
            <a:endParaRPr lang="en-US"/>
          </a:p>
        </p:txBody>
      </p:sp>
    </p:spTree>
    <p:extLst>
      <p:ext uri="{BB962C8B-B14F-4D97-AF65-F5344CB8AC3E}">
        <p14:creationId xmlns:p14="http://schemas.microsoft.com/office/powerpoint/2010/main" val="3940164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797EBB-A5CE-456A-B00F-08AC0CD2092F}" type="slidenum">
              <a:rPr lang="en-US" smtClean="0"/>
              <a:t>13</a:t>
            </a:fld>
            <a:endParaRPr lang="en-US"/>
          </a:p>
        </p:txBody>
      </p:sp>
    </p:spTree>
    <p:extLst>
      <p:ext uri="{BB962C8B-B14F-4D97-AF65-F5344CB8AC3E}">
        <p14:creationId xmlns:p14="http://schemas.microsoft.com/office/powerpoint/2010/main" val="1827396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B3D3882-172B-4C87-A85F-11318A1D28DB}"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3556227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3D3882-172B-4C87-A85F-11318A1D28DB}"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933463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3D3882-172B-4C87-A85F-11318A1D28DB}"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3538263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3D3882-172B-4C87-A85F-11318A1D28DB}"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2628669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3D3882-172B-4C87-A85F-11318A1D28DB}" type="datetimeFigureOut">
              <a:rPr lang="en-US" smtClean="0"/>
              <a:t>11/19/2024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1640815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B3D3882-172B-4C87-A85F-11318A1D28DB}" type="datetimeFigureOut">
              <a:rPr lang="en-US" smtClean="0"/>
              <a:t>11/19/2024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268847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3D3882-172B-4C87-A85F-11318A1D28DB}" type="datetimeFigureOut">
              <a:rPr lang="en-US" smtClean="0"/>
              <a:t>11/19/2024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1172804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3D3882-172B-4C87-A85F-11318A1D28DB}"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3493524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3D3882-172B-4C87-A85F-11318A1D28DB}" type="datetimeFigureOut">
              <a:rPr lang="en-US" smtClean="0"/>
              <a:t>11/19/2024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4067964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3D3882-172B-4C87-A85F-11318A1D28DB}"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265395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3D3882-172B-4C87-A85F-11318A1D28DB}" type="datetimeFigureOut">
              <a:rPr lang="en-US" smtClean="0"/>
              <a:t>11/19/2024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383AAB-3197-43E5-99E6-6ED56E2D8BF0}" type="slidenum">
              <a:rPr lang="en-US" smtClean="0"/>
              <a:t>‹#›</a:t>
            </a:fld>
            <a:endParaRPr lang="en-US"/>
          </a:p>
        </p:txBody>
      </p:sp>
    </p:spTree>
    <p:extLst>
      <p:ext uri="{BB962C8B-B14F-4D97-AF65-F5344CB8AC3E}">
        <p14:creationId xmlns:p14="http://schemas.microsoft.com/office/powerpoint/2010/main" val="1255770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3D3882-172B-4C87-A85F-11318A1D28DB}" type="datetimeFigureOut">
              <a:rPr lang="en-US" smtClean="0"/>
              <a:t>11/19/2024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383AAB-3197-43E5-99E6-6ED56E2D8BF0}" type="slidenum">
              <a:rPr lang="en-US" smtClean="0"/>
              <a:t>‹#›</a:t>
            </a:fld>
            <a:endParaRPr lang="en-US"/>
          </a:p>
        </p:txBody>
      </p:sp>
    </p:spTree>
    <p:extLst>
      <p:ext uri="{BB962C8B-B14F-4D97-AF65-F5344CB8AC3E}">
        <p14:creationId xmlns:p14="http://schemas.microsoft.com/office/powerpoint/2010/main" val="4241919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C686D5-0439-4048-A136-B5176400BB33}"/>
              </a:ext>
            </a:extLst>
          </p:cNvPr>
          <p:cNvSpPr>
            <a:spLocks noGrp="1"/>
          </p:cNvSpPr>
          <p:nvPr>
            <p:ph idx="1"/>
          </p:nvPr>
        </p:nvSpPr>
        <p:spPr>
          <a:xfrm>
            <a:off x="838200" y="379379"/>
            <a:ext cx="10515600" cy="5797584"/>
          </a:xfrm>
        </p:spPr>
        <p:txBody>
          <a:bodyPr>
            <a:normAutofit lnSpcReduction="10000"/>
          </a:bodyPr>
          <a:lstStyle/>
          <a:p>
            <a:pPr marL="0" indent="0" algn="l">
              <a:buNone/>
            </a:pPr>
            <a:r>
              <a:rPr lang="en-US" b="0" i="0" dirty="0">
                <a:solidFill>
                  <a:srgbClr val="292929"/>
                </a:solidFill>
                <a:effectLst/>
                <a:latin typeface="charter"/>
              </a:rPr>
              <a:t>There are 3 classifications of design patterns.</a:t>
            </a:r>
          </a:p>
          <a:p>
            <a:pPr algn="l">
              <a:buFont typeface="+mj-lt"/>
              <a:buAutoNum type="arabicPeriod"/>
            </a:pPr>
            <a:r>
              <a:rPr lang="en-US" b="1" i="0" dirty="0">
                <a:solidFill>
                  <a:srgbClr val="292929"/>
                </a:solidFill>
                <a:effectLst/>
                <a:latin typeface="charter"/>
              </a:rPr>
              <a:t>Creational patterns</a:t>
            </a:r>
            <a:br>
              <a:rPr lang="en-US" b="1" i="0" dirty="0">
                <a:solidFill>
                  <a:srgbClr val="292929"/>
                </a:solidFill>
                <a:effectLst/>
                <a:latin typeface="charter"/>
              </a:rPr>
            </a:br>
            <a:r>
              <a:rPr lang="en-US" b="0" i="0" dirty="0">
                <a:solidFill>
                  <a:srgbClr val="292929"/>
                </a:solidFill>
                <a:effectLst/>
                <a:latin typeface="charter"/>
              </a:rPr>
              <a:t>to provide object creation mechanisms that increase flexibility and reuse of existing code. Types: </a:t>
            </a:r>
            <a:r>
              <a:rPr lang="en-US" b="0" i="1" dirty="0">
                <a:solidFill>
                  <a:srgbClr val="292929"/>
                </a:solidFill>
                <a:effectLst/>
                <a:latin typeface="charter"/>
              </a:rPr>
              <a:t>Abstract Factory, Builder, Factory Method, Object Pool, Prototype, Singleton.</a:t>
            </a:r>
            <a:endParaRPr lang="en-US" b="0" i="0" dirty="0">
              <a:solidFill>
                <a:srgbClr val="292929"/>
              </a:solidFill>
              <a:effectLst/>
              <a:latin typeface="charter"/>
            </a:endParaRPr>
          </a:p>
          <a:p>
            <a:pPr algn="l">
              <a:buFont typeface="+mj-lt"/>
              <a:buAutoNum type="arabicPeriod"/>
            </a:pPr>
            <a:r>
              <a:rPr lang="en-US" b="1" i="0" dirty="0">
                <a:solidFill>
                  <a:srgbClr val="292929"/>
                </a:solidFill>
                <a:effectLst/>
                <a:latin typeface="charter"/>
              </a:rPr>
              <a:t>Structural patterns</a:t>
            </a:r>
            <a:br>
              <a:rPr lang="en-US" b="1" i="0" dirty="0">
                <a:solidFill>
                  <a:srgbClr val="292929"/>
                </a:solidFill>
                <a:effectLst/>
                <a:latin typeface="charter"/>
              </a:rPr>
            </a:br>
            <a:r>
              <a:rPr lang="en-US" b="0" i="0" dirty="0">
                <a:solidFill>
                  <a:srgbClr val="292929"/>
                </a:solidFill>
                <a:effectLst/>
                <a:latin typeface="charter"/>
              </a:rPr>
              <a:t>to explain how to assemble objects and classes into larger structures, while keeping the structures flexible and efficient. Types: </a:t>
            </a:r>
            <a:r>
              <a:rPr lang="en-US" b="0" i="1" dirty="0">
                <a:solidFill>
                  <a:srgbClr val="292929"/>
                </a:solidFill>
                <a:effectLst/>
                <a:latin typeface="charter"/>
              </a:rPr>
              <a:t>Adapter, Bridge, Composite, Decorator, Facade, Flyweight, Private Class Data, Proxy.</a:t>
            </a:r>
            <a:endParaRPr lang="en-US" b="0" i="0" dirty="0">
              <a:solidFill>
                <a:srgbClr val="292929"/>
              </a:solidFill>
              <a:effectLst/>
              <a:latin typeface="charter"/>
            </a:endParaRPr>
          </a:p>
          <a:p>
            <a:pPr algn="l">
              <a:buFont typeface="+mj-lt"/>
              <a:buAutoNum type="arabicPeriod"/>
            </a:pPr>
            <a:r>
              <a:rPr lang="en-US" b="1" i="0" dirty="0">
                <a:solidFill>
                  <a:srgbClr val="292929"/>
                </a:solidFill>
                <a:effectLst/>
                <a:latin typeface="charter"/>
              </a:rPr>
              <a:t>Behavioral patterns</a:t>
            </a:r>
            <a:br>
              <a:rPr lang="en-US" b="1" i="0" dirty="0">
                <a:solidFill>
                  <a:srgbClr val="292929"/>
                </a:solidFill>
                <a:effectLst/>
                <a:latin typeface="charter"/>
              </a:rPr>
            </a:br>
            <a:r>
              <a:rPr lang="en-US" b="0" i="0" dirty="0">
                <a:solidFill>
                  <a:srgbClr val="292929"/>
                </a:solidFill>
                <a:effectLst/>
                <a:latin typeface="charter"/>
              </a:rPr>
              <a:t>to take care of effective communication and the assignment of responsibilities between objects. Types: </a:t>
            </a:r>
            <a:r>
              <a:rPr lang="en-US" b="0" i="1" dirty="0">
                <a:solidFill>
                  <a:srgbClr val="292929"/>
                </a:solidFill>
                <a:effectLst/>
                <a:latin typeface="charter"/>
              </a:rPr>
              <a:t>Chain of Responsibility, Command, Interpreter, Iterator, Mediator, Memento, Null Object, Observer, State, Strategy, Template Method, Visitor.</a:t>
            </a:r>
            <a:endParaRPr lang="en-US" b="0" i="0" dirty="0">
              <a:solidFill>
                <a:srgbClr val="292929"/>
              </a:solidFill>
              <a:effectLst/>
              <a:latin typeface="charter"/>
            </a:endParaRPr>
          </a:p>
          <a:p>
            <a:endParaRPr lang="en-US" dirty="0"/>
          </a:p>
        </p:txBody>
      </p:sp>
    </p:spTree>
    <p:extLst>
      <p:ext uri="{BB962C8B-B14F-4D97-AF65-F5344CB8AC3E}">
        <p14:creationId xmlns:p14="http://schemas.microsoft.com/office/powerpoint/2010/main" val="534149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69C91-C8E0-43C6-8953-52362DBC9ECC}"/>
              </a:ext>
            </a:extLst>
          </p:cNvPr>
          <p:cNvSpPr>
            <a:spLocks noGrp="1"/>
          </p:cNvSpPr>
          <p:nvPr>
            <p:ph type="title"/>
          </p:nvPr>
        </p:nvSpPr>
        <p:spPr/>
        <p:txBody>
          <a:bodyPr/>
          <a:lstStyle/>
          <a:p>
            <a:r>
              <a:rPr lang="en-US" dirty="0"/>
              <a:t>Singleton – Creational Pattern</a:t>
            </a:r>
          </a:p>
        </p:txBody>
      </p:sp>
      <p:sp>
        <p:nvSpPr>
          <p:cNvPr id="3" name="Content Placeholder 2">
            <a:extLst>
              <a:ext uri="{FF2B5EF4-FFF2-40B4-BE49-F238E27FC236}">
                <a16:creationId xmlns:a16="http://schemas.microsoft.com/office/drawing/2014/main" id="{1E616F71-7D29-43E8-B8C1-5B28239604C7}"/>
              </a:ext>
            </a:extLst>
          </p:cNvPr>
          <p:cNvSpPr>
            <a:spLocks noGrp="1"/>
          </p:cNvSpPr>
          <p:nvPr>
            <p:ph idx="1"/>
          </p:nvPr>
        </p:nvSpPr>
        <p:spPr/>
        <p:txBody>
          <a:bodyPr>
            <a:normAutofit/>
          </a:bodyPr>
          <a:lstStyle/>
          <a:p>
            <a:pPr marL="0" indent="0" algn="just">
              <a:buNone/>
            </a:pPr>
            <a:r>
              <a:rPr lang="en-US" b="1" i="0" dirty="0">
                <a:solidFill>
                  <a:srgbClr val="000000"/>
                </a:solidFill>
                <a:effectLst/>
                <a:latin typeface="Droid Serif"/>
              </a:rPr>
              <a:t>Singleton pattern </a:t>
            </a:r>
            <a:r>
              <a:rPr lang="en-US" b="0" i="0" dirty="0">
                <a:solidFill>
                  <a:srgbClr val="000000"/>
                </a:solidFill>
                <a:effectLst/>
                <a:latin typeface="Droid Serif"/>
              </a:rPr>
              <a:t>as the name suggests is used to create one and only instance of a class.  </a:t>
            </a:r>
          </a:p>
          <a:p>
            <a:endParaRPr lang="en-US" dirty="0">
              <a:solidFill>
                <a:srgbClr val="000000"/>
              </a:solidFill>
              <a:latin typeface="Droid Serif"/>
            </a:endParaRPr>
          </a:p>
          <a:p>
            <a:endParaRPr lang="en-US" dirty="0">
              <a:solidFill>
                <a:srgbClr val="000000"/>
              </a:solidFill>
              <a:latin typeface="Droid Serif"/>
            </a:endParaRPr>
          </a:p>
          <a:p>
            <a:pPr marL="0" indent="0">
              <a:buNone/>
            </a:pPr>
            <a:r>
              <a:rPr lang="en-US" dirty="0"/>
              <a:t>A singleton should be used when managing access to a resource which is shared by the entire application, and it would be destructive to potentially have multiple instances of the same class.</a:t>
            </a:r>
          </a:p>
          <a:p>
            <a:pPr marL="0" indent="0">
              <a:buNone/>
            </a:pPr>
            <a:endParaRPr lang="en-US" dirty="0"/>
          </a:p>
        </p:txBody>
      </p:sp>
    </p:spTree>
    <p:extLst>
      <p:ext uri="{BB962C8B-B14F-4D97-AF65-F5344CB8AC3E}">
        <p14:creationId xmlns:p14="http://schemas.microsoft.com/office/powerpoint/2010/main" val="1929012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616F71-7D29-43E8-B8C1-5B28239604C7}"/>
              </a:ext>
            </a:extLst>
          </p:cNvPr>
          <p:cNvSpPr>
            <a:spLocks noGrp="1"/>
          </p:cNvSpPr>
          <p:nvPr>
            <p:ph idx="1"/>
          </p:nvPr>
        </p:nvSpPr>
        <p:spPr>
          <a:xfrm>
            <a:off x="533400" y="1845945"/>
            <a:ext cx="10515600" cy="4351338"/>
          </a:xfrm>
        </p:spPr>
        <p:txBody>
          <a:bodyPr>
            <a:normAutofit/>
          </a:bodyPr>
          <a:lstStyle/>
          <a:p>
            <a:pPr marL="0" indent="0" algn="just">
              <a:buNone/>
            </a:pPr>
            <a:r>
              <a:rPr lang="en-US" b="0" i="0" dirty="0">
                <a:solidFill>
                  <a:srgbClr val="000000"/>
                </a:solidFill>
                <a:effectLst/>
                <a:latin typeface="Droid Serif"/>
              </a:rPr>
              <a:t>Its trivial to new-up an object of a class but how do we ensure that only one object ever gets created? The answer is to make the constructor private of the class we intend to define as singleton. That way, only the members of the class can access the private constructor and no one else.</a:t>
            </a:r>
          </a:p>
          <a:p>
            <a:pPr marL="0" indent="0" algn="just">
              <a:buNone/>
            </a:pPr>
            <a:endParaRPr lang="en-US" b="0" i="0" dirty="0">
              <a:solidFill>
                <a:srgbClr val="000000"/>
              </a:solidFill>
              <a:effectLst/>
              <a:latin typeface="Droid Serif"/>
            </a:endParaRPr>
          </a:p>
          <a:p>
            <a:pPr marL="0" indent="0" algn="just">
              <a:buNone/>
            </a:pPr>
            <a:r>
              <a:rPr lang="en-US" b="0" i="0" dirty="0">
                <a:solidFill>
                  <a:srgbClr val="000000"/>
                </a:solidFill>
                <a:effectLst/>
                <a:latin typeface="Droid Serif"/>
              </a:rPr>
              <a:t>Formally the Singleton pattern is defined as </a:t>
            </a:r>
            <a:r>
              <a:rPr lang="en-US" b="1" i="1" dirty="0">
                <a:solidFill>
                  <a:srgbClr val="000000"/>
                </a:solidFill>
                <a:effectLst/>
                <a:latin typeface="Droid Serif"/>
              </a:rPr>
              <a:t>ensuring that only a single instance of a class exists and a global point of access to it exists</a:t>
            </a:r>
            <a:r>
              <a:rPr lang="en-US" b="0" i="0" dirty="0">
                <a:solidFill>
                  <a:srgbClr val="000000"/>
                </a:solidFill>
                <a:effectLst/>
                <a:latin typeface="Droid Serif"/>
              </a:rPr>
              <a:t>.</a:t>
            </a:r>
          </a:p>
          <a:p>
            <a:endParaRPr lang="en-US" dirty="0"/>
          </a:p>
        </p:txBody>
      </p:sp>
    </p:spTree>
    <p:extLst>
      <p:ext uri="{BB962C8B-B14F-4D97-AF65-F5344CB8AC3E}">
        <p14:creationId xmlns:p14="http://schemas.microsoft.com/office/powerpoint/2010/main" val="76322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99ED09-59DB-4DA6-AA4C-5672BAFA1240}"/>
              </a:ext>
            </a:extLst>
          </p:cNvPr>
          <p:cNvSpPr>
            <a:spLocks noGrp="1"/>
          </p:cNvSpPr>
          <p:nvPr>
            <p:ph idx="1"/>
          </p:nvPr>
        </p:nvSpPr>
        <p:spPr/>
        <p:txBody>
          <a:bodyPr/>
          <a:lstStyle/>
          <a:p>
            <a:pPr marL="0" indent="0">
              <a:buNone/>
            </a:pPr>
            <a:r>
              <a:rPr lang="en-US" b="0" i="0" dirty="0">
                <a:solidFill>
                  <a:srgbClr val="000000"/>
                </a:solidFill>
                <a:effectLst/>
                <a:latin typeface="Droid Serif"/>
              </a:rPr>
              <a:t>As an example, let's say we want to model the American President's official aircraft called "</a:t>
            </a:r>
            <a:r>
              <a:rPr lang="en-US" b="1" i="0" dirty="0">
                <a:solidFill>
                  <a:srgbClr val="000000"/>
                </a:solidFill>
                <a:effectLst/>
                <a:latin typeface="Droid Serif"/>
              </a:rPr>
              <a:t>Airforce One</a:t>
            </a:r>
            <a:r>
              <a:rPr lang="en-US" b="0" i="0" dirty="0">
                <a:solidFill>
                  <a:srgbClr val="000000"/>
                </a:solidFill>
                <a:effectLst/>
                <a:latin typeface="Droid Serif"/>
              </a:rPr>
              <a:t>" in our software. There can only be </a:t>
            </a:r>
            <a:r>
              <a:rPr lang="en-US" b="1" i="0" dirty="0">
                <a:solidFill>
                  <a:srgbClr val="000000"/>
                </a:solidFill>
                <a:effectLst/>
                <a:latin typeface="Droid Serif"/>
              </a:rPr>
              <a:t>one instance of Airforce One and a singleton class </a:t>
            </a:r>
            <a:r>
              <a:rPr lang="en-US" b="0" i="0" dirty="0">
                <a:solidFill>
                  <a:srgbClr val="000000"/>
                </a:solidFill>
                <a:effectLst/>
                <a:latin typeface="Droid Serif"/>
              </a:rPr>
              <a:t>is the best suited representation.</a:t>
            </a:r>
            <a:endParaRPr lang="en-US" dirty="0"/>
          </a:p>
        </p:txBody>
      </p:sp>
    </p:spTree>
    <p:extLst>
      <p:ext uri="{BB962C8B-B14F-4D97-AF65-F5344CB8AC3E}">
        <p14:creationId xmlns:p14="http://schemas.microsoft.com/office/powerpoint/2010/main" val="921720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E42F3D-FD83-453C-A560-706F811F4E38}"/>
              </a:ext>
            </a:extLst>
          </p:cNvPr>
          <p:cNvPicPr>
            <a:picLocks noGrp="1" noChangeAspect="1"/>
          </p:cNvPicPr>
          <p:nvPr>
            <p:ph idx="1"/>
          </p:nvPr>
        </p:nvPicPr>
        <p:blipFill rotWithShape="1">
          <a:blip r:embed="rId2"/>
          <a:srcRect l="30219" t="17729" r="34202" b="20679"/>
          <a:stretch/>
        </p:blipFill>
        <p:spPr>
          <a:xfrm>
            <a:off x="388982" y="313860"/>
            <a:ext cx="5645564" cy="6230279"/>
          </a:xfrm>
        </p:spPr>
      </p:pic>
      <p:pic>
        <p:nvPicPr>
          <p:cNvPr id="6" name="Picture 5">
            <a:extLst>
              <a:ext uri="{FF2B5EF4-FFF2-40B4-BE49-F238E27FC236}">
                <a16:creationId xmlns:a16="http://schemas.microsoft.com/office/drawing/2014/main" id="{23637D4D-E5E6-4207-BE84-B51FC741E3F6}"/>
              </a:ext>
            </a:extLst>
          </p:cNvPr>
          <p:cNvPicPr>
            <a:picLocks noChangeAspect="1"/>
          </p:cNvPicPr>
          <p:nvPr/>
        </p:nvPicPr>
        <p:blipFill rotWithShape="1">
          <a:blip r:embed="rId3"/>
          <a:srcRect t="74865" r="20943" b="2424"/>
          <a:stretch/>
        </p:blipFill>
        <p:spPr>
          <a:xfrm>
            <a:off x="6275664" y="1770608"/>
            <a:ext cx="5527353" cy="1806942"/>
          </a:xfrm>
          <a:prstGeom prst="rect">
            <a:avLst/>
          </a:prstGeom>
        </p:spPr>
      </p:pic>
    </p:spTree>
    <p:extLst>
      <p:ext uri="{BB962C8B-B14F-4D97-AF65-F5344CB8AC3E}">
        <p14:creationId xmlns:p14="http://schemas.microsoft.com/office/powerpoint/2010/main" val="3910614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AD338-6DD4-4DE6-BF92-0955BA04B06F}"/>
              </a:ext>
            </a:extLst>
          </p:cNvPr>
          <p:cNvSpPr>
            <a:spLocks noGrp="1"/>
          </p:cNvSpPr>
          <p:nvPr>
            <p:ph type="title"/>
          </p:nvPr>
        </p:nvSpPr>
        <p:spPr/>
        <p:txBody>
          <a:bodyPr/>
          <a:lstStyle/>
          <a:p>
            <a:r>
              <a:rPr lang="en-US" dirty="0"/>
              <a:t>Iterator – Behavioral Pattern</a:t>
            </a:r>
          </a:p>
        </p:txBody>
      </p:sp>
      <p:sp>
        <p:nvSpPr>
          <p:cNvPr id="3" name="Content Placeholder 2">
            <a:extLst>
              <a:ext uri="{FF2B5EF4-FFF2-40B4-BE49-F238E27FC236}">
                <a16:creationId xmlns:a16="http://schemas.microsoft.com/office/drawing/2014/main" id="{94D745BB-30E9-4D92-8479-FB5570F89A83}"/>
              </a:ext>
            </a:extLst>
          </p:cNvPr>
          <p:cNvSpPr>
            <a:spLocks noGrp="1"/>
          </p:cNvSpPr>
          <p:nvPr>
            <p:ph idx="1"/>
          </p:nvPr>
        </p:nvSpPr>
        <p:spPr/>
        <p:txBody>
          <a:bodyPr>
            <a:normAutofit/>
          </a:bodyPr>
          <a:lstStyle/>
          <a:p>
            <a:pPr marL="0" indent="0" algn="l">
              <a:buNone/>
            </a:pPr>
            <a:endParaRPr lang="en-US" b="0" i="0" dirty="0">
              <a:solidFill>
                <a:srgbClr val="000000"/>
              </a:solidFill>
              <a:effectLst/>
              <a:latin typeface="Gentium Basic"/>
            </a:endParaRPr>
          </a:p>
          <a:p>
            <a:pPr marL="0" indent="0" algn="l">
              <a:buNone/>
            </a:pPr>
            <a:r>
              <a:rPr lang="en-US" b="0" i="0" dirty="0">
                <a:solidFill>
                  <a:srgbClr val="000000"/>
                </a:solidFill>
                <a:effectLst/>
                <a:latin typeface="Gentium Basic"/>
              </a:rPr>
              <a:t>The least expressive computer languages make no attempt to hide the inner workings of their data structures. In those languages, if you want to visit every element in an array, you have to generate the integer indexes yourself.</a:t>
            </a:r>
          </a:p>
          <a:p>
            <a:endParaRPr lang="en-US" dirty="0"/>
          </a:p>
        </p:txBody>
      </p:sp>
    </p:spTree>
    <p:extLst>
      <p:ext uri="{BB962C8B-B14F-4D97-AF65-F5344CB8AC3E}">
        <p14:creationId xmlns:p14="http://schemas.microsoft.com/office/powerpoint/2010/main" val="102711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D745BB-30E9-4D92-8479-FB5570F89A83}"/>
              </a:ext>
            </a:extLst>
          </p:cNvPr>
          <p:cNvSpPr>
            <a:spLocks noGrp="1"/>
          </p:cNvSpPr>
          <p:nvPr>
            <p:ph idx="1"/>
          </p:nvPr>
        </p:nvSpPr>
        <p:spPr/>
        <p:txBody>
          <a:bodyPr>
            <a:normAutofit/>
          </a:bodyPr>
          <a:lstStyle/>
          <a:p>
            <a:pPr marL="0" indent="0" algn="l">
              <a:buNone/>
            </a:pPr>
            <a:r>
              <a:rPr lang="en-US" b="0" i="0" dirty="0">
                <a:solidFill>
                  <a:srgbClr val="000000"/>
                </a:solidFill>
                <a:effectLst/>
                <a:latin typeface="Gentium Basic"/>
              </a:rPr>
              <a:t>Code in such languages struggles to stay at the high level of describing programmer intent. Instead, the flow of each thought is interrupted with low-level data structure details. When code can’t abstract away the mechanics of iteration, it becomes more difficult to read and it’s more liable to errors.</a:t>
            </a:r>
          </a:p>
        </p:txBody>
      </p:sp>
    </p:spTree>
    <p:extLst>
      <p:ext uri="{BB962C8B-B14F-4D97-AF65-F5344CB8AC3E}">
        <p14:creationId xmlns:p14="http://schemas.microsoft.com/office/powerpoint/2010/main" val="561506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D745BB-30E9-4D92-8479-FB5570F89A83}"/>
              </a:ext>
            </a:extLst>
          </p:cNvPr>
          <p:cNvSpPr>
            <a:spLocks noGrp="1"/>
          </p:cNvSpPr>
          <p:nvPr>
            <p:ph idx="1"/>
          </p:nvPr>
        </p:nvSpPr>
        <p:spPr/>
        <p:txBody>
          <a:bodyPr>
            <a:normAutofit/>
          </a:bodyPr>
          <a:lstStyle/>
          <a:p>
            <a:pPr marL="0" indent="0" algn="l">
              <a:buNone/>
            </a:pPr>
            <a:r>
              <a:rPr lang="en-US" b="0" i="0" dirty="0">
                <a:solidFill>
                  <a:srgbClr val="000000"/>
                </a:solidFill>
                <a:effectLst/>
                <a:latin typeface="Gentium Basic"/>
              </a:rPr>
              <a:t>The remedy is encapsulation. The Iterator Pattern proposes that the details about how a data structure is traversed should be moved into an “iterator” object that, from the outside, simply yields one item after another without exposing the internals of how the data structure is designed.</a:t>
            </a:r>
          </a:p>
          <a:p>
            <a:endParaRPr lang="en-US" dirty="0"/>
          </a:p>
        </p:txBody>
      </p:sp>
    </p:spTree>
    <p:extLst>
      <p:ext uri="{BB962C8B-B14F-4D97-AF65-F5344CB8AC3E}">
        <p14:creationId xmlns:p14="http://schemas.microsoft.com/office/powerpoint/2010/main" val="1943588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BD9650-9B46-4DF9-8CB5-33508D6D7BEC}"/>
              </a:ext>
            </a:extLst>
          </p:cNvPr>
          <p:cNvSpPr>
            <a:spLocks noGrp="1"/>
          </p:cNvSpPr>
          <p:nvPr>
            <p:ph idx="1"/>
          </p:nvPr>
        </p:nvSpPr>
        <p:spPr>
          <a:xfrm>
            <a:off x="838200" y="802640"/>
            <a:ext cx="10515600" cy="5374323"/>
          </a:xfrm>
        </p:spPr>
        <p:txBody>
          <a:bodyPr>
            <a:normAutofit fontScale="85000" lnSpcReduction="20000"/>
          </a:bodyPr>
          <a:lstStyle/>
          <a:p>
            <a:pPr marL="0" indent="0">
              <a:buNone/>
            </a:pPr>
            <a:r>
              <a:rPr lang="en-US" b="1" dirty="0"/>
              <a:t>Iterating with the “for” loop</a:t>
            </a:r>
          </a:p>
          <a:p>
            <a:endParaRPr lang="en-US" dirty="0"/>
          </a:p>
          <a:p>
            <a:pPr marL="0" indent="0">
              <a:buNone/>
            </a:pPr>
            <a:r>
              <a:rPr lang="en-US" dirty="0"/>
              <a:t>Python’s for loop abstracts the </a:t>
            </a:r>
            <a:r>
              <a:rPr lang="en-US" b="1" dirty="0"/>
              <a:t>Iterator Pattern </a:t>
            </a:r>
            <a:r>
              <a:rPr lang="en-US" dirty="0"/>
              <a:t>so thoroughly that most Python programmers are never even aware of the object design pattern that it enacts beneath the surface. The for loop performs repeated assignment, running its indented block of code once for each item in the sequence it is iterating over.</a:t>
            </a:r>
          </a:p>
          <a:p>
            <a:endParaRPr lang="en-US" dirty="0"/>
          </a:p>
          <a:p>
            <a:pPr marL="0" indent="0">
              <a:buNone/>
            </a:pPr>
            <a:r>
              <a:rPr lang="en-US" dirty="0">
                <a:latin typeface="Consolas" panose="020B0609020204030204" pitchFamily="49" charset="0"/>
              </a:rPr>
              <a:t>some_primes = [2, 3, 5]</a:t>
            </a:r>
          </a:p>
          <a:p>
            <a:pPr marL="0" indent="0">
              <a:buNone/>
            </a:pPr>
            <a:r>
              <a:rPr lang="en-US" dirty="0">
                <a:latin typeface="Consolas" panose="020B0609020204030204" pitchFamily="49" charset="0"/>
              </a:rPr>
              <a:t>for prime in some_primes:</a:t>
            </a:r>
          </a:p>
          <a:p>
            <a:pPr marL="0" indent="0">
              <a:buNone/>
            </a:pPr>
            <a:r>
              <a:rPr lang="en-US" dirty="0">
                <a:latin typeface="Consolas" panose="020B0609020204030204" pitchFamily="49" charset="0"/>
              </a:rPr>
              <a:t>   print(prime)</a:t>
            </a:r>
          </a:p>
          <a:p>
            <a:pPr marL="0" indent="0">
              <a:buNone/>
            </a:pPr>
            <a:endParaRPr lang="en-US" dirty="0"/>
          </a:p>
          <a:p>
            <a:pPr marL="0" indent="0">
              <a:buNone/>
            </a:pPr>
            <a:r>
              <a:rPr lang="en-US" dirty="0"/>
              <a:t>2</a:t>
            </a:r>
          </a:p>
          <a:p>
            <a:pPr marL="0" indent="0">
              <a:buNone/>
            </a:pPr>
            <a:r>
              <a:rPr lang="en-US" dirty="0"/>
              <a:t>3</a:t>
            </a:r>
          </a:p>
          <a:p>
            <a:pPr marL="0" indent="0">
              <a:buNone/>
            </a:pPr>
            <a:r>
              <a:rPr lang="en-US" dirty="0"/>
              <a:t>5</a:t>
            </a:r>
          </a:p>
        </p:txBody>
      </p:sp>
    </p:spTree>
    <p:extLst>
      <p:ext uri="{BB962C8B-B14F-4D97-AF65-F5344CB8AC3E}">
        <p14:creationId xmlns:p14="http://schemas.microsoft.com/office/powerpoint/2010/main" val="1951842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A4F6A1-91AE-409D-9FAC-65C7815A64A2}"/>
              </a:ext>
            </a:extLst>
          </p:cNvPr>
          <p:cNvSpPr>
            <a:spLocks noGrp="1"/>
          </p:cNvSpPr>
          <p:nvPr>
            <p:ph idx="1"/>
          </p:nvPr>
        </p:nvSpPr>
        <p:spPr>
          <a:xfrm>
            <a:off x="838200" y="589280"/>
            <a:ext cx="10515600" cy="5587683"/>
          </a:xfrm>
        </p:spPr>
        <p:txBody>
          <a:bodyPr>
            <a:normAutofit/>
          </a:bodyPr>
          <a:lstStyle/>
          <a:p>
            <a:pPr marL="0" indent="0">
              <a:buNone/>
            </a:pPr>
            <a:r>
              <a:rPr lang="en-US" dirty="0"/>
              <a:t>Let’s now step behind the </a:t>
            </a:r>
            <a:r>
              <a:rPr lang="en-US" b="1" dirty="0"/>
              <a:t>for loop </a:t>
            </a:r>
            <a:r>
              <a:rPr lang="en-US" dirty="0"/>
              <a:t>and learn about the </a:t>
            </a:r>
            <a:r>
              <a:rPr lang="en-US" b="1" dirty="0"/>
              <a:t>design pattern </a:t>
            </a:r>
            <a:r>
              <a:rPr lang="en-US" dirty="0"/>
              <a:t>that powers it. The traditional </a:t>
            </a:r>
            <a:r>
              <a:rPr lang="en-US" b="1" dirty="0"/>
              <a:t>Iterator Pattern </a:t>
            </a:r>
            <a:r>
              <a:rPr lang="en-US" dirty="0"/>
              <a:t>involves three things:</a:t>
            </a:r>
          </a:p>
          <a:p>
            <a:endParaRPr lang="en-US" dirty="0"/>
          </a:p>
          <a:p>
            <a:pPr marL="0" indent="0">
              <a:buNone/>
            </a:pPr>
            <a:r>
              <a:rPr lang="en-US" dirty="0"/>
              <a:t>First, there’s a container object.</a:t>
            </a:r>
          </a:p>
          <a:p>
            <a:r>
              <a:rPr lang="en-US" dirty="0"/>
              <a:t>This is the object that holds a collection of items (e.g., an array, list, or set).</a:t>
            </a:r>
          </a:p>
          <a:p>
            <a:r>
              <a:rPr lang="en-US" dirty="0"/>
              <a:t>It acts as the "repository" for the items that need to be iterated over.</a:t>
            </a:r>
          </a:p>
        </p:txBody>
      </p:sp>
    </p:spTree>
    <p:extLst>
      <p:ext uri="{BB962C8B-B14F-4D97-AF65-F5344CB8AC3E}">
        <p14:creationId xmlns:p14="http://schemas.microsoft.com/office/powerpoint/2010/main" val="3329865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A4F6A1-91AE-409D-9FAC-65C7815A64A2}"/>
              </a:ext>
            </a:extLst>
          </p:cNvPr>
          <p:cNvSpPr>
            <a:spLocks noGrp="1"/>
          </p:cNvSpPr>
          <p:nvPr>
            <p:ph idx="1"/>
          </p:nvPr>
        </p:nvSpPr>
        <p:spPr>
          <a:xfrm>
            <a:off x="838200" y="589280"/>
            <a:ext cx="10515600" cy="5587683"/>
          </a:xfrm>
        </p:spPr>
        <p:txBody>
          <a:bodyPr>
            <a:normAutofit/>
          </a:bodyPr>
          <a:lstStyle/>
          <a:p>
            <a:endParaRPr lang="en-US" dirty="0"/>
          </a:p>
          <a:p>
            <a:pPr marL="0" indent="0">
              <a:buNone/>
            </a:pPr>
            <a:r>
              <a:rPr lang="en-US" dirty="0"/>
              <a:t>Second, the container’s internal logic lets it corral and organize a number of item objects.</a:t>
            </a:r>
          </a:p>
          <a:p>
            <a:r>
              <a:rPr lang="en-US" dirty="0"/>
              <a:t>The container manages its items, organizing them internally (e.g., in an array, linked list, or other data structure).</a:t>
            </a:r>
          </a:p>
          <a:p>
            <a:r>
              <a:rPr lang="en-US" dirty="0"/>
              <a:t>The specifics of this organization are hidden from the outside world, encapsulating the container's complexity.</a:t>
            </a:r>
          </a:p>
        </p:txBody>
      </p:sp>
    </p:spTree>
    <p:extLst>
      <p:ext uri="{BB962C8B-B14F-4D97-AF65-F5344CB8AC3E}">
        <p14:creationId xmlns:p14="http://schemas.microsoft.com/office/powerpoint/2010/main" val="1608803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A4F6A1-91AE-409D-9FAC-65C7815A64A2}"/>
              </a:ext>
            </a:extLst>
          </p:cNvPr>
          <p:cNvSpPr>
            <a:spLocks noGrp="1"/>
          </p:cNvSpPr>
          <p:nvPr>
            <p:ph idx="1"/>
          </p:nvPr>
        </p:nvSpPr>
        <p:spPr>
          <a:xfrm>
            <a:off x="838200" y="589280"/>
            <a:ext cx="10515600" cy="5587683"/>
          </a:xfrm>
        </p:spPr>
        <p:txBody>
          <a:bodyPr>
            <a:normAutofit/>
          </a:bodyPr>
          <a:lstStyle/>
          <a:p>
            <a:pPr marL="0" indent="0">
              <a:buNone/>
            </a:pPr>
            <a:r>
              <a:rPr lang="en-US" dirty="0"/>
              <a:t>Finally, there’s the key to the pattern:</a:t>
            </a:r>
          </a:p>
          <a:p>
            <a:r>
              <a:rPr lang="en-US" dirty="0"/>
              <a:t>Instead of each container defining unique methods for traversing its items (e.g., </a:t>
            </a:r>
            <a:r>
              <a:rPr lang="en-US" dirty="0" err="1"/>
              <a:t>getNext</a:t>
            </a:r>
            <a:r>
              <a:rPr lang="en-US" dirty="0"/>
              <a:t>() or </a:t>
            </a:r>
            <a:r>
              <a:rPr lang="en-US" dirty="0" err="1"/>
              <a:t>fetchItemAt</a:t>
            </a:r>
            <a:r>
              <a:rPr lang="en-US" dirty="0"/>
              <a:t>(int index)), the pattern introduces a generic iterator.</a:t>
            </a:r>
          </a:p>
          <a:p>
            <a:r>
              <a:rPr lang="en-US" dirty="0"/>
              <a:t>The iterator provides a standard way to sequentially access items in the container, regardless of the container's internal structure.</a:t>
            </a:r>
          </a:p>
        </p:txBody>
      </p:sp>
    </p:spTree>
    <p:extLst>
      <p:ext uri="{BB962C8B-B14F-4D97-AF65-F5344CB8AC3E}">
        <p14:creationId xmlns:p14="http://schemas.microsoft.com/office/powerpoint/2010/main" val="1804678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A1195B-48E9-471F-901A-B285A3EC4F5D}"/>
              </a:ext>
            </a:extLst>
          </p:cNvPr>
          <p:cNvPicPr>
            <a:picLocks noGrp="1" noChangeAspect="1"/>
          </p:cNvPicPr>
          <p:nvPr>
            <p:ph idx="1"/>
          </p:nvPr>
        </p:nvPicPr>
        <p:blipFill rotWithShape="1">
          <a:blip r:embed="rId3"/>
          <a:srcRect l="24670" t="39806" r="24383" b="36425"/>
          <a:stretch/>
        </p:blipFill>
        <p:spPr>
          <a:xfrm>
            <a:off x="502235" y="1981200"/>
            <a:ext cx="11187530" cy="3327399"/>
          </a:xfrm>
        </p:spPr>
      </p:pic>
    </p:spTree>
    <p:extLst>
      <p:ext uri="{BB962C8B-B14F-4D97-AF65-F5344CB8AC3E}">
        <p14:creationId xmlns:p14="http://schemas.microsoft.com/office/powerpoint/2010/main" val="1794288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0A631A-58D7-477B-962A-588751A5D601}"/>
              </a:ext>
            </a:extLst>
          </p:cNvPr>
          <p:cNvPicPr>
            <a:picLocks noGrp="1" noChangeAspect="1"/>
          </p:cNvPicPr>
          <p:nvPr>
            <p:ph idx="1"/>
          </p:nvPr>
        </p:nvPicPr>
        <p:blipFill>
          <a:blip r:embed="rId2"/>
          <a:stretch>
            <a:fillRect/>
          </a:stretch>
        </p:blipFill>
        <p:spPr>
          <a:xfrm>
            <a:off x="2154618" y="1060855"/>
            <a:ext cx="7882764" cy="5890606"/>
          </a:xfrm>
        </p:spPr>
      </p:pic>
    </p:spTree>
    <p:extLst>
      <p:ext uri="{BB962C8B-B14F-4D97-AF65-F5344CB8AC3E}">
        <p14:creationId xmlns:p14="http://schemas.microsoft.com/office/powerpoint/2010/main" val="429516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2F90CC8-DEE7-4967-ACB2-91C7565014CF}"/>
              </a:ext>
            </a:extLst>
          </p:cNvPr>
          <p:cNvPicPr>
            <a:picLocks noGrp="1" noChangeAspect="1"/>
          </p:cNvPicPr>
          <p:nvPr>
            <p:ph idx="1"/>
          </p:nvPr>
        </p:nvPicPr>
        <p:blipFill>
          <a:blip r:embed="rId2"/>
          <a:stretch>
            <a:fillRect/>
          </a:stretch>
        </p:blipFill>
        <p:spPr>
          <a:xfrm>
            <a:off x="2006600" y="484776"/>
            <a:ext cx="7654011" cy="5888448"/>
          </a:xfrm>
        </p:spPr>
      </p:pic>
    </p:spTree>
    <p:extLst>
      <p:ext uri="{BB962C8B-B14F-4D97-AF65-F5344CB8AC3E}">
        <p14:creationId xmlns:p14="http://schemas.microsoft.com/office/powerpoint/2010/main" val="3979307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A603FE-F17A-43A8-9D31-A3A5666E54CC}"/>
              </a:ext>
            </a:extLst>
          </p:cNvPr>
          <p:cNvSpPr>
            <a:spLocks noGrp="1"/>
          </p:cNvSpPr>
          <p:nvPr>
            <p:ph idx="1"/>
          </p:nvPr>
        </p:nvSpPr>
        <p:spPr>
          <a:xfrm>
            <a:off x="838200" y="944880"/>
            <a:ext cx="10515600" cy="5232083"/>
          </a:xfrm>
        </p:spPr>
        <p:txBody>
          <a:bodyPr/>
          <a:lstStyle/>
          <a:p>
            <a:pPr marL="0" indent="0">
              <a:buNone/>
            </a:pPr>
            <a:r>
              <a:rPr lang="en-US" b="1" dirty="0"/>
              <a:t>for </a:t>
            </a:r>
            <a:r>
              <a:rPr lang="en-US" dirty="0"/>
              <a:t>is implemented as something like the following while loop:</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CBBF36EA-E9BE-4E59-B15A-32EAD55C159E}"/>
              </a:ext>
            </a:extLst>
          </p:cNvPr>
          <p:cNvPicPr>
            <a:picLocks noChangeAspect="1"/>
          </p:cNvPicPr>
          <p:nvPr/>
        </p:nvPicPr>
        <p:blipFill>
          <a:blip r:embed="rId2"/>
          <a:stretch>
            <a:fillRect/>
          </a:stretch>
        </p:blipFill>
        <p:spPr>
          <a:xfrm>
            <a:off x="2397125" y="1820862"/>
            <a:ext cx="6076950" cy="4257675"/>
          </a:xfrm>
          <a:prstGeom prst="rect">
            <a:avLst/>
          </a:prstGeom>
        </p:spPr>
      </p:pic>
    </p:spTree>
    <p:extLst>
      <p:ext uri="{BB962C8B-B14F-4D97-AF65-F5344CB8AC3E}">
        <p14:creationId xmlns:p14="http://schemas.microsoft.com/office/powerpoint/2010/main" val="497245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CDF1F3-B4BD-42D9-AB24-BD3F54F07186}"/>
              </a:ext>
            </a:extLst>
          </p:cNvPr>
          <p:cNvSpPr>
            <a:spLocks noGrp="1"/>
          </p:cNvSpPr>
          <p:nvPr>
            <p:ph idx="1"/>
          </p:nvPr>
        </p:nvSpPr>
        <p:spPr/>
        <p:txBody>
          <a:bodyPr/>
          <a:lstStyle/>
          <a:p>
            <a:pPr marL="0" indent="0">
              <a:buNone/>
            </a:pPr>
            <a:r>
              <a:rPr lang="en-US" dirty="0"/>
              <a:t>Why does the iterator need to be a separate object from the container? Why can’t each container simply include a counter inside that reminds it which object to yield next?</a:t>
            </a:r>
          </a:p>
          <a:p>
            <a:endParaRPr lang="en-US" dirty="0"/>
          </a:p>
          <a:p>
            <a:pPr marL="0" indent="0">
              <a:buNone/>
            </a:pPr>
            <a:r>
              <a:rPr lang="en-US" dirty="0"/>
              <a:t> </a:t>
            </a:r>
          </a:p>
        </p:txBody>
      </p:sp>
    </p:spTree>
    <p:extLst>
      <p:ext uri="{BB962C8B-B14F-4D97-AF65-F5344CB8AC3E}">
        <p14:creationId xmlns:p14="http://schemas.microsoft.com/office/powerpoint/2010/main" val="3764521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CDF1F3-B4BD-42D9-AB24-BD3F54F07186}"/>
              </a:ext>
            </a:extLst>
          </p:cNvPr>
          <p:cNvSpPr>
            <a:spLocks noGrp="1"/>
          </p:cNvSpPr>
          <p:nvPr>
            <p:ph idx="1"/>
          </p:nvPr>
        </p:nvSpPr>
        <p:spPr/>
        <p:txBody>
          <a:bodyPr/>
          <a:lstStyle/>
          <a:p>
            <a:pPr marL="0" indent="0">
              <a:buNone/>
            </a:pPr>
            <a:endParaRPr lang="en-US" dirty="0"/>
          </a:p>
          <a:p>
            <a:pPr marL="0" indent="0">
              <a:buNone/>
            </a:pPr>
            <a:r>
              <a:rPr lang="en-US" dirty="0"/>
              <a:t>The answer is that a single internal counter would work as long as only one for loop at a time were ever iterating over a container. But there are many situations where several for loops are working on the same container at once. </a:t>
            </a:r>
          </a:p>
        </p:txBody>
      </p:sp>
    </p:spTree>
    <p:extLst>
      <p:ext uri="{BB962C8B-B14F-4D97-AF65-F5344CB8AC3E}">
        <p14:creationId xmlns:p14="http://schemas.microsoft.com/office/powerpoint/2010/main" val="4130998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75C4C5-12A4-4696-8C9C-F6EF8EEBBA36}"/>
              </a:ext>
            </a:extLst>
          </p:cNvPr>
          <p:cNvPicPr>
            <a:picLocks noGrp="1" noChangeAspect="1"/>
          </p:cNvPicPr>
          <p:nvPr>
            <p:ph idx="1"/>
          </p:nvPr>
        </p:nvPicPr>
        <p:blipFill>
          <a:blip r:embed="rId2"/>
          <a:stretch>
            <a:fillRect/>
          </a:stretch>
        </p:blipFill>
        <p:spPr>
          <a:xfrm>
            <a:off x="1346201" y="1456998"/>
            <a:ext cx="4152900" cy="3657600"/>
          </a:xfrm>
        </p:spPr>
      </p:pic>
      <p:pic>
        <p:nvPicPr>
          <p:cNvPr id="7" name="Picture 6">
            <a:extLst>
              <a:ext uri="{FF2B5EF4-FFF2-40B4-BE49-F238E27FC236}">
                <a16:creationId xmlns:a16="http://schemas.microsoft.com/office/drawing/2014/main" id="{A26ADDB5-9A7E-4703-84F2-E5E75E1E872D}"/>
              </a:ext>
            </a:extLst>
          </p:cNvPr>
          <p:cNvPicPr>
            <a:picLocks noChangeAspect="1"/>
          </p:cNvPicPr>
          <p:nvPr/>
        </p:nvPicPr>
        <p:blipFill>
          <a:blip r:embed="rId3"/>
          <a:stretch>
            <a:fillRect/>
          </a:stretch>
        </p:blipFill>
        <p:spPr>
          <a:xfrm>
            <a:off x="6692900" y="1473994"/>
            <a:ext cx="4152900" cy="3623609"/>
          </a:xfrm>
          <a:prstGeom prst="rect">
            <a:avLst/>
          </a:prstGeom>
        </p:spPr>
      </p:pic>
    </p:spTree>
    <p:extLst>
      <p:ext uri="{BB962C8B-B14F-4D97-AF65-F5344CB8AC3E}">
        <p14:creationId xmlns:p14="http://schemas.microsoft.com/office/powerpoint/2010/main" val="24926943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496962-C090-835C-4948-0A4FE7063C5C}"/>
              </a:ext>
            </a:extLst>
          </p:cNvPr>
          <p:cNvSpPr>
            <a:spLocks noGrp="1"/>
          </p:cNvSpPr>
          <p:nvPr>
            <p:ph idx="1"/>
          </p:nvPr>
        </p:nvSpPr>
        <p:spPr>
          <a:xfrm>
            <a:off x="838200" y="1348105"/>
            <a:ext cx="10515600" cy="4351338"/>
          </a:xfrm>
        </p:spPr>
        <p:txBody>
          <a:bodyPr>
            <a:normAutofit fontScale="92500"/>
          </a:bodyPr>
          <a:lstStyle/>
          <a:p>
            <a:pPr marL="0" indent="0">
              <a:buNone/>
            </a:pPr>
            <a:r>
              <a:rPr lang="en-US" b="1" i="0" dirty="0">
                <a:solidFill>
                  <a:srgbClr val="444444"/>
                </a:solidFill>
                <a:effectLst/>
                <a:latin typeface="PT Sans" panose="020B0503020203020204" pitchFamily="34" charset="0"/>
              </a:rPr>
              <a:t>Iterator</a:t>
            </a:r>
            <a:r>
              <a:rPr lang="en-US" b="0" i="0" dirty="0">
                <a:solidFill>
                  <a:srgbClr val="444444"/>
                </a:solidFill>
                <a:effectLst/>
                <a:latin typeface="PT Sans" panose="020B0503020203020204" pitchFamily="34" charset="0"/>
              </a:rPr>
              <a:t> is a behavioral design pattern that lets you traverse elements of a collection.</a:t>
            </a:r>
          </a:p>
          <a:p>
            <a:pPr marL="0" indent="0">
              <a:buNone/>
            </a:pPr>
            <a:endParaRPr lang="en-US" dirty="0">
              <a:solidFill>
                <a:srgbClr val="444444"/>
              </a:solidFill>
              <a:latin typeface="PT Sans" panose="020B0503020203020204" pitchFamily="34" charset="0"/>
            </a:endParaRPr>
          </a:p>
          <a:p>
            <a:pPr marL="0" indent="0">
              <a:buNone/>
            </a:pPr>
            <a:r>
              <a:rPr lang="en-US" b="1" dirty="0"/>
              <a:t>Abstraction: </a:t>
            </a:r>
            <a:r>
              <a:rPr lang="en-US" dirty="0"/>
              <a:t>The container's internal details are hidden. You don't need to know how items are stored or managed.</a:t>
            </a:r>
          </a:p>
          <a:p>
            <a:pPr marL="0" indent="0">
              <a:buNone/>
            </a:pPr>
            <a:r>
              <a:rPr lang="en-US" b="1" dirty="0"/>
              <a:t>Reusability: </a:t>
            </a:r>
            <a:r>
              <a:rPr lang="en-US" dirty="0"/>
              <a:t>Iterators work consistently across different types of containers. For example, whether you're working with an </a:t>
            </a:r>
            <a:r>
              <a:rPr lang="en-US" dirty="0" err="1"/>
              <a:t>ArrayList</a:t>
            </a:r>
            <a:r>
              <a:rPr lang="en-US" dirty="0"/>
              <a:t>, HashSet, or </a:t>
            </a:r>
            <a:r>
              <a:rPr lang="en-US" dirty="0" err="1"/>
              <a:t>TreeMap</a:t>
            </a:r>
            <a:r>
              <a:rPr lang="en-US" dirty="0"/>
              <a:t> in Java, you can use the same loop structure (e.g., a for-each loop).</a:t>
            </a:r>
          </a:p>
          <a:p>
            <a:pPr marL="0" indent="0">
              <a:buNone/>
            </a:pPr>
            <a:r>
              <a:rPr lang="en-US" b="1" dirty="0"/>
              <a:t>Simplifies Code: </a:t>
            </a:r>
            <a:r>
              <a:rPr lang="en-US" dirty="0"/>
              <a:t>You don’t have to manually manage indices or navigate through internal structures. The iterator handles this for you.</a:t>
            </a:r>
          </a:p>
        </p:txBody>
      </p:sp>
    </p:spTree>
    <p:extLst>
      <p:ext uri="{BB962C8B-B14F-4D97-AF65-F5344CB8AC3E}">
        <p14:creationId xmlns:p14="http://schemas.microsoft.com/office/powerpoint/2010/main" val="558005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469448-F472-2926-A9EB-369B198AB582}"/>
              </a:ext>
            </a:extLst>
          </p:cNvPr>
          <p:cNvPicPr>
            <a:picLocks noGrp="1" noChangeAspect="1"/>
          </p:cNvPicPr>
          <p:nvPr>
            <p:ph idx="1"/>
          </p:nvPr>
        </p:nvPicPr>
        <p:blipFill rotWithShape="1">
          <a:blip r:embed="rId2"/>
          <a:srcRect l="-812" t="34725" r="812" b="4468"/>
          <a:stretch/>
        </p:blipFill>
        <p:spPr>
          <a:xfrm>
            <a:off x="1264697" y="1110647"/>
            <a:ext cx="9445882" cy="4173166"/>
          </a:xfrm>
        </p:spPr>
      </p:pic>
    </p:spTree>
    <p:extLst>
      <p:ext uri="{BB962C8B-B14F-4D97-AF65-F5344CB8AC3E}">
        <p14:creationId xmlns:p14="http://schemas.microsoft.com/office/powerpoint/2010/main" val="610901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7631E9-B5C1-27EC-7708-AEA4EA215F04}"/>
              </a:ext>
            </a:extLst>
          </p:cNvPr>
          <p:cNvSpPr>
            <a:spLocks noGrp="1"/>
          </p:cNvSpPr>
          <p:nvPr>
            <p:ph idx="1"/>
          </p:nvPr>
        </p:nvSpPr>
        <p:spPr>
          <a:xfrm>
            <a:off x="665480" y="423544"/>
            <a:ext cx="10515600" cy="6078855"/>
          </a:xfrm>
        </p:spPr>
        <p:txBody>
          <a:bodyPr/>
          <a:lstStyle/>
          <a:p>
            <a:pPr marL="0" indent="0">
              <a:buNone/>
            </a:pPr>
            <a:r>
              <a:rPr lang="en-US" dirty="0"/>
              <a:t>In most modern programming languages, iterators are built into the standard libraries for common collections (e.g., arrays, lists, sets, dictionaries).</a:t>
            </a:r>
          </a:p>
          <a:p>
            <a:pPr marL="0" indent="0">
              <a:buNone/>
            </a:pPr>
            <a:endParaRPr lang="en-US" dirty="0"/>
          </a:p>
          <a:p>
            <a:pPr marL="0" indent="0">
              <a:buNone/>
            </a:pPr>
            <a:r>
              <a:rPr lang="en-US" dirty="0"/>
              <a:t>Sometimes, programmers build their own iterators when:</a:t>
            </a:r>
          </a:p>
          <a:p>
            <a:pPr>
              <a:buFont typeface="Arial" panose="020B0604020202020204" pitchFamily="34" charset="0"/>
              <a:buChar char="•"/>
            </a:pPr>
            <a:r>
              <a:rPr lang="en-US" dirty="0"/>
              <a:t>They have custom data structures that do not have built-in iterator support.</a:t>
            </a:r>
          </a:p>
          <a:p>
            <a:pPr>
              <a:buFont typeface="Arial" panose="020B0604020202020204" pitchFamily="34" charset="0"/>
              <a:buChar char="•"/>
            </a:pPr>
            <a:r>
              <a:rPr lang="en-US" dirty="0"/>
              <a:t>They need a specific way to traverse data (e.g., skipping elements, traversing in reverse, or traversing in a non-standard order).</a:t>
            </a:r>
          </a:p>
          <a:p>
            <a:pPr>
              <a:buFont typeface="Arial" panose="020B0604020202020204" pitchFamily="34" charset="0"/>
              <a:buChar char="•"/>
            </a:pPr>
            <a:endParaRPr lang="en-US" dirty="0"/>
          </a:p>
          <a:p>
            <a:pPr marL="0" indent="0">
              <a:buNone/>
            </a:pPr>
            <a:r>
              <a:rPr lang="en-US" dirty="0"/>
              <a:t>Java: Implementing the Iterator interface for a custom collection.</a:t>
            </a:r>
          </a:p>
          <a:p>
            <a:pPr marL="0" indent="0">
              <a:buNone/>
            </a:pPr>
            <a:r>
              <a:rPr lang="en-US" dirty="0"/>
              <a:t>Python: Defining an iterator by implementing the __</a:t>
            </a:r>
            <a:r>
              <a:rPr lang="en-US" dirty="0" err="1"/>
              <a:t>iter</a:t>
            </a:r>
            <a:r>
              <a:rPr lang="en-US" dirty="0"/>
              <a:t>__() and __next__() methods in a class.</a:t>
            </a:r>
          </a:p>
          <a:p>
            <a:pPr marL="0" indent="0">
              <a:buNone/>
            </a:pPr>
            <a:endParaRPr lang="en-US" dirty="0"/>
          </a:p>
        </p:txBody>
      </p:sp>
    </p:spTree>
    <p:extLst>
      <p:ext uri="{BB962C8B-B14F-4D97-AF65-F5344CB8AC3E}">
        <p14:creationId xmlns:p14="http://schemas.microsoft.com/office/powerpoint/2010/main" val="1974148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FA012-0A82-A5ED-C7A6-545712BC3B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5B1E17-E623-B6C9-283A-A6E853F561D9}"/>
              </a:ext>
            </a:extLst>
          </p:cNvPr>
          <p:cNvSpPr>
            <a:spLocks noGrp="1"/>
          </p:cNvSpPr>
          <p:nvPr>
            <p:ph idx="1"/>
          </p:nvPr>
        </p:nvSpPr>
        <p:spPr/>
        <p:txBody>
          <a:bodyPr/>
          <a:lstStyle/>
          <a:p>
            <a:pPr marL="0" indent="0">
              <a:buNone/>
            </a:pPr>
            <a:r>
              <a:rPr lang="en-US" dirty="0"/>
              <a:t>Benefits of the Iterator Design Pattern:</a:t>
            </a:r>
          </a:p>
          <a:p>
            <a:r>
              <a:rPr lang="en-US" dirty="0"/>
              <a:t>Containers focus on storing and managing items.</a:t>
            </a:r>
          </a:p>
          <a:p>
            <a:r>
              <a:rPr lang="en-US" dirty="0"/>
              <a:t>Iterators handle consistent traversal.</a:t>
            </a:r>
          </a:p>
          <a:p>
            <a:r>
              <a:rPr lang="en-US" dirty="0"/>
              <a:t>The programmer doesn't need to learn unique traversal methods for each container; a generic iterator interface simplifies the process.</a:t>
            </a:r>
          </a:p>
        </p:txBody>
      </p:sp>
    </p:spTree>
    <p:extLst>
      <p:ext uri="{BB962C8B-B14F-4D97-AF65-F5344CB8AC3E}">
        <p14:creationId xmlns:p14="http://schemas.microsoft.com/office/powerpoint/2010/main" val="3206605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TotalTime>
  <Words>1092</Words>
  <Application>Microsoft Office PowerPoint</Application>
  <PresentationFormat>Widescreen</PresentationFormat>
  <Paragraphs>65</Paragraphs>
  <Slides>23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Calibri Light</vt:lpstr>
      <vt:lpstr>charter</vt:lpstr>
      <vt:lpstr>Consolas</vt:lpstr>
      <vt:lpstr>Droid Serif</vt:lpstr>
      <vt:lpstr>Gentium Basic</vt:lpstr>
      <vt:lpstr>PT Sans</vt:lpstr>
      <vt:lpstr>Office Theme</vt:lpstr>
      <vt:lpstr>PowerPoint Presentation</vt:lpstr>
      <vt:lpstr>Singleton – Creational Pattern</vt:lpstr>
      <vt:lpstr>PowerPoint Presentation</vt:lpstr>
      <vt:lpstr>PowerPoint Presentation</vt:lpstr>
      <vt:lpstr>PowerPoint Presentation</vt:lpstr>
      <vt:lpstr>Iterator – Behavioral Pattern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dc:title>
  <dc:creator>Duce, Patricia</dc:creator>
  <cp:lastModifiedBy>Duce, Patricia</cp:lastModifiedBy>
  <cp:revision>13</cp:revision>
  <dcterms:created xsi:type="dcterms:W3CDTF">2020-10-25T16:18:24Z</dcterms:created>
  <dcterms:modified xsi:type="dcterms:W3CDTF">2024-11-19T14:29:35Z</dcterms:modified>
</cp:coreProperties>
</file>