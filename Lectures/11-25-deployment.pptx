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1942B4-3272-4F70-A6BD-A3CA07D1C206}" v="3" dt="2024-11-26T03:35:55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421942B4-3272-4F70-A6BD-A3CA07D1C206}"/>
    <pc:docChg chg="undo custSel addSld modSld">
      <pc:chgData name="Duce, Patricia" userId="63213659-433f-4003-8b64-f125efbf754c" providerId="ADAL" clId="{421942B4-3272-4F70-A6BD-A3CA07D1C206}" dt="2024-11-26T17:44:06.597" v="980" actId="20577"/>
      <pc:docMkLst>
        <pc:docMk/>
      </pc:docMkLst>
      <pc:sldChg chg="delSp modSp new mod">
        <pc:chgData name="Duce, Patricia" userId="63213659-433f-4003-8b64-f125efbf754c" providerId="ADAL" clId="{421942B4-3272-4F70-A6BD-A3CA07D1C206}" dt="2024-11-26T17:21:24.353" v="942" actId="478"/>
        <pc:sldMkLst>
          <pc:docMk/>
          <pc:sldMk cId="1920530396" sldId="256"/>
        </pc:sldMkLst>
        <pc:spChg chg="mod">
          <ac:chgData name="Duce, Patricia" userId="63213659-433f-4003-8b64-f125efbf754c" providerId="ADAL" clId="{421942B4-3272-4F70-A6BD-A3CA07D1C206}" dt="2024-11-14T00:07:29.784" v="12" actId="20577"/>
          <ac:spMkLst>
            <pc:docMk/>
            <pc:sldMk cId="1920530396" sldId="256"/>
            <ac:spMk id="2" creationId="{FE1267FC-90A7-7674-CD72-D9E62BD6A3F3}"/>
          </ac:spMkLst>
        </pc:spChg>
        <pc:spChg chg="del">
          <ac:chgData name="Duce, Patricia" userId="63213659-433f-4003-8b64-f125efbf754c" providerId="ADAL" clId="{421942B4-3272-4F70-A6BD-A3CA07D1C206}" dt="2024-11-26T17:21:24.353" v="942" actId="478"/>
          <ac:spMkLst>
            <pc:docMk/>
            <pc:sldMk cId="1920530396" sldId="256"/>
            <ac:spMk id="3" creationId="{AF957E2F-C485-950A-D1DC-71F8F911F361}"/>
          </ac:spMkLst>
        </pc:spChg>
      </pc:sldChg>
      <pc:sldChg chg="delSp modSp new mod">
        <pc:chgData name="Duce, Patricia" userId="63213659-433f-4003-8b64-f125efbf754c" providerId="ADAL" clId="{421942B4-3272-4F70-A6BD-A3CA07D1C206}" dt="2024-11-26T01:55:37.239" v="169" actId="113"/>
        <pc:sldMkLst>
          <pc:docMk/>
          <pc:sldMk cId="780546202" sldId="257"/>
        </pc:sldMkLst>
        <pc:spChg chg="del">
          <ac:chgData name="Duce, Patricia" userId="63213659-433f-4003-8b64-f125efbf754c" providerId="ADAL" clId="{421942B4-3272-4F70-A6BD-A3CA07D1C206}" dt="2024-11-14T00:07:45.480" v="16" actId="478"/>
          <ac:spMkLst>
            <pc:docMk/>
            <pc:sldMk cId="780546202" sldId="257"/>
            <ac:spMk id="2" creationId="{9E2B395C-2F12-BCE5-9FDF-9FE3695EEA46}"/>
          </ac:spMkLst>
        </pc:spChg>
        <pc:spChg chg="mod">
          <ac:chgData name="Duce, Patricia" userId="63213659-433f-4003-8b64-f125efbf754c" providerId="ADAL" clId="{421942B4-3272-4F70-A6BD-A3CA07D1C206}" dt="2024-11-26T01:55:37.239" v="169" actId="113"/>
          <ac:spMkLst>
            <pc:docMk/>
            <pc:sldMk cId="780546202" sldId="257"/>
            <ac:spMk id="3" creationId="{29F9B55C-9DFD-7ECC-5C5B-E61D66C34092}"/>
          </ac:spMkLst>
        </pc:spChg>
      </pc:sldChg>
      <pc:sldChg chg="modSp add mod">
        <pc:chgData name="Duce, Patricia" userId="63213659-433f-4003-8b64-f125efbf754c" providerId="ADAL" clId="{421942B4-3272-4F70-A6BD-A3CA07D1C206}" dt="2024-11-26T01:56:06.596" v="171" actId="113"/>
        <pc:sldMkLst>
          <pc:docMk/>
          <pc:sldMk cId="185540813" sldId="258"/>
        </pc:sldMkLst>
        <pc:spChg chg="mod">
          <ac:chgData name="Duce, Patricia" userId="63213659-433f-4003-8b64-f125efbf754c" providerId="ADAL" clId="{421942B4-3272-4F70-A6BD-A3CA07D1C206}" dt="2024-11-26T01:56:06.596" v="171" actId="113"/>
          <ac:spMkLst>
            <pc:docMk/>
            <pc:sldMk cId="185540813" sldId="258"/>
            <ac:spMk id="3" creationId="{29F9B55C-9DFD-7ECC-5C5B-E61D66C34092}"/>
          </ac:spMkLst>
        </pc:spChg>
      </pc:sldChg>
      <pc:sldChg chg="modSp new mod">
        <pc:chgData name="Duce, Patricia" userId="63213659-433f-4003-8b64-f125efbf754c" providerId="ADAL" clId="{421942B4-3272-4F70-A6BD-A3CA07D1C206}" dt="2024-11-14T00:13:17.266" v="106" actId="113"/>
        <pc:sldMkLst>
          <pc:docMk/>
          <pc:sldMk cId="2560188178" sldId="259"/>
        </pc:sldMkLst>
        <pc:spChg chg="mod">
          <ac:chgData name="Duce, Patricia" userId="63213659-433f-4003-8b64-f125efbf754c" providerId="ADAL" clId="{421942B4-3272-4F70-A6BD-A3CA07D1C206}" dt="2024-11-14T00:11:02.916" v="71" actId="20577"/>
          <ac:spMkLst>
            <pc:docMk/>
            <pc:sldMk cId="2560188178" sldId="259"/>
            <ac:spMk id="2" creationId="{2F6C28CD-389A-4B6A-C825-705BB8A49C81}"/>
          </ac:spMkLst>
        </pc:spChg>
        <pc:spChg chg="mod">
          <ac:chgData name="Duce, Patricia" userId="63213659-433f-4003-8b64-f125efbf754c" providerId="ADAL" clId="{421942B4-3272-4F70-A6BD-A3CA07D1C206}" dt="2024-11-14T00:13:17.266" v="106" actId="113"/>
          <ac:spMkLst>
            <pc:docMk/>
            <pc:sldMk cId="2560188178" sldId="259"/>
            <ac:spMk id="3" creationId="{907A6DB6-9350-74C9-6558-1901607303F1}"/>
          </ac:spMkLst>
        </pc:spChg>
      </pc:sldChg>
      <pc:sldChg chg="modSp new mod">
        <pc:chgData name="Duce, Patricia" userId="63213659-433f-4003-8b64-f125efbf754c" providerId="ADAL" clId="{421942B4-3272-4F70-A6BD-A3CA07D1C206}" dt="2024-11-26T17:34:53.145" v="968" actId="20577"/>
        <pc:sldMkLst>
          <pc:docMk/>
          <pc:sldMk cId="3897750098" sldId="260"/>
        </pc:sldMkLst>
        <pc:spChg chg="mod">
          <ac:chgData name="Duce, Patricia" userId="63213659-433f-4003-8b64-f125efbf754c" providerId="ADAL" clId="{421942B4-3272-4F70-A6BD-A3CA07D1C206}" dt="2024-11-26T17:34:53.145" v="968" actId="20577"/>
          <ac:spMkLst>
            <pc:docMk/>
            <pc:sldMk cId="3897750098" sldId="260"/>
            <ac:spMk id="2" creationId="{7B9FDD38-0A3A-3F3F-4005-D3FB2F35DBAE}"/>
          </ac:spMkLst>
        </pc:spChg>
        <pc:spChg chg="mod">
          <ac:chgData name="Duce, Patricia" userId="63213659-433f-4003-8b64-f125efbf754c" providerId="ADAL" clId="{421942B4-3272-4F70-A6BD-A3CA07D1C206}" dt="2024-11-14T00:24:04.725" v="167" actId="5793"/>
          <ac:spMkLst>
            <pc:docMk/>
            <pc:sldMk cId="3897750098" sldId="260"/>
            <ac:spMk id="3" creationId="{7277A888-5D69-5401-C64A-E7FF2AA94C13}"/>
          </ac:spMkLst>
        </pc:spChg>
      </pc:sldChg>
      <pc:sldChg chg="modSp new mod">
        <pc:chgData name="Duce, Patricia" userId="63213659-433f-4003-8b64-f125efbf754c" providerId="ADAL" clId="{421942B4-3272-4F70-A6BD-A3CA07D1C206}" dt="2024-11-26T02:00:45.965" v="189" actId="113"/>
        <pc:sldMkLst>
          <pc:docMk/>
          <pc:sldMk cId="2230577472" sldId="261"/>
        </pc:sldMkLst>
        <pc:spChg chg="mod">
          <ac:chgData name="Duce, Patricia" userId="63213659-433f-4003-8b64-f125efbf754c" providerId="ADAL" clId="{421942B4-3272-4F70-A6BD-A3CA07D1C206}" dt="2024-11-26T02:00:04.636" v="184" actId="20577"/>
          <ac:spMkLst>
            <pc:docMk/>
            <pc:sldMk cId="2230577472" sldId="261"/>
            <ac:spMk id="2" creationId="{01D5A71F-B4B2-325A-3DE2-8875FEA1A10F}"/>
          </ac:spMkLst>
        </pc:spChg>
        <pc:spChg chg="mod">
          <ac:chgData name="Duce, Patricia" userId="63213659-433f-4003-8b64-f125efbf754c" providerId="ADAL" clId="{421942B4-3272-4F70-A6BD-A3CA07D1C206}" dt="2024-11-26T02:00:45.965" v="189" actId="113"/>
          <ac:spMkLst>
            <pc:docMk/>
            <pc:sldMk cId="2230577472" sldId="261"/>
            <ac:spMk id="3" creationId="{B5B0CF94-5872-2FE4-60C7-D14D1313B2C4}"/>
          </ac:spMkLst>
        </pc:spChg>
      </pc:sldChg>
      <pc:sldChg chg="addSp delSp modSp new mod">
        <pc:chgData name="Duce, Patricia" userId="63213659-433f-4003-8b64-f125efbf754c" providerId="ADAL" clId="{421942B4-3272-4F70-A6BD-A3CA07D1C206}" dt="2024-11-26T02:02:21.770" v="202" actId="1076"/>
        <pc:sldMkLst>
          <pc:docMk/>
          <pc:sldMk cId="2291008755" sldId="262"/>
        </pc:sldMkLst>
        <pc:spChg chg="del">
          <ac:chgData name="Duce, Patricia" userId="63213659-433f-4003-8b64-f125efbf754c" providerId="ADAL" clId="{421942B4-3272-4F70-A6BD-A3CA07D1C206}" dt="2024-11-26T02:01:34.276" v="192" actId="478"/>
          <ac:spMkLst>
            <pc:docMk/>
            <pc:sldMk cId="2291008755" sldId="262"/>
            <ac:spMk id="2" creationId="{35E5DE66-EC4B-6345-A14F-7ABA959B2355}"/>
          </ac:spMkLst>
        </pc:spChg>
        <pc:spChg chg="del mod">
          <ac:chgData name="Duce, Patricia" userId="63213659-433f-4003-8b64-f125efbf754c" providerId="ADAL" clId="{421942B4-3272-4F70-A6BD-A3CA07D1C206}" dt="2024-11-26T02:01:38.884" v="194" actId="478"/>
          <ac:spMkLst>
            <pc:docMk/>
            <pc:sldMk cId="2291008755" sldId="262"/>
            <ac:spMk id="3" creationId="{7DA0F51D-3586-479D-D775-77169DDD407C}"/>
          </ac:spMkLst>
        </pc:spChg>
        <pc:spChg chg="add del mod">
          <ac:chgData name="Duce, Patricia" userId="63213659-433f-4003-8b64-f125efbf754c" providerId="ADAL" clId="{421942B4-3272-4F70-A6BD-A3CA07D1C206}" dt="2024-11-26T02:01:49.780" v="195" actId="22"/>
          <ac:spMkLst>
            <pc:docMk/>
            <pc:sldMk cId="2291008755" sldId="262"/>
            <ac:spMk id="5" creationId="{3D8F5BDA-AA5A-5EC9-505D-DABACF1A5BA3}"/>
          </ac:spMkLst>
        </pc:spChg>
        <pc:picChg chg="add mod ord modCrop">
          <ac:chgData name="Duce, Patricia" userId="63213659-433f-4003-8b64-f125efbf754c" providerId="ADAL" clId="{421942B4-3272-4F70-A6BD-A3CA07D1C206}" dt="2024-11-26T02:02:21.770" v="202" actId="1076"/>
          <ac:picMkLst>
            <pc:docMk/>
            <pc:sldMk cId="2291008755" sldId="262"/>
            <ac:picMk id="7" creationId="{7C646134-9F05-B58A-A608-99F7672560E8}"/>
          </ac:picMkLst>
        </pc:picChg>
      </pc:sldChg>
      <pc:sldChg chg="modSp add mod">
        <pc:chgData name="Duce, Patricia" userId="63213659-433f-4003-8b64-f125efbf754c" providerId="ADAL" clId="{421942B4-3272-4F70-A6BD-A3CA07D1C206}" dt="2024-11-26T02:02:59.851" v="208" actId="1076"/>
        <pc:sldMkLst>
          <pc:docMk/>
          <pc:sldMk cId="672414742" sldId="263"/>
        </pc:sldMkLst>
        <pc:picChg chg="mod modCrop">
          <ac:chgData name="Duce, Patricia" userId="63213659-433f-4003-8b64-f125efbf754c" providerId="ADAL" clId="{421942B4-3272-4F70-A6BD-A3CA07D1C206}" dt="2024-11-26T02:02:59.851" v="208" actId="1076"/>
          <ac:picMkLst>
            <pc:docMk/>
            <pc:sldMk cId="672414742" sldId="263"/>
            <ac:picMk id="7" creationId="{7C646134-9F05-B58A-A608-99F7672560E8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2:04:17.001" v="216" actId="1076"/>
        <pc:sldMkLst>
          <pc:docMk/>
          <pc:sldMk cId="2993321856" sldId="264"/>
        </pc:sldMkLst>
        <pc:spChg chg="del">
          <ac:chgData name="Duce, Patricia" userId="63213659-433f-4003-8b64-f125efbf754c" providerId="ADAL" clId="{421942B4-3272-4F70-A6BD-A3CA07D1C206}" dt="2024-11-26T02:04:08.815" v="213" actId="478"/>
          <ac:spMkLst>
            <pc:docMk/>
            <pc:sldMk cId="2993321856" sldId="264"/>
            <ac:spMk id="2" creationId="{68927F79-6240-91F7-0DBD-B0EA0F688D17}"/>
          </ac:spMkLst>
        </pc:spChg>
        <pc:spChg chg="del">
          <ac:chgData name="Duce, Patricia" userId="63213659-433f-4003-8b64-f125efbf754c" providerId="ADAL" clId="{421942B4-3272-4F70-A6BD-A3CA07D1C206}" dt="2024-11-26T02:03:56.024" v="210" actId="22"/>
          <ac:spMkLst>
            <pc:docMk/>
            <pc:sldMk cId="2993321856" sldId="264"/>
            <ac:spMk id="3" creationId="{A35DEA61-0155-7264-8838-AADCC1F8EE8C}"/>
          </ac:spMkLst>
        </pc:spChg>
        <pc:picChg chg="add mod ord modCrop">
          <ac:chgData name="Duce, Patricia" userId="63213659-433f-4003-8b64-f125efbf754c" providerId="ADAL" clId="{421942B4-3272-4F70-A6BD-A3CA07D1C206}" dt="2024-11-26T02:04:17.001" v="216" actId="1076"/>
          <ac:picMkLst>
            <pc:docMk/>
            <pc:sldMk cId="2993321856" sldId="264"/>
            <ac:picMk id="5" creationId="{DD630F1E-FB54-1E91-EAC7-3EBEB8D39B17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2:09:19.271" v="243" actId="1076"/>
        <pc:sldMkLst>
          <pc:docMk/>
          <pc:sldMk cId="4142019146" sldId="265"/>
        </pc:sldMkLst>
        <pc:spChg chg="del">
          <ac:chgData name="Duce, Patricia" userId="63213659-433f-4003-8b64-f125efbf754c" providerId="ADAL" clId="{421942B4-3272-4F70-A6BD-A3CA07D1C206}" dt="2024-11-26T02:06:53.870" v="219" actId="478"/>
          <ac:spMkLst>
            <pc:docMk/>
            <pc:sldMk cId="4142019146" sldId="265"/>
            <ac:spMk id="2" creationId="{8C0145CD-D115-9277-D361-F868A6783988}"/>
          </ac:spMkLst>
        </pc:spChg>
        <pc:spChg chg="del">
          <ac:chgData name="Duce, Patricia" userId="63213659-433f-4003-8b64-f125efbf754c" providerId="ADAL" clId="{421942B4-3272-4F70-A6BD-A3CA07D1C206}" dt="2024-11-26T02:06:50.602" v="218" actId="22"/>
          <ac:spMkLst>
            <pc:docMk/>
            <pc:sldMk cId="4142019146" sldId="265"/>
            <ac:spMk id="3" creationId="{CF4A637B-98B8-646F-C9A4-E4B414578A2A}"/>
          </ac:spMkLst>
        </pc:spChg>
        <pc:picChg chg="add mod ord modCrop">
          <ac:chgData name="Duce, Patricia" userId="63213659-433f-4003-8b64-f125efbf754c" providerId="ADAL" clId="{421942B4-3272-4F70-A6BD-A3CA07D1C206}" dt="2024-11-26T02:08:24.399" v="230" actId="1076"/>
          <ac:picMkLst>
            <pc:docMk/>
            <pc:sldMk cId="4142019146" sldId="265"/>
            <ac:picMk id="5" creationId="{B808A9E8-AA77-C4D2-6D87-81CC467E49AF}"/>
          </ac:picMkLst>
        </pc:picChg>
        <pc:picChg chg="add mod modCrop">
          <ac:chgData name="Duce, Patricia" userId="63213659-433f-4003-8b64-f125efbf754c" providerId="ADAL" clId="{421942B4-3272-4F70-A6BD-A3CA07D1C206}" dt="2024-11-26T02:08:36.800" v="234" actId="1076"/>
          <ac:picMkLst>
            <pc:docMk/>
            <pc:sldMk cId="4142019146" sldId="265"/>
            <ac:picMk id="6" creationId="{5A97E9E6-867D-FC87-3C62-14A74247FC4C}"/>
          </ac:picMkLst>
        </pc:picChg>
        <pc:picChg chg="add mod modCrop">
          <ac:chgData name="Duce, Patricia" userId="63213659-433f-4003-8b64-f125efbf754c" providerId="ADAL" clId="{421942B4-3272-4F70-A6BD-A3CA07D1C206}" dt="2024-11-26T02:09:19.271" v="243" actId="1076"/>
          <ac:picMkLst>
            <pc:docMk/>
            <pc:sldMk cId="4142019146" sldId="265"/>
            <ac:picMk id="8" creationId="{2C890ECE-7EC5-6E46-8F8C-6535255A3B04}"/>
          </ac:picMkLst>
        </pc:picChg>
      </pc:sldChg>
      <pc:sldChg chg="delSp modSp new mod">
        <pc:chgData name="Duce, Patricia" userId="63213659-433f-4003-8b64-f125efbf754c" providerId="ADAL" clId="{421942B4-3272-4F70-A6BD-A3CA07D1C206}" dt="2024-11-26T02:10:29.291" v="297" actId="478"/>
        <pc:sldMkLst>
          <pc:docMk/>
          <pc:sldMk cId="2731167913" sldId="266"/>
        </pc:sldMkLst>
        <pc:spChg chg="del">
          <ac:chgData name="Duce, Patricia" userId="63213659-433f-4003-8b64-f125efbf754c" providerId="ADAL" clId="{421942B4-3272-4F70-A6BD-A3CA07D1C206}" dt="2024-11-26T02:10:29.291" v="297" actId="478"/>
          <ac:spMkLst>
            <pc:docMk/>
            <pc:sldMk cId="2731167913" sldId="266"/>
            <ac:spMk id="2" creationId="{34F66904-E63E-D1AE-C7E8-201CCD0E7875}"/>
          </ac:spMkLst>
        </pc:spChg>
        <pc:spChg chg="mod">
          <ac:chgData name="Duce, Patricia" userId="63213659-433f-4003-8b64-f125efbf754c" providerId="ADAL" clId="{421942B4-3272-4F70-A6BD-A3CA07D1C206}" dt="2024-11-26T02:10:27.544" v="296" actId="20577"/>
          <ac:spMkLst>
            <pc:docMk/>
            <pc:sldMk cId="2731167913" sldId="266"/>
            <ac:spMk id="3" creationId="{140021F8-0589-337B-7A50-993DECB5E9E0}"/>
          </ac:spMkLst>
        </pc:spChg>
      </pc:sldChg>
      <pc:sldChg chg="addSp delSp modSp new mod">
        <pc:chgData name="Duce, Patricia" userId="63213659-433f-4003-8b64-f125efbf754c" providerId="ADAL" clId="{421942B4-3272-4F70-A6BD-A3CA07D1C206}" dt="2024-11-26T02:11:10.157" v="304" actId="1076"/>
        <pc:sldMkLst>
          <pc:docMk/>
          <pc:sldMk cId="1366238739" sldId="267"/>
        </pc:sldMkLst>
        <pc:spChg chg="del">
          <ac:chgData name="Duce, Patricia" userId="63213659-433f-4003-8b64-f125efbf754c" providerId="ADAL" clId="{421942B4-3272-4F70-A6BD-A3CA07D1C206}" dt="2024-11-26T02:10:55.972" v="300" actId="478"/>
          <ac:spMkLst>
            <pc:docMk/>
            <pc:sldMk cId="1366238739" sldId="267"/>
            <ac:spMk id="2" creationId="{954E9A08-1088-AD70-D634-F5826DD728B0}"/>
          </ac:spMkLst>
        </pc:spChg>
        <pc:spChg chg="del">
          <ac:chgData name="Duce, Patricia" userId="63213659-433f-4003-8b64-f125efbf754c" providerId="ADAL" clId="{421942B4-3272-4F70-A6BD-A3CA07D1C206}" dt="2024-11-26T02:10:52.296" v="299" actId="22"/>
          <ac:spMkLst>
            <pc:docMk/>
            <pc:sldMk cId="1366238739" sldId="267"/>
            <ac:spMk id="3" creationId="{FEEA903E-37AD-D192-5999-45E6CF22972A}"/>
          </ac:spMkLst>
        </pc:spChg>
        <pc:picChg chg="add mod ord modCrop">
          <ac:chgData name="Duce, Patricia" userId="63213659-433f-4003-8b64-f125efbf754c" providerId="ADAL" clId="{421942B4-3272-4F70-A6BD-A3CA07D1C206}" dt="2024-11-26T02:11:10.157" v="304" actId="1076"/>
          <ac:picMkLst>
            <pc:docMk/>
            <pc:sldMk cId="1366238739" sldId="267"/>
            <ac:picMk id="5" creationId="{4BA9CCBD-F68F-135E-D4ED-52187ECE9B42}"/>
          </ac:picMkLst>
        </pc:picChg>
      </pc:sldChg>
      <pc:sldChg chg="delSp modSp new mod">
        <pc:chgData name="Duce, Patricia" userId="63213659-433f-4003-8b64-f125efbf754c" providerId="ADAL" clId="{421942B4-3272-4F70-A6BD-A3CA07D1C206}" dt="2024-11-26T03:07:31.305" v="368" actId="20577"/>
        <pc:sldMkLst>
          <pc:docMk/>
          <pc:sldMk cId="1379718030" sldId="268"/>
        </pc:sldMkLst>
        <pc:spChg chg="del">
          <ac:chgData name="Duce, Patricia" userId="63213659-433f-4003-8b64-f125efbf754c" providerId="ADAL" clId="{421942B4-3272-4F70-A6BD-A3CA07D1C206}" dt="2024-11-26T02:12:33.507" v="327" actId="478"/>
          <ac:spMkLst>
            <pc:docMk/>
            <pc:sldMk cId="1379718030" sldId="268"/>
            <ac:spMk id="2" creationId="{87659570-E2DE-4CF9-DE4F-D23EC431D1E2}"/>
          </ac:spMkLst>
        </pc:spChg>
        <pc:spChg chg="mod">
          <ac:chgData name="Duce, Patricia" userId="63213659-433f-4003-8b64-f125efbf754c" providerId="ADAL" clId="{421942B4-3272-4F70-A6BD-A3CA07D1C206}" dt="2024-11-26T03:07:31.305" v="368" actId="20577"/>
          <ac:spMkLst>
            <pc:docMk/>
            <pc:sldMk cId="1379718030" sldId="268"/>
            <ac:spMk id="3" creationId="{02FC401D-B4AC-03D9-F4CF-1552566E2F7F}"/>
          </ac:spMkLst>
        </pc:spChg>
      </pc:sldChg>
      <pc:sldChg chg="addSp delSp modSp new mod">
        <pc:chgData name="Duce, Patricia" userId="63213659-433f-4003-8b64-f125efbf754c" providerId="ADAL" clId="{421942B4-3272-4F70-A6BD-A3CA07D1C206}" dt="2024-11-26T03:10:18.739" v="375" actId="1076"/>
        <pc:sldMkLst>
          <pc:docMk/>
          <pc:sldMk cId="3919104415" sldId="269"/>
        </pc:sldMkLst>
        <pc:spChg chg="del">
          <ac:chgData name="Duce, Patricia" userId="63213659-433f-4003-8b64-f125efbf754c" providerId="ADAL" clId="{421942B4-3272-4F70-A6BD-A3CA07D1C206}" dt="2024-11-26T03:09:59.214" v="370" actId="478"/>
          <ac:spMkLst>
            <pc:docMk/>
            <pc:sldMk cId="3919104415" sldId="269"/>
            <ac:spMk id="2" creationId="{B2E10727-0EDB-7304-0B49-66CB45F0A410}"/>
          </ac:spMkLst>
        </pc:spChg>
        <pc:spChg chg="del">
          <ac:chgData name="Duce, Patricia" userId="63213659-433f-4003-8b64-f125efbf754c" providerId="ADAL" clId="{421942B4-3272-4F70-A6BD-A3CA07D1C206}" dt="2024-11-26T03:10:00.934" v="371" actId="22"/>
          <ac:spMkLst>
            <pc:docMk/>
            <pc:sldMk cId="3919104415" sldId="269"/>
            <ac:spMk id="3" creationId="{069F9B7D-204D-981E-03D0-A77C220DD1D7}"/>
          </ac:spMkLst>
        </pc:spChg>
        <pc:picChg chg="add mod ord modCrop">
          <ac:chgData name="Duce, Patricia" userId="63213659-433f-4003-8b64-f125efbf754c" providerId="ADAL" clId="{421942B4-3272-4F70-A6BD-A3CA07D1C206}" dt="2024-11-26T03:10:18.739" v="375" actId="1076"/>
          <ac:picMkLst>
            <pc:docMk/>
            <pc:sldMk cId="3919104415" sldId="269"/>
            <ac:picMk id="5" creationId="{A5C14E1B-D26F-4511-F285-E159FB9331A3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11:23.746" v="385" actId="14100"/>
        <pc:sldMkLst>
          <pc:docMk/>
          <pc:sldMk cId="2538642926" sldId="270"/>
        </pc:sldMkLst>
        <pc:spChg chg="del">
          <ac:chgData name="Duce, Patricia" userId="63213659-433f-4003-8b64-f125efbf754c" providerId="ADAL" clId="{421942B4-3272-4F70-A6BD-A3CA07D1C206}" dt="2024-11-26T03:11:16.791" v="381" actId="478"/>
          <ac:spMkLst>
            <pc:docMk/>
            <pc:sldMk cId="2538642926" sldId="270"/>
            <ac:spMk id="2" creationId="{ADEDE842-CB89-7D4D-046E-DDDBF06A7BD6}"/>
          </ac:spMkLst>
        </pc:spChg>
        <pc:spChg chg="del">
          <ac:chgData name="Duce, Patricia" userId="63213659-433f-4003-8b64-f125efbf754c" providerId="ADAL" clId="{421942B4-3272-4F70-A6BD-A3CA07D1C206}" dt="2024-11-26T03:11:04.713" v="377" actId="22"/>
          <ac:spMkLst>
            <pc:docMk/>
            <pc:sldMk cId="2538642926" sldId="270"/>
            <ac:spMk id="3" creationId="{6939923A-2180-18B5-4ACA-08627F394700}"/>
          </ac:spMkLst>
        </pc:spChg>
        <pc:picChg chg="add mod ord modCrop">
          <ac:chgData name="Duce, Patricia" userId="63213659-433f-4003-8b64-f125efbf754c" providerId="ADAL" clId="{421942B4-3272-4F70-A6BD-A3CA07D1C206}" dt="2024-11-26T03:11:23.746" v="385" actId="14100"/>
          <ac:picMkLst>
            <pc:docMk/>
            <pc:sldMk cId="2538642926" sldId="270"/>
            <ac:picMk id="5" creationId="{C9794575-1557-8B91-84EF-BE9318FE17EA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12:01.843" v="392" actId="1076"/>
        <pc:sldMkLst>
          <pc:docMk/>
          <pc:sldMk cId="1712138033" sldId="271"/>
        </pc:sldMkLst>
        <pc:spChg chg="del">
          <ac:chgData name="Duce, Patricia" userId="63213659-433f-4003-8b64-f125efbf754c" providerId="ADAL" clId="{421942B4-3272-4F70-A6BD-A3CA07D1C206}" dt="2024-11-26T03:11:57.497" v="390" actId="478"/>
          <ac:spMkLst>
            <pc:docMk/>
            <pc:sldMk cId="1712138033" sldId="271"/>
            <ac:spMk id="2" creationId="{90AC8260-DABF-F29C-7C6E-DEFC411AC67F}"/>
          </ac:spMkLst>
        </pc:spChg>
        <pc:spChg chg="del">
          <ac:chgData name="Duce, Patricia" userId="63213659-433f-4003-8b64-f125efbf754c" providerId="ADAL" clId="{421942B4-3272-4F70-A6BD-A3CA07D1C206}" dt="2024-11-26T03:11:43.150" v="387" actId="22"/>
          <ac:spMkLst>
            <pc:docMk/>
            <pc:sldMk cId="1712138033" sldId="271"/>
            <ac:spMk id="3" creationId="{55D3FD48-A8CB-DA01-D3D8-805698E1C122}"/>
          </ac:spMkLst>
        </pc:spChg>
        <pc:picChg chg="add mod ord modCrop">
          <ac:chgData name="Duce, Patricia" userId="63213659-433f-4003-8b64-f125efbf754c" providerId="ADAL" clId="{421942B4-3272-4F70-A6BD-A3CA07D1C206}" dt="2024-11-26T03:12:01.843" v="392" actId="1076"/>
          <ac:picMkLst>
            <pc:docMk/>
            <pc:sldMk cId="1712138033" sldId="271"/>
            <ac:picMk id="5" creationId="{3C379ADA-3137-66D0-6501-4F85AE58256A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13:09.474" v="399" actId="1076"/>
        <pc:sldMkLst>
          <pc:docMk/>
          <pc:sldMk cId="2215698088" sldId="272"/>
        </pc:sldMkLst>
        <pc:spChg chg="del">
          <ac:chgData name="Duce, Patricia" userId="63213659-433f-4003-8b64-f125efbf754c" providerId="ADAL" clId="{421942B4-3272-4F70-A6BD-A3CA07D1C206}" dt="2024-11-26T03:12:48.997" v="395" actId="478"/>
          <ac:spMkLst>
            <pc:docMk/>
            <pc:sldMk cId="2215698088" sldId="272"/>
            <ac:spMk id="2" creationId="{1BE125CE-9368-177E-05F3-19EFCC2DC626}"/>
          </ac:spMkLst>
        </pc:spChg>
        <pc:spChg chg="del">
          <ac:chgData name="Duce, Patricia" userId="63213659-433f-4003-8b64-f125efbf754c" providerId="ADAL" clId="{421942B4-3272-4F70-A6BD-A3CA07D1C206}" dt="2024-11-26T03:12:46.692" v="394" actId="22"/>
          <ac:spMkLst>
            <pc:docMk/>
            <pc:sldMk cId="2215698088" sldId="272"/>
            <ac:spMk id="3" creationId="{5473D9CE-4E43-2B12-A40D-EDE030F86029}"/>
          </ac:spMkLst>
        </pc:spChg>
        <pc:picChg chg="add mod ord modCrop">
          <ac:chgData name="Duce, Patricia" userId="63213659-433f-4003-8b64-f125efbf754c" providerId="ADAL" clId="{421942B4-3272-4F70-A6BD-A3CA07D1C206}" dt="2024-11-26T03:13:09.474" v="399" actId="1076"/>
          <ac:picMkLst>
            <pc:docMk/>
            <pc:sldMk cId="2215698088" sldId="272"/>
            <ac:picMk id="5" creationId="{8215B269-F121-DD8A-3C86-2D504C2E1BAE}"/>
          </ac:picMkLst>
        </pc:picChg>
      </pc:sldChg>
      <pc:sldChg chg="addSp modSp new mod">
        <pc:chgData name="Duce, Patricia" userId="63213659-433f-4003-8b64-f125efbf754c" providerId="ADAL" clId="{421942B4-3272-4F70-A6BD-A3CA07D1C206}" dt="2024-11-26T03:15:34.368" v="493" actId="1076"/>
        <pc:sldMkLst>
          <pc:docMk/>
          <pc:sldMk cId="3046961258" sldId="273"/>
        </pc:sldMkLst>
        <pc:spChg chg="mod">
          <ac:chgData name="Duce, Patricia" userId="63213659-433f-4003-8b64-f125efbf754c" providerId="ADAL" clId="{421942B4-3272-4F70-A6BD-A3CA07D1C206}" dt="2024-11-26T03:14:22.030" v="421" actId="20577"/>
          <ac:spMkLst>
            <pc:docMk/>
            <pc:sldMk cId="3046961258" sldId="273"/>
            <ac:spMk id="2" creationId="{5C497553-A245-CCB3-AA0A-37AB63A824A3}"/>
          </ac:spMkLst>
        </pc:spChg>
        <pc:spChg chg="mod">
          <ac:chgData name="Duce, Patricia" userId="63213659-433f-4003-8b64-f125efbf754c" providerId="ADAL" clId="{421942B4-3272-4F70-A6BD-A3CA07D1C206}" dt="2024-11-26T03:15:11.364" v="487" actId="20577"/>
          <ac:spMkLst>
            <pc:docMk/>
            <pc:sldMk cId="3046961258" sldId="273"/>
            <ac:spMk id="3" creationId="{C2895C67-677F-E76C-14F1-79615DF3E704}"/>
          </ac:spMkLst>
        </pc:spChg>
        <pc:picChg chg="add mod modCrop">
          <ac:chgData name="Duce, Patricia" userId="63213659-433f-4003-8b64-f125efbf754c" providerId="ADAL" clId="{421942B4-3272-4F70-A6BD-A3CA07D1C206}" dt="2024-11-26T03:15:34.368" v="493" actId="1076"/>
          <ac:picMkLst>
            <pc:docMk/>
            <pc:sldMk cId="3046961258" sldId="273"/>
            <ac:picMk id="5" creationId="{E295C4DD-77BE-542E-25AF-C42AE5CB75E2}"/>
          </ac:picMkLst>
        </pc:picChg>
      </pc:sldChg>
      <pc:sldChg chg="delSp modSp new mod">
        <pc:chgData name="Duce, Patricia" userId="63213659-433f-4003-8b64-f125efbf754c" providerId="ADAL" clId="{421942B4-3272-4F70-A6BD-A3CA07D1C206}" dt="2024-11-26T03:18:47.308" v="687" actId="5793"/>
        <pc:sldMkLst>
          <pc:docMk/>
          <pc:sldMk cId="4214253096" sldId="274"/>
        </pc:sldMkLst>
        <pc:spChg chg="del">
          <ac:chgData name="Duce, Patricia" userId="63213659-433f-4003-8b64-f125efbf754c" providerId="ADAL" clId="{421942B4-3272-4F70-A6BD-A3CA07D1C206}" dt="2024-11-26T03:17:11.219" v="605" actId="478"/>
          <ac:spMkLst>
            <pc:docMk/>
            <pc:sldMk cId="4214253096" sldId="274"/>
            <ac:spMk id="2" creationId="{F90D8F48-7C74-B2B5-9422-7374383ED824}"/>
          </ac:spMkLst>
        </pc:spChg>
        <pc:spChg chg="mod">
          <ac:chgData name="Duce, Patricia" userId="63213659-433f-4003-8b64-f125efbf754c" providerId="ADAL" clId="{421942B4-3272-4F70-A6BD-A3CA07D1C206}" dt="2024-11-26T03:18:47.308" v="687" actId="5793"/>
          <ac:spMkLst>
            <pc:docMk/>
            <pc:sldMk cId="4214253096" sldId="274"/>
            <ac:spMk id="3" creationId="{5A196278-D0AA-219B-4C2C-87A97D9574E7}"/>
          </ac:spMkLst>
        </pc:spChg>
      </pc:sldChg>
      <pc:sldChg chg="addSp delSp modSp new mod">
        <pc:chgData name="Duce, Patricia" userId="63213659-433f-4003-8b64-f125efbf754c" providerId="ADAL" clId="{421942B4-3272-4F70-A6BD-A3CA07D1C206}" dt="2024-11-26T03:19:16.880" v="693" actId="14100"/>
        <pc:sldMkLst>
          <pc:docMk/>
          <pc:sldMk cId="1209293019" sldId="275"/>
        </pc:sldMkLst>
        <pc:spChg chg="del">
          <ac:chgData name="Duce, Patricia" userId="63213659-433f-4003-8b64-f125efbf754c" providerId="ADAL" clId="{421942B4-3272-4F70-A6BD-A3CA07D1C206}" dt="2024-11-26T03:18:59.657" v="689" actId="478"/>
          <ac:spMkLst>
            <pc:docMk/>
            <pc:sldMk cId="1209293019" sldId="275"/>
            <ac:spMk id="2" creationId="{65F88025-CB17-95C3-7211-C2ADEA157750}"/>
          </ac:spMkLst>
        </pc:spChg>
        <pc:spChg chg="del">
          <ac:chgData name="Duce, Patricia" userId="63213659-433f-4003-8b64-f125efbf754c" providerId="ADAL" clId="{421942B4-3272-4F70-A6BD-A3CA07D1C206}" dt="2024-11-26T03:18:56.333" v="688" actId="22"/>
          <ac:spMkLst>
            <pc:docMk/>
            <pc:sldMk cId="1209293019" sldId="275"/>
            <ac:spMk id="3" creationId="{98FD5F0F-7449-9DD9-DCEF-E3DE127555E0}"/>
          </ac:spMkLst>
        </pc:spChg>
        <pc:picChg chg="add mod ord modCrop">
          <ac:chgData name="Duce, Patricia" userId="63213659-433f-4003-8b64-f125efbf754c" providerId="ADAL" clId="{421942B4-3272-4F70-A6BD-A3CA07D1C206}" dt="2024-11-26T03:19:16.880" v="693" actId="14100"/>
          <ac:picMkLst>
            <pc:docMk/>
            <pc:sldMk cId="1209293019" sldId="275"/>
            <ac:picMk id="5" creationId="{BFDB9F5F-E3CC-58E6-57FE-3DF4116ADAE0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17:44:06.597" v="980" actId="20577"/>
        <pc:sldMkLst>
          <pc:docMk/>
          <pc:sldMk cId="3823264128" sldId="276"/>
        </pc:sldMkLst>
        <pc:spChg chg="del">
          <ac:chgData name="Duce, Patricia" userId="63213659-433f-4003-8b64-f125efbf754c" providerId="ADAL" clId="{421942B4-3272-4F70-A6BD-A3CA07D1C206}" dt="2024-11-26T03:20:18.937" v="765" actId="478"/>
          <ac:spMkLst>
            <pc:docMk/>
            <pc:sldMk cId="3823264128" sldId="276"/>
            <ac:spMk id="2" creationId="{AE64A4F9-DBE5-D4F1-4C97-BC8FDED341AA}"/>
          </ac:spMkLst>
        </pc:spChg>
        <pc:spChg chg="mod">
          <ac:chgData name="Duce, Patricia" userId="63213659-433f-4003-8b64-f125efbf754c" providerId="ADAL" clId="{421942B4-3272-4F70-A6BD-A3CA07D1C206}" dt="2024-11-26T17:44:06.597" v="980" actId="20577"/>
          <ac:spMkLst>
            <pc:docMk/>
            <pc:sldMk cId="3823264128" sldId="276"/>
            <ac:spMk id="3" creationId="{A45F0455-F4B8-B4A2-A4B3-2C97DA80EDE7}"/>
          </ac:spMkLst>
        </pc:spChg>
        <pc:picChg chg="add del">
          <ac:chgData name="Duce, Patricia" userId="63213659-433f-4003-8b64-f125efbf754c" providerId="ADAL" clId="{421942B4-3272-4F70-A6BD-A3CA07D1C206}" dt="2024-11-26T03:21:01.303" v="770" actId="22"/>
          <ac:picMkLst>
            <pc:docMk/>
            <pc:sldMk cId="3823264128" sldId="276"/>
            <ac:picMk id="5" creationId="{18D00EE6-A579-1E17-E9E4-A2004A84EDB2}"/>
          </ac:picMkLst>
        </pc:picChg>
        <pc:picChg chg="add mod modCrop">
          <ac:chgData name="Duce, Patricia" userId="63213659-433f-4003-8b64-f125efbf754c" providerId="ADAL" clId="{421942B4-3272-4F70-A6BD-A3CA07D1C206}" dt="2024-11-26T03:21:31.974" v="775" actId="1076"/>
          <ac:picMkLst>
            <pc:docMk/>
            <pc:sldMk cId="3823264128" sldId="276"/>
            <ac:picMk id="7" creationId="{E57AF5FB-5DC1-362C-9239-A52C0A58654A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22:42.710" v="783" actId="1076"/>
        <pc:sldMkLst>
          <pc:docMk/>
          <pc:sldMk cId="920190469" sldId="277"/>
        </pc:sldMkLst>
        <pc:spChg chg="del">
          <ac:chgData name="Duce, Patricia" userId="63213659-433f-4003-8b64-f125efbf754c" providerId="ADAL" clId="{421942B4-3272-4F70-A6BD-A3CA07D1C206}" dt="2024-11-26T03:22:40.021" v="782" actId="478"/>
          <ac:spMkLst>
            <pc:docMk/>
            <pc:sldMk cId="920190469" sldId="277"/>
            <ac:spMk id="2" creationId="{204C7D5C-F17A-C8DE-0F0F-49AF05C60A6E}"/>
          </ac:spMkLst>
        </pc:spChg>
        <pc:spChg chg="del">
          <ac:chgData name="Duce, Patricia" userId="63213659-433f-4003-8b64-f125efbf754c" providerId="ADAL" clId="{421942B4-3272-4F70-A6BD-A3CA07D1C206}" dt="2024-11-26T03:22:22.560" v="777" actId="22"/>
          <ac:spMkLst>
            <pc:docMk/>
            <pc:sldMk cId="920190469" sldId="277"/>
            <ac:spMk id="3" creationId="{C2C05631-78BB-F980-BC4B-E2C27D094FC8}"/>
          </ac:spMkLst>
        </pc:spChg>
        <pc:picChg chg="add mod ord modCrop">
          <ac:chgData name="Duce, Patricia" userId="63213659-433f-4003-8b64-f125efbf754c" providerId="ADAL" clId="{421942B4-3272-4F70-A6BD-A3CA07D1C206}" dt="2024-11-26T03:22:42.710" v="783" actId="1076"/>
          <ac:picMkLst>
            <pc:docMk/>
            <pc:sldMk cId="920190469" sldId="277"/>
            <ac:picMk id="5" creationId="{34EA9380-C5BC-AEF3-9BFA-1363084B1E7E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24:17.013" v="790" actId="1076"/>
        <pc:sldMkLst>
          <pc:docMk/>
          <pc:sldMk cId="1851158848" sldId="278"/>
        </pc:sldMkLst>
        <pc:spChg chg="del">
          <ac:chgData name="Duce, Patricia" userId="63213659-433f-4003-8b64-f125efbf754c" providerId="ADAL" clId="{421942B4-3272-4F70-A6BD-A3CA07D1C206}" dt="2024-11-26T03:24:01.593" v="786" actId="478"/>
          <ac:spMkLst>
            <pc:docMk/>
            <pc:sldMk cId="1851158848" sldId="278"/>
            <ac:spMk id="2" creationId="{4CA6F3C6-471A-3803-4798-CFCC96D9168E}"/>
          </ac:spMkLst>
        </pc:spChg>
        <pc:spChg chg="del">
          <ac:chgData name="Duce, Patricia" userId="63213659-433f-4003-8b64-f125efbf754c" providerId="ADAL" clId="{421942B4-3272-4F70-A6BD-A3CA07D1C206}" dt="2024-11-26T03:23:59.163" v="785" actId="22"/>
          <ac:spMkLst>
            <pc:docMk/>
            <pc:sldMk cId="1851158848" sldId="278"/>
            <ac:spMk id="3" creationId="{B059D7F6-39AD-1AB6-B42E-EAF962693DC2}"/>
          </ac:spMkLst>
        </pc:spChg>
        <pc:picChg chg="add mod ord modCrop">
          <ac:chgData name="Duce, Patricia" userId="63213659-433f-4003-8b64-f125efbf754c" providerId="ADAL" clId="{421942B4-3272-4F70-A6BD-A3CA07D1C206}" dt="2024-11-26T03:24:17.013" v="790" actId="1076"/>
          <ac:picMkLst>
            <pc:docMk/>
            <pc:sldMk cId="1851158848" sldId="278"/>
            <ac:picMk id="5" creationId="{640ADCEB-BDC7-11F7-BE6B-9CC3CC1F03D4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24:56.636" v="798" actId="14100"/>
        <pc:sldMkLst>
          <pc:docMk/>
          <pc:sldMk cId="65397596" sldId="279"/>
        </pc:sldMkLst>
        <pc:spChg chg="del">
          <ac:chgData name="Duce, Patricia" userId="63213659-433f-4003-8b64-f125efbf754c" providerId="ADAL" clId="{421942B4-3272-4F70-A6BD-A3CA07D1C206}" dt="2024-11-26T03:24:51.800" v="796" actId="478"/>
          <ac:spMkLst>
            <pc:docMk/>
            <pc:sldMk cId="65397596" sldId="279"/>
            <ac:spMk id="2" creationId="{473CA2C5-E5E9-8A7A-F096-F7E493B8ADB6}"/>
          </ac:spMkLst>
        </pc:spChg>
        <pc:spChg chg="del">
          <ac:chgData name="Duce, Patricia" userId="63213659-433f-4003-8b64-f125efbf754c" providerId="ADAL" clId="{421942B4-3272-4F70-A6BD-A3CA07D1C206}" dt="2024-11-26T03:24:37.536" v="792" actId="22"/>
          <ac:spMkLst>
            <pc:docMk/>
            <pc:sldMk cId="65397596" sldId="279"/>
            <ac:spMk id="3" creationId="{35C97485-68C8-9A99-5B8D-EA76A4E85245}"/>
          </ac:spMkLst>
        </pc:spChg>
        <pc:picChg chg="add mod ord modCrop">
          <ac:chgData name="Duce, Patricia" userId="63213659-433f-4003-8b64-f125efbf754c" providerId="ADAL" clId="{421942B4-3272-4F70-A6BD-A3CA07D1C206}" dt="2024-11-26T03:24:56.636" v="798" actId="14100"/>
          <ac:picMkLst>
            <pc:docMk/>
            <pc:sldMk cId="65397596" sldId="279"/>
            <ac:picMk id="5" creationId="{122919DA-72F0-D447-D4AA-DE2E25537A3F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26:11.900" v="806" actId="14100"/>
        <pc:sldMkLst>
          <pc:docMk/>
          <pc:sldMk cId="1006453728" sldId="280"/>
        </pc:sldMkLst>
        <pc:spChg chg="del">
          <ac:chgData name="Duce, Patricia" userId="63213659-433f-4003-8b64-f125efbf754c" providerId="ADAL" clId="{421942B4-3272-4F70-A6BD-A3CA07D1C206}" dt="2024-11-26T03:26:06.817" v="803" actId="478"/>
          <ac:spMkLst>
            <pc:docMk/>
            <pc:sldMk cId="1006453728" sldId="280"/>
            <ac:spMk id="2" creationId="{83120F0D-329B-AFFE-CD5B-88205DA4C4C2}"/>
          </ac:spMkLst>
        </pc:spChg>
        <pc:spChg chg="del">
          <ac:chgData name="Duce, Patricia" userId="63213659-433f-4003-8b64-f125efbf754c" providerId="ADAL" clId="{421942B4-3272-4F70-A6BD-A3CA07D1C206}" dt="2024-11-26T03:25:55.178" v="800" actId="22"/>
          <ac:spMkLst>
            <pc:docMk/>
            <pc:sldMk cId="1006453728" sldId="280"/>
            <ac:spMk id="3" creationId="{57A5F589-F4A4-BD86-3B58-04B989414DD1}"/>
          </ac:spMkLst>
        </pc:spChg>
        <pc:picChg chg="add mod ord modCrop">
          <ac:chgData name="Duce, Patricia" userId="63213659-433f-4003-8b64-f125efbf754c" providerId="ADAL" clId="{421942B4-3272-4F70-A6BD-A3CA07D1C206}" dt="2024-11-26T03:26:11.900" v="806" actId="14100"/>
          <ac:picMkLst>
            <pc:docMk/>
            <pc:sldMk cId="1006453728" sldId="280"/>
            <ac:picMk id="5" creationId="{B79A8A8F-A571-B78B-3DFE-53D5587D1FDD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29:28.466" v="817" actId="1076"/>
        <pc:sldMkLst>
          <pc:docMk/>
          <pc:sldMk cId="3628313828" sldId="281"/>
        </pc:sldMkLst>
        <pc:spChg chg="del">
          <ac:chgData name="Duce, Patricia" userId="63213659-433f-4003-8b64-f125efbf754c" providerId="ADAL" clId="{421942B4-3272-4F70-A6BD-A3CA07D1C206}" dt="2024-11-26T03:28:57.285" v="811" actId="478"/>
          <ac:spMkLst>
            <pc:docMk/>
            <pc:sldMk cId="3628313828" sldId="281"/>
            <ac:spMk id="2" creationId="{C7C95C3A-0256-4AFA-47A3-BAB92AFAB18D}"/>
          </ac:spMkLst>
        </pc:spChg>
        <pc:spChg chg="mod">
          <ac:chgData name="Duce, Patricia" userId="63213659-433f-4003-8b64-f125efbf754c" providerId="ADAL" clId="{421942B4-3272-4F70-A6BD-A3CA07D1C206}" dt="2024-11-26T03:28:53.883" v="810" actId="5793"/>
          <ac:spMkLst>
            <pc:docMk/>
            <pc:sldMk cId="3628313828" sldId="281"/>
            <ac:spMk id="3" creationId="{91163498-99BD-C9E6-085B-9F52AE919E87}"/>
          </ac:spMkLst>
        </pc:spChg>
        <pc:picChg chg="add mod modCrop">
          <ac:chgData name="Duce, Patricia" userId="63213659-433f-4003-8b64-f125efbf754c" providerId="ADAL" clId="{421942B4-3272-4F70-A6BD-A3CA07D1C206}" dt="2024-11-26T03:29:28.466" v="817" actId="1076"/>
          <ac:picMkLst>
            <pc:docMk/>
            <pc:sldMk cId="3628313828" sldId="281"/>
            <ac:picMk id="5" creationId="{6B7F3828-7399-6962-3A3A-821D5284D33E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32:16.513" v="825" actId="1076"/>
        <pc:sldMkLst>
          <pc:docMk/>
          <pc:sldMk cId="1728700003" sldId="282"/>
        </pc:sldMkLst>
        <pc:spChg chg="del">
          <ac:chgData name="Duce, Patricia" userId="63213659-433f-4003-8b64-f125efbf754c" providerId="ADAL" clId="{421942B4-3272-4F70-A6BD-A3CA07D1C206}" dt="2024-11-26T03:31:50.486" v="820" actId="478"/>
          <ac:spMkLst>
            <pc:docMk/>
            <pc:sldMk cId="1728700003" sldId="282"/>
            <ac:spMk id="2" creationId="{B2A7B1EB-C22C-C127-C33A-78EAD638E103}"/>
          </ac:spMkLst>
        </pc:spChg>
        <pc:spChg chg="del">
          <ac:chgData name="Duce, Patricia" userId="63213659-433f-4003-8b64-f125efbf754c" providerId="ADAL" clId="{421942B4-3272-4F70-A6BD-A3CA07D1C206}" dt="2024-11-26T03:31:47.990" v="819" actId="22"/>
          <ac:spMkLst>
            <pc:docMk/>
            <pc:sldMk cId="1728700003" sldId="282"/>
            <ac:spMk id="3" creationId="{95CF4919-E9CC-1194-BC77-CE32CF34B368}"/>
          </ac:spMkLst>
        </pc:spChg>
        <pc:picChg chg="add mod ord modCrop">
          <ac:chgData name="Duce, Patricia" userId="63213659-433f-4003-8b64-f125efbf754c" providerId="ADAL" clId="{421942B4-3272-4F70-A6BD-A3CA07D1C206}" dt="2024-11-26T03:32:16.513" v="825" actId="1076"/>
          <ac:picMkLst>
            <pc:docMk/>
            <pc:sldMk cId="1728700003" sldId="282"/>
            <ac:picMk id="5" creationId="{5E2DF801-1192-846B-F4AC-778C01BEA36E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33:53.520" v="834" actId="1076"/>
        <pc:sldMkLst>
          <pc:docMk/>
          <pc:sldMk cId="1162055834" sldId="283"/>
        </pc:sldMkLst>
        <pc:spChg chg="del">
          <ac:chgData name="Duce, Patricia" userId="63213659-433f-4003-8b64-f125efbf754c" providerId="ADAL" clId="{421942B4-3272-4F70-A6BD-A3CA07D1C206}" dt="2024-11-26T03:33:34.753" v="828" actId="478"/>
          <ac:spMkLst>
            <pc:docMk/>
            <pc:sldMk cId="1162055834" sldId="283"/>
            <ac:spMk id="2" creationId="{788BABB7-B582-3249-FE45-FA1ED1ABF56C}"/>
          </ac:spMkLst>
        </pc:spChg>
        <pc:spChg chg="del">
          <ac:chgData name="Duce, Patricia" userId="63213659-433f-4003-8b64-f125efbf754c" providerId="ADAL" clId="{421942B4-3272-4F70-A6BD-A3CA07D1C206}" dt="2024-11-26T03:33:31.348" v="827" actId="22"/>
          <ac:spMkLst>
            <pc:docMk/>
            <pc:sldMk cId="1162055834" sldId="283"/>
            <ac:spMk id="3" creationId="{90C96F70-7DAD-E038-E9A8-EF61CF0F5C07}"/>
          </ac:spMkLst>
        </pc:spChg>
        <pc:picChg chg="add mod ord modCrop">
          <ac:chgData name="Duce, Patricia" userId="63213659-433f-4003-8b64-f125efbf754c" providerId="ADAL" clId="{421942B4-3272-4F70-A6BD-A3CA07D1C206}" dt="2024-11-26T03:33:53.520" v="834" actId="1076"/>
          <ac:picMkLst>
            <pc:docMk/>
            <pc:sldMk cId="1162055834" sldId="283"/>
            <ac:picMk id="5" creationId="{B5B34F18-3CEA-227D-799F-2BC6E4F8FE26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36:24.925" v="848" actId="20577"/>
        <pc:sldMkLst>
          <pc:docMk/>
          <pc:sldMk cId="2428818407" sldId="284"/>
        </pc:sldMkLst>
        <pc:spChg chg="del">
          <ac:chgData name="Duce, Patricia" userId="63213659-433f-4003-8b64-f125efbf754c" providerId="ADAL" clId="{421942B4-3272-4F70-A6BD-A3CA07D1C206}" dt="2024-11-26T03:34:49.688" v="839" actId="478"/>
          <ac:spMkLst>
            <pc:docMk/>
            <pc:sldMk cId="2428818407" sldId="284"/>
            <ac:spMk id="2" creationId="{45BC401E-66FD-043E-1B37-D26590D67329}"/>
          </ac:spMkLst>
        </pc:spChg>
        <pc:spChg chg="del">
          <ac:chgData name="Duce, Patricia" userId="63213659-433f-4003-8b64-f125efbf754c" providerId="ADAL" clId="{421942B4-3272-4F70-A6BD-A3CA07D1C206}" dt="2024-11-26T03:34:36.607" v="836" actId="22"/>
          <ac:spMkLst>
            <pc:docMk/>
            <pc:sldMk cId="2428818407" sldId="284"/>
            <ac:spMk id="3" creationId="{DC220F7B-44CF-08B9-5014-6BEA43BEEB3B}"/>
          </ac:spMkLst>
        </pc:spChg>
        <pc:spChg chg="add mod">
          <ac:chgData name="Duce, Patricia" userId="63213659-433f-4003-8b64-f125efbf754c" providerId="ADAL" clId="{421942B4-3272-4F70-A6BD-A3CA07D1C206}" dt="2024-11-26T03:36:24.925" v="848" actId="20577"/>
          <ac:spMkLst>
            <pc:docMk/>
            <pc:sldMk cId="2428818407" sldId="284"/>
            <ac:spMk id="6" creationId="{352FEBC9-9CE1-87F3-CEA9-FB3166E2BCFE}"/>
          </ac:spMkLst>
        </pc:spChg>
        <pc:picChg chg="add mod ord modCrop">
          <ac:chgData name="Duce, Patricia" userId="63213659-433f-4003-8b64-f125efbf754c" providerId="ADAL" clId="{421942B4-3272-4F70-A6BD-A3CA07D1C206}" dt="2024-11-26T03:34:55.896" v="843" actId="1076"/>
          <ac:picMkLst>
            <pc:docMk/>
            <pc:sldMk cId="2428818407" sldId="284"/>
            <ac:picMk id="5" creationId="{926EFA48-8B8E-0A79-333C-7CD6A6A7316C}"/>
          </ac:picMkLst>
        </pc:picChg>
      </pc:sldChg>
      <pc:sldChg chg="addSp delSp modSp new mod">
        <pc:chgData name="Duce, Patricia" userId="63213659-433f-4003-8b64-f125efbf754c" providerId="ADAL" clId="{421942B4-3272-4F70-A6BD-A3CA07D1C206}" dt="2024-11-26T03:45:42.804" v="857" actId="732"/>
        <pc:sldMkLst>
          <pc:docMk/>
          <pc:sldMk cId="700087570" sldId="285"/>
        </pc:sldMkLst>
        <pc:spChg chg="del">
          <ac:chgData name="Duce, Patricia" userId="63213659-433f-4003-8b64-f125efbf754c" providerId="ADAL" clId="{421942B4-3272-4F70-A6BD-A3CA07D1C206}" dt="2024-11-26T03:45:04.640" v="851" actId="478"/>
          <ac:spMkLst>
            <pc:docMk/>
            <pc:sldMk cId="700087570" sldId="285"/>
            <ac:spMk id="2" creationId="{97F462AD-61BB-933F-D993-4D27BF701D44}"/>
          </ac:spMkLst>
        </pc:spChg>
        <pc:spChg chg="del">
          <ac:chgData name="Duce, Patricia" userId="63213659-433f-4003-8b64-f125efbf754c" providerId="ADAL" clId="{421942B4-3272-4F70-A6BD-A3CA07D1C206}" dt="2024-11-26T03:45:02.065" v="850" actId="22"/>
          <ac:spMkLst>
            <pc:docMk/>
            <pc:sldMk cId="700087570" sldId="285"/>
            <ac:spMk id="3" creationId="{739E310E-E8F5-C992-9DCB-391B784815A6}"/>
          </ac:spMkLst>
        </pc:spChg>
        <pc:picChg chg="add mod ord modCrop">
          <ac:chgData name="Duce, Patricia" userId="63213659-433f-4003-8b64-f125efbf754c" providerId="ADAL" clId="{421942B4-3272-4F70-A6BD-A3CA07D1C206}" dt="2024-11-26T03:45:42.804" v="857" actId="732"/>
          <ac:picMkLst>
            <pc:docMk/>
            <pc:sldMk cId="700087570" sldId="285"/>
            <ac:picMk id="5" creationId="{B10F74DF-C79A-FD56-A38C-BE7AE687B60F}"/>
          </ac:picMkLst>
        </pc:picChg>
      </pc:sldChg>
      <pc:sldChg chg="delSp modSp new mod">
        <pc:chgData name="Duce, Patricia" userId="63213659-433f-4003-8b64-f125efbf754c" providerId="ADAL" clId="{421942B4-3272-4F70-A6BD-A3CA07D1C206}" dt="2024-11-26T03:46:36.321" v="891"/>
        <pc:sldMkLst>
          <pc:docMk/>
          <pc:sldMk cId="1404065493" sldId="286"/>
        </pc:sldMkLst>
        <pc:spChg chg="del">
          <ac:chgData name="Duce, Patricia" userId="63213659-433f-4003-8b64-f125efbf754c" providerId="ADAL" clId="{421942B4-3272-4F70-A6BD-A3CA07D1C206}" dt="2024-11-26T03:46:18.357" v="888" actId="478"/>
          <ac:spMkLst>
            <pc:docMk/>
            <pc:sldMk cId="1404065493" sldId="286"/>
            <ac:spMk id="2" creationId="{D02884DF-CABC-86AF-689F-9D993EECC3F8}"/>
          </ac:spMkLst>
        </pc:spChg>
        <pc:spChg chg="mod">
          <ac:chgData name="Duce, Patricia" userId="63213659-433f-4003-8b64-f125efbf754c" providerId="ADAL" clId="{421942B4-3272-4F70-A6BD-A3CA07D1C206}" dt="2024-11-26T03:46:36.321" v="891"/>
          <ac:spMkLst>
            <pc:docMk/>
            <pc:sldMk cId="1404065493" sldId="286"/>
            <ac:spMk id="3" creationId="{90F75592-9946-058F-6051-FA4811B378B2}"/>
          </ac:spMkLst>
        </pc:spChg>
      </pc:sldChg>
      <pc:sldChg chg="addSp delSp modSp new mod">
        <pc:chgData name="Duce, Patricia" userId="63213659-433f-4003-8b64-f125efbf754c" providerId="ADAL" clId="{421942B4-3272-4F70-A6BD-A3CA07D1C206}" dt="2024-11-26T03:47:38.114" v="899" actId="1076"/>
        <pc:sldMkLst>
          <pc:docMk/>
          <pc:sldMk cId="428194010" sldId="287"/>
        </pc:sldMkLst>
        <pc:spChg chg="del">
          <ac:chgData name="Duce, Patricia" userId="63213659-433f-4003-8b64-f125efbf754c" providerId="ADAL" clId="{421942B4-3272-4F70-A6BD-A3CA07D1C206}" dt="2024-11-26T03:47:33.238" v="896" actId="478"/>
          <ac:spMkLst>
            <pc:docMk/>
            <pc:sldMk cId="428194010" sldId="287"/>
            <ac:spMk id="2" creationId="{8C54992D-77A7-41F3-9AAE-2535891FF9CA}"/>
          </ac:spMkLst>
        </pc:spChg>
        <pc:spChg chg="del">
          <ac:chgData name="Duce, Patricia" userId="63213659-433f-4003-8b64-f125efbf754c" providerId="ADAL" clId="{421942B4-3272-4F70-A6BD-A3CA07D1C206}" dt="2024-11-26T03:47:19.213" v="893" actId="22"/>
          <ac:spMkLst>
            <pc:docMk/>
            <pc:sldMk cId="428194010" sldId="287"/>
            <ac:spMk id="3" creationId="{C3F9E130-4B7E-EDA5-38B2-BBE95A32E78A}"/>
          </ac:spMkLst>
        </pc:spChg>
        <pc:picChg chg="add mod ord modCrop">
          <ac:chgData name="Duce, Patricia" userId="63213659-433f-4003-8b64-f125efbf754c" providerId="ADAL" clId="{421942B4-3272-4F70-A6BD-A3CA07D1C206}" dt="2024-11-26T03:47:38.114" v="899" actId="1076"/>
          <ac:picMkLst>
            <pc:docMk/>
            <pc:sldMk cId="428194010" sldId="287"/>
            <ac:picMk id="5" creationId="{77A20956-8E7D-3546-0C99-3525538CA22A}"/>
          </ac:picMkLst>
        </pc:picChg>
      </pc:sldChg>
      <pc:sldChg chg="delSp modSp new mod">
        <pc:chgData name="Duce, Patricia" userId="63213659-433f-4003-8b64-f125efbf754c" providerId="ADAL" clId="{421942B4-3272-4F70-A6BD-A3CA07D1C206}" dt="2024-11-26T03:48:07.580" v="941" actId="478"/>
        <pc:sldMkLst>
          <pc:docMk/>
          <pc:sldMk cId="3323224272" sldId="288"/>
        </pc:sldMkLst>
        <pc:spChg chg="del">
          <ac:chgData name="Duce, Patricia" userId="63213659-433f-4003-8b64-f125efbf754c" providerId="ADAL" clId="{421942B4-3272-4F70-A6BD-A3CA07D1C206}" dt="2024-11-26T03:48:07.580" v="941" actId="478"/>
          <ac:spMkLst>
            <pc:docMk/>
            <pc:sldMk cId="3323224272" sldId="288"/>
            <ac:spMk id="2" creationId="{655AF189-86F2-93FD-2F09-3D7C48A296D1}"/>
          </ac:spMkLst>
        </pc:spChg>
        <pc:spChg chg="mod">
          <ac:chgData name="Duce, Patricia" userId="63213659-433f-4003-8b64-f125efbf754c" providerId="ADAL" clId="{421942B4-3272-4F70-A6BD-A3CA07D1C206}" dt="2024-11-26T03:48:03.695" v="940" actId="20577"/>
          <ac:spMkLst>
            <pc:docMk/>
            <pc:sldMk cId="3323224272" sldId="288"/>
            <ac:spMk id="3" creationId="{0E8B4CA2-BF21-15B9-0412-A6ABF1EE62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DAAA-51BD-D1A7-30D0-6C0D06414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44C6F-1236-3A8C-5608-A408A89B5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566C-F2DA-0645-6567-8A1E07A1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2DD0-FC11-64C4-7C1D-3D56BA19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097AF-0EAC-CF4D-F985-6B56F4F2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6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A5A8-21C7-B718-0BB2-A577B027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D8DA-FDEA-FD40-9CA2-B03F6F9EF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65822-E570-450E-44CA-1A9DD51F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9FF9-EA1E-B3C9-D0E4-F75BC6DF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D5B66-EC4C-DB68-E5E0-BDB02B769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7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C6C58-9A48-78BB-7BFD-D1C3DEAC0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94C4A-2DAC-1391-02F3-A09CAE9B1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CAB5B-F6E7-EBA5-3493-3F09C47C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CBB6A-4C95-EE8F-A0E5-857E6EFD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042E1-9907-226C-F219-C829B539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47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7958-4B33-3618-AD02-A1498B86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E4157-748D-BA57-FA72-DBA0F4ECC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2C3ED-4C36-5DF9-4BD1-6741A2F2B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6FF41-CBDC-8DFE-2295-806BB9CB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60845-96A0-BB76-9B78-AC45BA3E7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7CFFE-06B0-B4CD-C625-AF416C75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14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6D1BB-CEC2-484D-258C-CA17963D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9DD63-007E-ECEE-E04A-F3D3C403F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5BBE8-8F92-E0E9-04DA-8FBA1ED88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55A5D-2608-7FA9-F694-CECD58972F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0DAAA-CBEE-1C4F-E467-CD9351997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9B15C-6289-A824-F82B-2032DFEC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B38002-A749-C780-E29E-350F6AEA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0481F-34A6-5AB2-FDAF-508FCD59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0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CD93-6DBE-E89C-B025-BF549478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C1F7A-6A19-0223-36E9-01712A14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22052-563F-3554-7CA6-F508FB44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6ED1B-B28E-29F2-C509-8C989247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17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0C0951-4693-A9E3-AFB9-6D7B0646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1117F8-0698-1886-9007-65E73E35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9E293-A1E9-C0FB-1796-D4003AFC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13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049D-C9B5-71F7-3A72-765738354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5094B-2EFC-598B-3271-2511B6145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98647-8B03-A6B6-81CF-E4AD5C143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A7C7A-64E6-3D86-C726-AFFD1F092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175D8-0359-BEA7-388D-69500154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D1C51-A6B4-9DF3-4415-409C4184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901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FD741-9E01-C483-F3EC-79F0DCF0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746CD4-B9C8-F45B-B326-80BAEC40F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C7231-7090-684E-C624-147F79119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BFBCE-8E0B-84B5-C944-F67EE4D2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2CC6C-6754-2FE6-4818-56AE07227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A9A6A-B2A5-63F7-19E1-B5FD429AA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70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9761-6325-34BD-13DC-33B89C70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61C93-8A38-FE89-740F-743492D0B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45B2-3662-6737-7B68-1A9C0D19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7BCF6-77AE-48D2-C622-681552586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ABA99-B20D-6EB3-286F-A11A0B78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06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270F95-DFE2-7680-00D1-8DE853CBD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7A8CB-BE76-7125-50D5-5838F881C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2438E-07A4-B485-0F3C-771DB743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73B15-67B4-C607-8063-B09D10CE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B91DD-FE4E-3B74-F193-A22C30A3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9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04264-50E1-957D-5F89-959BF3587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2E696-D8F0-89B2-8EDB-C0188E459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02C7F-6677-60E3-D4D7-09FD05FA8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91788-725A-43A4-A3A4-4EB2C58F69B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1ED45-FC2C-9515-929D-3D291B636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325F5-B41E-E474-DF0F-9C05008A5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F1CC9-8AB5-4AA8-B5A2-09035146B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44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67FC-90A7-7674-CD72-D9E62BD6A3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92053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9B55C-9DFD-7ECC-5C5B-E61D66C34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440"/>
            <a:ext cx="10515600" cy="583152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There is a fundamental tension between </a:t>
            </a:r>
            <a:r>
              <a:rPr lang="en-US" b="1" dirty="0"/>
              <a:t>the ease of use </a:t>
            </a:r>
            <a:r>
              <a:rPr lang="en-US" dirty="0"/>
              <a:t>desired in a local Django development environment and the </a:t>
            </a:r>
            <a:r>
              <a:rPr lang="en-US" b="1" dirty="0"/>
              <a:t>security and performance </a:t>
            </a:r>
            <a:r>
              <a:rPr lang="en-US" dirty="0"/>
              <a:t>necessary in production. </a:t>
            </a:r>
          </a:p>
        </p:txBody>
      </p:sp>
    </p:spTree>
    <p:extLst>
      <p:ext uri="{BB962C8B-B14F-4D97-AF65-F5344CB8AC3E}">
        <p14:creationId xmlns:p14="http://schemas.microsoft.com/office/powerpoint/2010/main" val="78054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9B55C-9DFD-7ECC-5C5B-E61D66C34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440"/>
            <a:ext cx="10515600" cy="583152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Django is designed to make web developers’ lives easier, and therefore, it </a:t>
            </a:r>
            <a:r>
              <a:rPr lang="en-US" b="1" dirty="0"/>
              <a:t>defaults to a local configuration when the </a:t>
            </a:r>
            <a:r>
              <a:rPr lang="en-US" b="1" dirty="0" err="1"/>
              <a:t>startproject</a:t>
            </a:r>
            <a:r>
              <a:rPr lang="en-US" b="1" dirty="0"/>
              <a:t> command is first run.</a:t>
            </a:r>
            <a:r>
              <a:rPr lang="en-US" dirty="0"/>
              <a:t> We’ve seen this in the use of </a:t>
            </a:r>
            <a:r>
              <a:rPr lang="en-US" b="1" dirty="0"/>
              <a:t>SQLite as the local file-based database, the built-in </a:t>
            </a:r>
            <a:r>
              <a:rPr lang="en-US" b="1" dirty="0" err="1"/>
              <a:t>runserver</a:t>
            </a:r>
            <a:r>
              <a:rPr lang="en-US" b="1" dirty="0"/>
              <a:t> command that launches a local web server in your web browser, and various default configurations in the settings.py file, including DEBUG set to True and an auto-generated SECRET_KEY.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production, things are different. All the configurations optimized for ease of use in the development environment need to focus instead on </a:t>
            </a:r>
            <a:r>
              <a:rPr lang="en-US" b="1" dirty="0"/>
              <a:t>security, performance, and scalability.</a:t>
            </a:r>
          </a:p>
        </p:txBody>
      </p:sp>
    </p:spTree>
    <p:extLst>
      <p:ext uri="{BB962C8B-B14F-4D97-AF65-F5344CB8AC3E}">
        <p14:creationId xmlns:p14="http://schemas.microsoft.com/office/powerpoint/2010/main" val="18554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C28CD-389A-4B6A-C825-705BB8A4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 options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A6DB6-9350-74C9-6558-190160730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Dedicated Server</a:t>
            </a:r>
            <a:r>
              <a:rPr lang="en-US" dirty="0"/>
              <a:t>: a physical server sitting in a data center that belongs exclusively to you. Generally, only the largest companies adopt this approach since it requires a lot of technical expertise to configure and maintain.</a:t>
            </a:r>
          </a:p>
          <a:p>
            <a:r>
              <a:rPr lang="en-US" b="1" dirty="0"/>
              <a:t>Virtual Private Server (VPS): </a:t>
            </a:r>
            <a:r>
              <a:rPr lang="en-US" dirty="0"/>
              <a:t>a server can be divided into multiple virtual machines that use the same hardware, which is much more affordable than a dedicated server. This approach also means you don’t have to worry about maintaining the hardware.</a:t>
            </a:r>
          </a:p>
          <a:p>
            <a:r>
              <a:rPr lang="en-US" b="1" dirty="0"/>
              <a:t>Platform as a Service (PaaS): </a:t>
            </a:r>
            <a:r>
              <a:rPr lang="en-US" dirty="0"/>
              <a:t>a managed VPS solution that is pre-configured and maintained, making it the fastest option to deploy and scale a website. It typically comes with a managed database, as well. The downside is that a developer cannot access the same degree of customization that a VPS or a dedicated server provides. At scale, PaaS can become quite expensive.</a:t>
            </a:r>
          </a:p>
        </p:txBody>
      </p:sp>
    </p:spTree>
    <p:extLst>
      <p:ext uri="{BB962C8B-B14F-4D97-AF65-F5344CB8AC3E}">
        <p14:creationId xmlns:p14="http://schemas.microsoft.com/office/powerpoint/2010/main" val="256018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DD38-0A3A-3F3F-4005-D3FB2F35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Checklist (from book using Heroku)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7A888-5D69-5401-C64A-E7FF2AA94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configure static files and install </a:t>
            </a:r>
            <a:r>
              <a:rPr lang="en-US" dirty="0" err="1"/>
              <a:t>WhiteNoise</a:t>
            </a:r>
            <a:r>
              <a:rPr lang="en-US" dirty="0"/>
              <a:t> </a:t>
            </a:r>
          </a:p>
          <a:p>
            <a:r>
              <a:rPr lang="en-US" dirty="0"/>
              <a:t>add environment variables with environs </a:t>
            </a:r>
          </a:p>
          <a:p>
            <a:r>
              <a:rPr lang="en-US" dirty="0"/>
              <a:t>create a .env file and update the .</a:t>
            </a:r>
            <a:r>
              <a:rPr lang="en-US" dirty="0" err="1"/>
              <a:t>gitignore</a:t>
            </a:r>
            <a:r>
              <a:rPr lang="en-US" dirty="0"/>
              <a:t> file </a:t>
            </a:r>
          </a:p>
          <a:p>
            <a:r>
              <a:rPr lang="en-US" dirty="0"/>
              <a:t>update DEBUG, ALLOWED_HOSTS, SECRET_KEY, and CSRF_TRUSTED_ORIGINS </a:t>
            </a:r>
          </a:p>
          <a:p>
            <a:r>
              <a:rPr lang="en-US" dirty="0"/>
              <a:t>update DATABASES to run PostgreSQL in production and install </a:t>
            </a:r>
            <a:r>
              <a:rPr lang="en-US" dirty="0" err="1"/>
              <a:t>psycopg</a:t>
            </a:r>
            <a:r>
              <a:rPr lang="en-US" dirty="0"/>
              <a:t> </a:t>
            </a:r>
          </a:p>
          <a:p>
            <a:r>
              <a:rPr lang="en-US" dirty="0"/>
              <a:t>install </a:t>
            </a:r>
            <a:r>
              <a:rPr lang="en-US" dirty="0" err="1"/>
              <a:t>Gunicorn</a:t>
            </a:r>
            <a:r>
              <a:rPr lang="en-US" dirty="0"/>
              <a:t> as a production WSGI server </a:t>
            </a:r>
          </a:p>
          <a:p>
            <a:r>
              <a:rPr lang="en-US" dirty="0"/>
              <a:t>create a </a:t>
            </a:r>
            <a:r>
              <a:rPr lang="en-US" dirty="0" err="1"/>
              <a:t>Procfile</a:t>
            </a:r>
            <a:r>
              <a:rPr lang="en-US" dirty="0"/>
              <a:t> </a:t>
            </a:r>
          </a:p>
          <a:p>
            <a:r>
              <a:rPr lang="en-US" dirty="0"/>
              <a:t>update the requirements.txt file </a:t>
            </a:r>
          </a:p>
          <a:p>
            <a:r>
              <a:rPr lang="en-US" dirty="0"/>
              <a:t>create a new Heroku project, push the code to it, and start a dyno web process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could toggle many more production settings, but this list covers the most critical security and performance concerns.</a:t>
            </a:r>
          </a:p>
        </p:txBody>
      </p:sp>
    </p:spTree>
    <p:extLst>
      <p:ext uri="{BB962C8B-B14F-4D97-AF65-F5344CB8AC3E}">
        <p14:creationId xmlns:p14="http://schemas.microsoft.com/office/powerpoint/2010/main" val="3897750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A71F-B4B2-325A-3DE2-8875FEA1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0CF94-5872-2FE4-60C7-D14D1313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Static files are the images, JavaScript, and CSS used by a website. 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b="1" dirty="0"/>
              <a:t>local usage, as long as DEBUG is set to True </a:t>
            </a:r>
            <a:r>
              <a:rPr lang="en-US" dirty="0"/>
              <a:t>in settings.py, the files are served automatically by the </a:t>
            </a:r>
            <a:r>
              <a:rPr lang="en-US" b="1" dirty="0" err="1"/>
              <a:t>runserver</a:t>
            </a:r>
            <a:r>
              <a:rPr lang="en-US" b="1" dirty="0"/>
              <a:t> command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3057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646134-9F05-B58A-A608-99F767256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290" t="24298" r="18230" b="39139"/>
          <a:stretch/>
        </p:blipFill>
        <p:spPr>
          <a:xfrm>
            <a:off x="657274" y="1261616"/>
            <a:ext cx="11090226" cy="4334767"/>
          </a:xfrm>
        </p:spPr>
      </p:pic>
    </p:spTree>
    <p:extLst>
      <p:ext uri="{BB962C8B-B14F-4D97-AF65-F5344CB8AC3E}">
        <p14:creationId xmlns:p14="http://schemas.microsoft.com/office/powerpoint/2010/main" val="2291008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646134-9F05-B58A-A608-99F767256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290" t="60551" r="18021" b="10032"/>
          <a:stretch/>
        </p:blipFill>
        <p:spPr>
          <a:xfrm>
            <a:off x="254000" y="1045743"/>
            <a:ext cx="11938000" cy="3742157"/>
          </a:xfrm>
        </p:spPr>
      </p:pic>
    </p:spTree>
    <p:extLst>
      <p:ext uri="{BB962C8B-B14F-4D97-AF65-F5344CB8AC3E}">
        <p14:creationId xmlns:p14="http://schemas.microsoft.com/office/powerpoint/2010/main" val="67241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630F1E-FB54-1E91-EAC7-3EBEB8D39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42" t="43852" r="14655" b="25685"/>
          <a:stretch/>
        </p:blipFill>
        <p:spPr>
          <a:xfrm>
            <a:off x="503873" y="1663701"/>
            <a:ext cx="11184253" cy="3344862"/>
          </a:xfrm>
        </p:spPr>
      </p:pic>
    </p:spTree>
    <p:extLst>
      <p:ext uri="{BB962C8B-B14F-4D97-AF65-F5344CB8AC3E}">
        <p14:creationId xmlns:p14="http://schemas.microsoft.com/office/powerpoint/2010/main" val="2993321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08A9E8-AA77-C4D2-6D87-81CC467E4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903" t="18168" r="14042" b="54888"/>
          <a:stretch/>
        </p:blipFill>
        <p:spPr>
          <a:xfrm>
            <a:off x="1956457" y="716005"/>
            <a:ext cx="8276818" cy="22606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97E9E6-867D-FC87-3C62-14A74247F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435"/>
          <a:stretch/>
        </p:blipFill>
        <p:spPr>
          <a:xfrm>
            <a:off x="470557" y="2976605"/>
            <a:ext cx="12091306" cy="2459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890ECE-7EC5-6E46-8F8C-6535255A3B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648" t="57778" r="20315" b="30370"/>
          <a:stretch/>
        </p:blipFill>
        <p:spPr>
          <a:xfrm>
            <a:off x="470557" y="5237205"/>
            <a:ext cx="11040092" cy="143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19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021F8-0589-337B-7A50-993DECB5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Look at </a:t>
            </a:r>
            <a:r>
              <a:rPr lang="en-US" dirty="0" err="1"/>
              <a:t>staticfiles</a:t>
            </a:r>
            <a:r>
              <a:rPr lang="en-US" dirty="0"/>
              <a:t> in my newspaper app</a:t>
            </a:r>
          </a:p>
        </p:txBody>
      </p:sp>
    </p:spTree>
    <p:extLst>
      <p:ext uri="{BB962C8B-B14F-4D97-AF65-F5344CB8AC3E}">
        <p14:creationId xmlns:p14="http://schemas.microsoft.com/office/powerpoint/2010/main" val="2731167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9CCBD-F68F-135E-D4ED-52187ECE9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42" t="46478" r="13838" b="22876"/>
          <a:stretch/>
        </p:blipFill>
        <p:spPr>
          <a:xfrm>
            <a:off x="602714" y="1384301"/>
            <a:ext cx="11271786" cy="3352800"/>
          </a:xfrm>
        </p:spPr>
      </p:pic>
    </p:spTree>
    <p:extLst>
      <p:ext uri="{BB962C8B-B14F-4D97-AF65-F5344CB8AC3E}">
        <p14:creationId xmlns:p14="http://schemas.microsoft.com/office/powerpoint/2010/main" val="136623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C401D-B4AC-03D9-F4CF-1552566E2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use the popular </a:t>
            </a:r>
            <a:r>
              <a:rPr lang="en-US" b="1" dirty="0" err="1"/>
              <a:t>WhiteNoise</a:t>
            </a:r>
            <a:r>
              <a:rPr lang="en-US" b="1" dirty="0"/>
              <a:t> </a:t>
            </a:r>
            <a:r>
              <a:rPr lang="en-US" dirty="0"/>
              <a:t>third-party package optimized to serve static files from Django.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(.</a:t>
            </a:r>
            <a:r>
              <a:rPr lang="en-US" dirty="0" err="1"/>
              <a:t>venv</a:t>
            </a:r>
            <a:r>
              <a:rPr lang="en-US" dirty="0"/>
              <a:t>) $ python -m pip install </a:t>
            </a:r>
            <a:r>
              <a:rPr lang="en-US" dirty="0" err="1"/>
              <a:t>whitenoise</a:t>
            </a:r>
            <a:r>
              <a:rPr lang="en-US" dirty="0"/>
              <a:t>==</a:t>
            </a:r>
            <a:r>
              <a:rPr lang="en-US" b="1" dirty="0"/>
              <a:t>6.8.0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USE VERSION 6.8.0</a:t>
            </a:r>
          </a:p>
        </p:txBody>
      </p:sp>
    </p:spTree>
    <p:extLst>
      <p:ext uri="{BB962C8B-B14F-4D97-AF65-F5344CB8AC3E}">
        <p14:creationId xmlns:p14="http://schemas.microsoft.com/office/powerpoint/2010/main" val="137971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C14E1B-D26F-4511-F285-E159FB933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105" t="17586" r="18073" b="2444"/>
          <a:stretch/>
        </p:blipFill>
        <p:spPr>
          <a:xfrm>
            <a:off x="2355850" y="574400"/>
            <a:ext cx="7480300" cy="5709200"/>
          </a:xfrm>
        </p:spPr>
      </p:pic>
    </p:spTree>
    <p:extLst>
      <p:ext uri="{BB962C8B-B14F-4D97-AF65-F5344CB8AC3E}">
        <p14:creationId xmlns:p14="http://schemas.microsoft.com/office/powerpoint/2010/main" val="3919104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794575-1557-8B91-84EF-BE9318FE1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99" t="23029" r="27963" b="48785"/>
          <a:stretch/>
        </p:blipFill>
        <p:spPr>
          <a:xfrm>
            <a:off x="949757" y="1447800"/>
            <a:ext cx="10765529" cy="3492499"/>
          </a:xfrm>
        </p:spPr>
      </p:pic>
    </p:spTree>
    <p:extLst>
      <p:ext uri="{BB962C8B-B14F-4D97-AF65-F5344CB8AC3E}">
        <p14:creationId xmlns:p14="http://schemas.microsoft.com/office/powerpoint/2010/main" val="2538642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379ADA-3137-66D0-6501-4F85AE582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705" t="40350" r="13728" b="20540"/>
          <a:stretch/>
        </p:blipFill>
        <p:spPr>
          <a:xfrm>
            <a:off x="1453113" y="1549401"/>
            <a:ext cx="8681487" cy="2908300"/>
          </a:xfrm>
        </p:spPr>
      </p:pic>
    </p:spTree>
    <p:extLst>
      <p:ext uri="{BB962C8B-B14F-4D97-AF65-F5344CB8AC3E}">
        <p14:creationId xmlns:p14="http://schemas.microsoft.com/office/powerpoint/2010/main" val="1712138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15B269-F121-DD8A-3C86-2D504C2E1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049" t="32178" r="12027" b="15287"/>
          <a:stretch/>
        </p:blipFill>
        <p:spPr>
          <a:xfrm>
            <a:off x="1701663" y="1098550"/>
            <a:ext cx="9995037" cy="4660900"/>
          </a:xfrm>
        </p:spPr>
      </p:pic>
    </p:spTree>
    <p:extLst>
      <p:ext uri="{BB962C8B-B14F-4D97-AF65-F5344CB8AC3E}">
        <p14:creationId xmlns:p14="http://schemas.microsoft.com/office/powerpoint/2010/main" val="2215698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7553-A245-CCB3-AA0A-37AB63A82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5C67-677F-E76C-14F1-79615DF3E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Multiple ways to work with environment variables – book uses: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5C4DD-77BE-542E-25AF-C42AE5CB75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98" t="30371" r="17875" b="26852"/>
          <a:stretch/>
        </p:blipFill>
        <p:spPr>
          <a:xfrm>
            <a:off x="1206500" y="2647632"/>
            <a:ext cx="9321800" cy="384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61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96278-D0AA-219B-4C2C-87A97D957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.env file to store environment variables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Add .env to .</a:t>
            </a:r>
            <a:r>
              <a:rPr lang="en-US" dirty="0" err="1"/>
              <a:t>gitignore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look at DEBUG environment variable … when set to True…</a:t>
            </a:r>
          </a:p>
        </p:txBody>
      </p:sp>
    </p:spTree>
    <p:extLst>
      <p:ext uri="{BB962C8B-B14F-4D97-AF65-F5344CB8AC3E}">
        <p14:creationId xmlns:p14="http://schemas.microsoft.com/office/powerpoint/2010/main" val="4214253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9F5F-E3CC-58E6-57FE-3DF4116AD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79" t="23189" r="18330" b="3262"/>
          <a:stretch/>
        </p:blipFill>
        <p:spPr>
          <a:xfrm>
            <a:off x="1815737" y="574095"/>
            <a:ext cx="9196252" cy="5251940"/>
          </a:xfrm>
        </p:spPr>
      </p:pic>
    </p:spTree>
    <p:extLst>
      <p:ext uri="{BB962C8B-B14F-4D97-AF65-F5344CB8AC3E}">
        <p14:creationId xmlns:p14="http://schemas.microsoft.com/office/powerpoint/2010/main" val="1209293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F0455-F4B8-B4A2-A4B3-2C97DA80E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113"/>
            <a:ext cx="10515600" cy="54878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can’t set DEBUG to false until you set ALLOWED_HOSTS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AF5FB-5DC1-362C-9239-A52C0A586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40" t="20563" r="10482" b="3940"/>
          <a:stretch/>
        </p:blipFill>
        <p:spPr>
          <a:xfrm>
            <a:off x="1188720" y="1830080"/>
            <a:ext cx="9013371" cy="458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64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EA9380-C5BC-AEF3-9BFA-1363084B1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013" t="36848" r="11367" b="5664"/>
          <a:stretch/>
        </p:blipFill>
        <p:spPr>
          <a:xfrm>
            <a:off x="927463" y="1350932"/>
            <a:ext cx="9993085" cy="3835022"/>
          </a:xfrm>
        </p:spPr>
      </p:pic>
    </p:spTree>
    <p:extLst>
      <p:ext uri="{BB962C8B-B14F-4D97-AF65-F5344CB8AC3E}">
        <p14:creationId xmlns:p14="http://schemas.microsoft.com/office/powerpoint/2010/main" val="920190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0ADCEB-BDC7-11F7-BE6B-9CC3CC1F0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331" t="22888" r="9711" b="14068"/>
          <a:stretch/>
        </p:blipFill>
        <p:spPr>
          <a:xfrm>
            <a:off x="1209248" y="1208314"/>
            <a:ext cx="10468947" cy="4441371"/>
          </a:xfrm>
        </p:spPr>
      </p:pic>
    </p:spTree>
    <p:extLst>
      <p:ext uri="{BB962C8B-B14F-4D97-AF65-F5344CB8AC3E}">
        <p14:creationId xmlns:p14="http://schemas.microsoft.com/office/powerpoint/2010/main" val="1851158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2919DA-72F0-D447-D4AA-DE2E25537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497" t="25290" r="10042" b="20674"/>
          <a:stretch/>
        </p:blipFill>
        <p:spPr>
          <a:xfrm>
            <a:off x="47895" y="1423851"/>
            <a:ext cx="11604173" cy="4245430"/>
          </a:xfrm>
        </p:spPr>
      </p:pic>
    </p:spTree>
    <p:extLst>
      <p:ext uri="{BB962C8B-B14F-4D97-AF65-F5344CB8AC3E}">
        <p14:creationId xmlns:p14="http://schemas.microsoft.com/office/powerpoint/2010/main" val="65397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9A8A8F-A571-B78B-3DFE-53D5587D1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656" t="29192" r="11201" b="11368"/>
          <a:stretch/>
        </p:blipFill>
        <p:spPr>
          <a:xfrm>
            <a:off x="1022336" y="1162594"/>
            <a:ext cx="10564420" cy="4376057"/>
          </a:xfrm>
        </p:spPr>
      </p:pic>
    </p:spTree>
    <p:extLst>
      <p:ext uri="{BB962C8B-B14F-4D97-AF65-F5344CB8AC3E}">
        <p14:creationId xmlns:p14="http://schemas.microsoft.com/office/powerpoint/2010/main" val="1006453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63498-99BD-C9E6-085B-9F52AE919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 of trusted origins for unsafe HTTP requests like POST.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F3828-7399-6962-3A3A-821D5284D3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28" t="61143" r="15887" b="22285"/>
          <a:stretch/>
        </p:blipFill>
        <p:spPr>
          <a:xfrm>
            <a:off x="121324" y="3161212"/>
            <a:ext cx="12680872" cy="199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13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2DF801-1192-846B-F4AC-778C01BEA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081" t="26791" r="11259" b="30280"/>
          <a:stretch/>
        </p:blipFill>
        <p:spPr>
          <a:xfrm>
            <a:off x="257127" y="822960"/>
            <a:ext cx="11934873" cy="4794068"/>
          </a:xfrm>
        </p:spPr>
      </p:pic>
    </p:spTree>
    <p:extLst>
      <p:ext uri="{BB962C8B-B14F-4D97-AF65-F5344CB8AC3E}">
        <p14:creationId xmlns:p14="http://schemas.microsoft.com/office/powerpoint/2010/main" val="1728700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B34F18-3CEA-227D-799F-2BC6E4F8F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418" t="43001" r="6841" b="7465"/>
          <a:stretch/>
        </p:blipFill>
        <p:spPr>
          <a:xfrm>
            <a:off x="582584" y="1182188"/>
            <a:ext cx="11026832" cy="4800600"/>
          </a:xfrm>
        </p:spPr>
      </p:pic>
    </p:spTree>
    <p:extLst>
      <p:ext uri="{BB962C8B-B14F-4D97-AF65-F5344CB8AC3E}">
        <p14:creationId xmlns:p14="http://schemas.microsoft.com/office/powerpoint/2010/main" val="1162055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EFA48-8B8E-0A79-333C-7CD6A6A73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51" t="44803" r="11039" b="20073"/>
          <a:stretch/>
        </p:blipFill>
        <p:spPr>
          <a:xfrm>
            <a:off x="0" y="1449977"/>
            <a:ext cx="11504243" cy="3657601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52FEBC9-9CE1-87F3-CEA9-FB3166E2B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063" y="5451957"/>
            <a:ext cx="31818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pip install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psycopg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-binary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818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0F74DF-C79A-FD56-A38C-BE7AE687B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906" t="70385" r="11742" b="16771"/>
          <a:stretch/>
        </p:blipFill>
        <p:spPr>
          <a:xfrm>
            <a:off x="424449" y="2416628"/>
            <a:ext cx="11767551" cy="1685109"/>
          </a:xfrm>
        </p:spPr>
      </p:pic>
    </p:spTree>
    <p:extLst>
      <p:ext uri="{BB962C8B-B14F-4D97-AF65-F5344CB8AC3E}">
        <p14:creationId xmlns:p14="http://schemas.microsoft.com/office/powerpoint/2010/main" val="700087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75592-9946-058F-6051-FA4811B37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Heroku needs a </a:t>
            </a:r>
            <a:r>
              <a:rPr lang="en-US" dirty="0" err="1"/>
              <a:t>procfile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provides instructions on running applications in their stack</a:t>
            </a:r>
          </a:p>
        </p:txBody>
      </p:sp>
    </p:spTree>
    <p:extLst>
      <p:ext uri="{BB962C8B-B14F-4D97-AF65-F5344CB8AC3E}">
        <p14:creationId xmlns:p14="http://schemas.microsoft.com/office/powerpoint/2010/main" val="1404065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A20956-8E7D-3546-0C99-3525538CA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159" t="36848" r="18728" b="51894"/>
          <a:stretch/>
        </p:blipFill>
        <p:spPr>
          <a:xfrm>
            <a:off x="260058" y="1652451"/>
            <a:ext cx="13312251" cy="1776549"/>
          </a:xfrm>
        </p:spPr>
      </p:pic>
    </p:spTree>
    <p:extLst>
      <p:ext uri="{BB962C8B-B14F-4D97-AF65-F5344CB8AC3E}">
        <p14:creationId xmlns:p14="http://schemas.microsoft.com/office/powerpoint/2010/main" val="428194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B4CA2-BF21-15B9-0412-A6ABF1EE6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add, commit and push to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224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574</Words>
  <Application>Microsoft Office PowerPoint</Application>
  <PresentationFormat>Widescreen</PresentationFormat>
  <Paragraphs>47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inherit</vt:lpstr>
      <vt:lpstr>Office Theme</vt:lpstr>
      <vt:lpstr>Deployment</vt:lpstr>
      <vt:lpstr>PowerPoint Presentation</vt:lpstr>
      <vt:lpstr>PowerPoint Presentation</vt:lpstr>
      <vt:lpstr>Hosting options </vt:lpstr>
      <vt:lpstr>Deployment Checklist (from book using Heroku) </vt:lpstr>
      <vt:lpstr>Static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Environment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</dc:title>
  <dc:creator>Duce, Patricia</dc:creator>
  <cp:lastModifiedBy>Duce, Patricia</cp:lastModifiedBy>
  <cp:revision>1</cp:revision>
  <dcterms:created xsi:type="dcterms:W3CDTF">2024-11-13T22:19:07Z</dcterms:created>
  <dcterms:modified xsi:type="dcterms:W3CDTF">2024-11-26T17:44:12Z</dcterms:modified>
</cp:coreProperties>
</file>