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81" r:id="rId24"/>
    <p:sldId id="278" r:id="rId25"/>
    <p:sldId id="279" r:id="rId26"/>
    <p:sldId id="280" r:id="rId27"/>
    <p:sldId id="282" r:id="rId28"/>
    <p:sldId id="283" r:id="rId29"/>
    <p:sldId id="284" r:id="rId30"/>
    <p:sldId id="285"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6" d="100"/>
          <a:sy n="86" d="100"/>
        </p:scale>
        <p:origin x="42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uce, Patricia" userId="63213659-433f-4003-8b64-f125efbf754c" providerId="ADAL" clId="{89CD881D-512B-4A2A-8F01-29E595B532CC}"/>
    <pc:docChg chg="custSel addSld modSld sldOrd">
      <pc:chgData name="Duce, Patricia" userId="63213659-433f-4003-8b64-f125efbf754c" providerId="ADAL" clId="{89CD881D-512B-4A2A-8F01-29E595B532CC}" dt="2024-10-03T15:17:36.778" v="166" actId="1076"/>
      <pc:docMkLst>
        <pc:docMk/>
      </pc:docMkLst>
      <pc:sldChg chg="modSp mod">
        <pc:chgData name="Duce, Patricia" userId="63213659-433f-4003-8b64-f125efbf754c" providerId="ADAL" clId="{89CD881D-512B-4A2A-8F01-29E595B532CC}" dt="2024-10-03T14:42:23.414" v="51" actId="20577"/>
        <pc:sldMkLst>
          <pc:docMk/>
          <pc:sldMk cId="4237017510" sldId="277"/>
        </pc:sldMkLst>
        <pc:spChg chg="mod">
          <ac:chgData name="Duce, Patricia" userId="63213659-433f-4003-8b64-f125efbf754c" providerId="ADAL" clId="{89CD881D-512B-4A2A-8F01-29E595B532CC}" dt="2024-10-03T14:42:23.414" v="51" actId="20577"/>
          <ac:spMkLst>
            <pc:docMk/>
            <pc:sldMk cId="4237017510" sldId="277"/>
            <ac:spMk id="3" creationId="{D06205AE-513F-D1D8-0F8F-B711F5B8EF25}"/>
          </ac:spMkLst>
        </pc:spChg>
      </pc:sldChg>
      <pc:sldChg chg="addSp delSp modSp new mod">
        <pc:chgData name="Duce, Patricia" userId="63213659-433f-4003-8b64-f125efbf754c" providerId="ADAL" clId="{89CD881D-512B-4A2A-8F01-29E595B532CC}" dt="2024-10-03T14:55:32.144" v="112" actId="113"/>
        <pc:sldMkLst>
          <pc:docMk/>
          <pc:sldMk cId="1790628453" sldId="278"/>
        </pc:sldMkLst>
        <pc:spChg chg="del">
          <ac:chgData name="Duce, Patricia" userId="63213659-433f-4003-8b64-f125efbf754c" providerId="ADAL" clId="{89CD881D-512B-4A2A-8F01-29E595B532CC}" dt="2024-10-03T14:52:31.597" v="93" actId="478"/>
          <ac:spMkLst>
            <pc:docMk/>
            <pc:sldMk cId="1790628453" sldId="278"/>
            <ac:spMk id="2" creationId="{234A2F93-F27E-7942-E80B-179FD253B7B1}"/>
          </ac:spMkLst>
        </pc:spChg>
        <pc:spChg chg="del">
          <ac:chgData name="Duce, Patricia" userId="63213659-433f-4003-8b64-f125efbf754c" providerId="ADAL" clId="{89CD881D-512B-4A2A-8F01-29E595B532CC}" dt="2024-10-03T14:52:28.433" v="92" actId="22"/>
          <ac:spMkLst>
            <pc:docMk/>
            <pc:sldMk cId="1790628453" sldId="278"/>
            <ac:spMk id="3" creationId="{47B67A35-E702-1BC2-0061-FEA44D63F35C}"/>
          </ac:spMkLst>
        </pc:spChg>
        <pc:spChg chg="add mod">
          <ac:chgData name="Duce, Patricia" userId="63213659-433f-4003-8b64-f125efbf754c" providerId="ADAL" clId="{89CD881D-512B-4A2A-8F01-29E595B532CC}" dt="2024-10-03T14:55:32.144" v="112" actId="113"/>
          <ac:spMkLst>
            <pc:docMk/>
            <pc:sldMk cId="1790628453" sldId="278"/>
            <ac:spMk id="7" creationId="{6466F485-C629-D480-2F68-61C23D379368}"/>
          </ac:spMkLst>
        </pc:spChg>
        <pc:picChg chg="add mod ord modCrop">
          <ac:chgData name="Duce, Patricia" userId="63213659-433f-4003-8b64-f125efbf754c" providerId="ADAL" clId="{89CD881D-512B-4A2A-8F01-29E595B532CC}" dt="2024-10-03T14:52:48.431" v="97" actId="14100"/>
          <ac:picMkLst>
            <pc:docMk/>
            <pc:sldMk cId="1790628453" sldId="278"/>
            <ac:picMk id="5" creationId="{D302DCD8-758F-C39B-1000-B03419C18266}"/>
          </ac:picMkLst>
        </pc:picChg>
      </pc:sldChg>
      <pc:sldChg chg="addSp delSp modSp new mod">
        <pc:chgData name="Duce, Patricia" userId="63213659-433f-4003-8b64-f125efbf754c" providerId="ADAL" clId="{89CD881D-512B-4A2A-8F01-29E595B532CC}" dt="2024-10-03T14:57:42.959" v="125" actId="113"/>
        <pc:sldMkLst>
          <pc:docMk/>
          <pc:sldMk cId="580750600" sldId="279"/>
        </pc:sldMkLst>
        <pc:spChg chg="del">
          <ac:chgData name="Duce, Patricia" userId="63213659-433f-4003-8b64-f125efbf754c" providerId="ADAL" clId="{89CD881D-512B-4A2A-8F01-29E595B532CC}" dt="2024-10-03T14:56:15.152" v="114" actId="478"/>
          <ac:spMkLst>
            <pc:docMk/>
            <pc:sldMk cId="580750600" sldId="279"/>
            <ac:spMk id="2" creationId="{4C67D51D-AF12-9B77-EE55-0F8DBFCBD232}"/>
          </ac:spMkLst>
        </pc:spChg>
        <pc:spChg chg="del">
          <ac:chgData name="Duce, Patricia" userId="63213659-433f-4003-8b64-f125efbf754c" providerId="ADAL" clId="{89CD881D-512B-4A2A-8F01-29E595B532CC}" dt="2024-10-03T14:56:12.219" v="113" actId="22"/>
          <ac:spMkLst>
            <pc:docMk/>
            <pc:sldMk cId="580750600" sldId="279"/>
            <ac:spMk id="3" creationId="{3B9B2332-C995-5965-1C00-2777168FC727}"/>
          </ac:spMkLst>
        </pc:spChg>
        <pc:spChg chg="add mod">
          <ac:chgData name="Duce, Patricia" userId="63213659-433f-4003-8b64-f125efbf754c" providerId="ADAL" clId="{89CD881D-512B-4A2A-8F01-29E595B532CC}" dt="2024-10-03T14:57:42.959" v="125" actId="113"/>
          <ac:spMkLst>
            <pc:docMk/>
            <pc:sldMk cId="580750600" sldId="279"/>
            <ac:spMk id="7" creationId="{2A61E157-81C9-527D-B7A6-82EE2F5C5A4F}"/>
          </ac:spMkLst>
        </pc:spChg>
        <pc:picChg chg="add mod ord modCrop">
          <ac:chgData name="Duce, Patricia" userId="63213659-433f-4003-8b64-f125efbf754c" providerId="ADAL" clId="{89CD881D-512B-4A2A-8F01-29E595B532CC}" dt="2024-10-03T14:56:40.959" v="120" actId="1076"/>
          <ac:picMkLst>
            <pc:docMk/>
            <pc:sldMk cId="580750600" sldId="279"/>
            <ac:picMk id="5" creationId="{E7B6E121-DCAB-995F-FF9C-33E06C574163}"/>
          </ac:picMkLst>
        </pc:picChg>
      </pc:sldChg>
      <pc:sldChg chg="addSp delSp modSp new mod">
        <pc:chgData name="Duce, Patricia" userId="63213659-433f-4003-8b64-f125efbf754c" providerId="ADAL" clId="{89CD881D-512B-4A2A-8F01-29E595B532CC}" dt="2024-10-03T14:58:50.222" v="132" actId="732"/>
        <pc:sldMkLst>
          <pc:docMk/>
          <pc:sldMk cId="964679326" sldId="280"/>
        </pc:sldMkLst>
        <pc:spChg chg="del">
          <ac:chgData name="Duce, Patricia" userId="63213659-433f-4003-8b64-f125efbf754c" providerId="ADAL" clId="{89CD881D-512B-4A2A-8F01-29E595B532CC}" dt="2024-10-03T14:58:36.809" v="129" actId="478"/>
          <ac:spMkLst>
            <pc:docMk/>
            <pc:sldMk cId="964679326" sldId="280"/>
            <ac:spMk id="2" creationId="{BAFDFDE3-A98F-0FA5-B7C4-29D777A00049}"/>
          </ac:spMkLst>
        </pc:spChg>
        <pc:spChg chg="del">
          <ac:chgData name="Duce, Patricia" userId="63213659-433f-4003-8b64-f125efbf754c" providerId="ADAL" clId="{89CD881D-512B-4A2A-8F01-29E595B532CC}" dt="2024-10-03T14:58:23.621" v="126" actId="22"/>
          <ac:spMkLst>
            <pc:docMk/>
            <pc:sldMk cId="964679326" sldId="280"/>
            <ac:spMk id="3" creationId="{6CE2BA2D-94EA-3576-228E-15C7CF1EC6B1}"/>
          </ac:spMkLst>
        </pc:spChg>
        <pc:picChg chg="add mod ord modCrop">
          <ac:chgData name="Duce, Patricia" userId="63213659-433f-4003-8b64-f125efbf754c" providerId="ADAL" clId="{89CD881D-512B-4A2A-8F01-29E595B532CC}" dt="2024-10-03T14:58:50.222" v="132" actId="732"/>
          <ac:picMkLst>
            <pc:docMk/>
            <pc:sldMk cId="964679326" sldId="280"/>
            <ac:picMk id="5" creationId="{8CB008D3-E574-D87F-3FBB-EF2388CC569D}"/>
          </ac:picMkLst>
        </pc:picChg>
      </pc:sldChg>
      <pc:sldChg chg="addSp delSp modSp new mod ord">
        <pc:chgData name="Duce, Patricia" userId="63213659-433f-4003-8b64-f125efbf754c" providerId="ADAL" clId="{89CD881D-512B-4A2A-8F01-29E595B532CC}" dt="2024-10-03T14:52:18.186" v="91"/>
        <pc:sldMkLst>
          <pc:docMk/>
          <pc:sldMk cId="2748559027" sldId="281"/>
        </pc:sldMkLst>
        <pc:spChg chg="del">
          <ac:chgData name="Duce, Patricia" userId="63213659-433f-4003-8b64-f125efbf754c" providerId="ADAL" clId="{89CD881D-512B-4A2A-8F01-29E595B532CC}" dt="2024-10-03T14:46:39.761" v="62" actId="478"/>
          <ac:spMkLst>
            <pc:docMk/>
            <pc:sldMk cId="2748559027" sldId="281"/>
            <ac:spMk id="2" creationId="{82E88D6B-9957-4358-4A6C-6CBA849171CD}"/>
          </ac:spMkLst>
        </pc:spChg>
        <pc:spChg chg="del">
          <ac:chgData name="Duce, Patricia" userId="63213659-433f-4003-8b64-f125efbf754c" providerId="ADAL" clId="{89CD881D-512B-4A2A-8F01-29E595B532CC}" dt="2024-10-03T14:46:18.931" v="56" actId="22"/>
          <ac:spMkLst>
            <pc:docMk/>
            <pc:sldMk cId="2748559027" sldId="281"/>
            <ac:spMk id="3" creationId="{8E6C1AB8-ED3E-FB40-B569-140B605F95D6}"/>
          </ac:spMkLst>
        </pc:spChg>
        <pc:spChg chg="add mod">
          <ac:chgData name="Duce, Patricia" userId="63213659-433f-4003-8b64-f125efbf754c" providerId="ADAL" clId="{89CD881D-512B-4A2A-8F01-29E595B532CC}" dt="2024-10-03T14:51:00.871" v="89" actId="1076"/>
          <ac:spMkLst>
            <pc:docMk/>
            <pc:sldMk cId="2748559027" sldId="281"/>
            <ac:spMk id="7" creationId="{ADE293CB-9802-0973-CA6F-3F16E2BC36D8}"/>
          </ac:spMkLst>
        </pc:spChg>
        <pc:picChg chg="add mod ord modCrop">
          <ac:chgData name="Duce, Patricia" userId="63213659-433f-4003-8b64-f125efbf754c" providerId="ADAL" clId="{89CD881D-512B-4A2A-8F01-29E595B532CC}" dt="2024-10-03T14:50:52.664" v="88" actId="732"/>
          <ac:picMkLst>
            <pc:docMk/>
            <pc:sldMk cId="2748559027" sldId="281"/>
            <ac:picMk id="5" creationId="{74675AD7-8918-5E92-F592-8A75725919C2}"/>
          </ac:picMkLst>
        </pc:picChg>
      </pc:sldChg>
      <pc:sldChg chg="addSp delSp modSp new mod">
        <pc:chgData name="Duce, Patricia" userId="63213659-433f-4003-8b64-f125efbf754c" providerId="ADAL" clId="{89CD881D-512B-4A2A-8F01-29E595B532CC}" dt="2024-10-03T15:02:35.790" v="141" actId="732"/>
        <pc:sldMkLst>
          <pc:docMk/>
          <pc:sldMk cId="49353123" sldId="282"/>
        </pc:sldMkLst>
        <pc:spChg chg="del">
          <ac:chgData name="Duce, Patricia" userId="63213659-433f-4003-8b64-f125efbf754c" providerId="ADAL" clId="{89CD881D-512B-4A2A-8F01-29E595B532CC}" dt="2024-10-03T15:01:49.948" v="137" actId="478"/>
          <ac:spMkLst>
            <pc:docMk/>
            <pc:sldMk cId="49353123" sldId="282"/>
            <ac:spMk id="2" creationId="{DAEBB300-E9B5-1399-0CEA-ABF79EC60D06}"/>
          </ac:spMkLst>
        </pc:spChg>
        <pc:spChg chg="del">
          <ac:chgData name="Duce, Patricia" userId="63213659-433f-4003-8b64-f125efbf754c" providerId="ADAL" clId="{89CD881D-512B-4A2A-8F01-29E595B532CC}" dt="2024-10-03T15:01:37.297" v="134" actId="22"/>
          <ac:spMkLst>
            <pc:docMk/>
            <pc:sldMk cId="49353123" sldId="282"/>
            <ac:spMk id="3" creationId="{00BED0B6-A066-FEB2-CCB7-93F507EF202C}"/>
          </ac:spMkLst>
        </pc:spChg>
        <pc:picChg chg="add mod ord modCrop">
          <ac:chgData name="Duce, Patricia" userId="63213659-433f-4003-8b64-f125efbf754c" providerId="ADAL" clId="{89CD881D-512B-4A2A-8F01-29E595B532CC}" dt="2024-10-03T15:02:35.790" v="141" actId="732"/>
          <ac:picMkLst>
            <pc:docMk/>
            <pc:sldMk cId="49353123" sldId="282"/>
            <ac:picMk id="5" creationId="{CC369824-CF8C-9035-0D07-01465A4EAB22}"/>
          </ac:picMkLst>
        </pc:picChg>
      </pc:sldChg>
      <pc:sldChg chg="delSp modSp new mod">
        <pc:chgData name="Duce, Patricia" userId="63213659-433f-4003-8b64-f125efbf754c" providerId="ADAL" clId="{89CD881D-512B-4A2A-8F01-29E595B532CC}" dt="2024-10-03T15:08:22.967" v="146" actId="113"/>
        <pc:sldMkLst>
          <pc:docMk/>
          <pc:sldMk cId="1320423313" sldId="283"/>
        </pc:sldMkLst>
        <pc:spChg chg="del">
          <ac:chgData name="Duce, Patricia" userId="63213659-433f-4003-8b64-f125efbf754c" providerId="ADAL" clId="{89CD881D-512B-4A2A-8F01-29E595B532CC}" dt="2024-10-03T15:08:03.091" v="145" actId="478"/>
          <ac:spMkLst>
            <pc:docMk/>
            <pc:sldMk cId="1320423313" sldId="283"/>
            <ac:spMk id="2" creationId="{B7D3E944-9702-6ADE-4A37-A2D9C7815E30}"/>
          </ac:spMkLst>
        </pc:spChg>
        <pc:spChg chg="mod">
          <ac:chgData name="Duce, Patricia" userId="63213659-433f-4003-8b64-f125efbf754c" providerId="ADAL" clId="{89CD881D-512B-4A2A-8F01-29E595B532CC}" dt="2024-10-03T15:08:22.967" v="146" actId="113"/>
          <ac:spMkLst>
            <pc:docMk/>
            <pc:sldMk cId="1320423313" sldId="283"/>
            <ac:spMk id="3" creationId="{B73A3D1D-B683-70E4-9582-7D9AC2657E63}"/>
          </ac:spMkLst>
        </pc:spChg>
      </pc:sldChg>
      <pc:sldChg chg="addSp delSp modSp new mod">
        <pc:chgData name="Duce, Patricia" userId="63213659-433f-4003-8b64-f125efbf754c" providerId="ADAL" clId="{89CD881D-512B-4A2A-8F01-29E595B532CC}" dt="2024-10-03T15:09:18.501" v="154" actId="1076"/>
        <pc:sldMkLst>
          <pc:docMk/>
          <pc:sldMk cId="3552061509" sldId="284"/>
        </pc:sldMkLst>
        <pc:spChg chg="del">
          <ac:chgData name="Duce, Patricia" userId="63213659-433f-4003-8b64-f125efbf754c" providerId="ADAL" clId="{89CD881D-512B-4A2A-8F01-29E595B532CC}" dt="2024-10-03T15:08:42.289" v="149" actId="478"/>
          <ac:spMkLst>
            <pc:docMk/>
            <pc:sldMk cId="3552061509" sldId="284"/>
            <ac:spMk id="2" creationId="{9FED5B3A-90C4-8828-34F5-805485CBA67A}"/>
          </ac:spMkLst>
        </pc:spChg>
        <pc:spChg chg="del">
          <ac:chgData name="Duce, Patricia" userId="63213659-433f-4003-8b64-f125efbf754c" providerId="ADAL" clId="{89CD881D-512B-4A2A-8F01-29E595B532CC}" dt="2024-10-03T15:08:39.523" v="148" actId="22"/>
          <ac:spMkLst>
            <pc:docMk/>
            <pc:sldMk cId="3552061509" sldId="284"/>
            <ac:spMk id="3" creationId="{08D31C2D-6965-E817-E76E-124DFD986C5F}"/>
          </ac:spMkLst>
        </pc:spChg>
        <pc:picChg chg="add mod ord modCrop">
          <ac:chgData name="Duce, Patricia" userId="63213659-433f-4003-8b64-f125efbf754c" providerId="ADAL" clId="{89CD881D-512B-4A2A-8F01-29E595B532CC}" dt="2024-10-03T15:09:18.501" v="154" actId="1076"/>
          <ac:picMkLst>
            <pc:docMk/>
            <pc:sldMk cId="3552061509" sldId="284"/>
            <ac:picMk id="5" creationId="{E7C0A0DC-BFE0-AC53-E638-3DA4FA1A0C66}"/>
          </ac:picMkLst>
        </pc:picChg>
      </pc:sldChg>
      <pc:sldChg chg="addSp delSp modSp new mod">
        <pc:chgData name="Duce, Patricia" userId="63213659-433f-4003-8b64-f125efbf754c" providerId="ADAL" clId="{89CD881D-512B-4A2A-8F01-29E595B532CC}" dt="2024-10-03T15:17:36.778" v="166" actId="1076"/>
        <pc:sldMkLst>
          <pc:docMk/>
          <pc:sldMk cId="3099353114" sldId="285"/>
        </pc:sldMkLst>
        <pc:spChg chg="del">
          <ac:chgData name="Duce, Patricia" userId="63213659-433f-4003-8b64-f125efbf754c" providerId="ADAL" clId="{89CD881D-512B-4A2A-8F01-29E595B532CC}" dt="2024-10-03T15:12:04.252" v="159" actId="478"/>
          <ac:spMkLst>
            <pc:docMk/>
            <pc:sldMk cId="3099353114" sldId="285"/>
            <ac:spMk id="2" creationId="{547B91C5-BAE6-A9A7-B8AE-BCCF0BE2CB53}"/>
          </ac:spMkLst>
        </pc:spChg>
        <pc:spChg chg="del">
          <ac:chgData name="Duce, Patricia" userId="63213659-433f-4003-8b64-f125efbf754c" providerId="ADAL" clId="{89CD881D-512B-4A2A-8F01-29E595B532CC}" dt="2024-10-03T15:11:53.020" v="156" actId="22"/>
          <ac:spMkLst>
            <pc:docMk/>
            <pc:sldMk cId="3099353114" sldId="285"/>
            <ac:spMk id="3" creationId="{F73A578B-E6FC-6F6C-37DD-FFD78127AC47}"/>
          </ac:spMkLst>
        </pc:spChg>
        <pc:spChg chg="add mod">
          <ac:chgData name="Duce, Patricia" userId="63213659-433f-4003-8b64-f125efbf754c" providerId="ADAL" clId="{89CD881D-512B-4A2A-8F01-29E595B532CC}" dt="2024-10-03T15:17:36.778" v="166" actId="1076"/>
          <ac:spMkLst>
            <pc:docMk/>
            <pc:sldMk cId="3099353114" sldId="285"/>
            <ac:spMk id="7" creationId="{60585631-2DBA-ADF5-7B94-07729A231737}"/>
          </ac:spMkLst>
        </pc:spChg>
        <pc:picChg chg="add mod ord modCrop">
          <ac:chgData name="Duce, Patricia" userId="63213659-433f-4003-8b64-f125efbf754c" providerId="ADAL" clId="{89CD881D-512B-4A2A-8F01-29E595B532CC}" dt="2024-10-03T15:17:26.235" v="162" actId="1076"/>
          <ac:picMkLst>
            <pc:docMk/>
            <pc:sldMk cId="3099353114" sldId="285"/>
            <ac:picMk id="5" creationId="{DCFE5E96-A8F2-CB26-644D-7984625475F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8C4824-C854-45FE-8948-2A993FB85758}" type="datetimeFigureOut">
              <a:rPr lang="en-US" smtClean="0"/>
              <a:t>10/3/2024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E205B5-318C-484B-9F21-5A02D24F8287}" type="slidenum">
              <a:rPr lang="en-US" smtClean="0"/>
              <a:t>‹#›</a:t>
            </a:fld>
            <a:endParaRPr lang="en-US"/>
          </a:p>
        </p:txBody>
      </p:sp>
    </p:spTree>
    <p:extLst>
      <p:ext uri="{BB962C8B-B14F-4D97-AF65-F5344CB8AC3E}">
        <p14:creationId xmlns:p14="http://schemas.microsoft.com/office/powerpoint/2010/main" val="23388067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6E205B5-318C-484B-9F21-5A02D24F8287}" type="slidenum">
              <a:rPr lang="en-US" smtClean="0"/>
              <a:t>11</a:t>
            </a:fld>
            <a:endParaRPr lang="en-US"/>
          </a:p>
        </p:txBody>
      </p:sp>
    </p:spTree>
    <p:extLst>
      <p:ext uri="{BB962C8B-B14F-4D97-AF65-F5344CB8AC3E}">
        <p14:creationId xmlns:p14="http://schemas.microsoft.com/office/powerpoint/2010/main" val="2413571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6E205B5-318C-484B-9F21-5A02D24F8287}" type="slidenum">
              <a:rPr lang="en-US" smtClean="0"/>
              <a:t>18</a:t>
            </a:fld>
            <a:endParaRPr lang="en-US"/>
          </a:p>
        </p:txBody>
      </p:sp>
    </p:spTree>
    <p:extLst>
      <p:ext uri="{BB962C8B-B14F-4D97-AF65-F5344CB8AC3E}">
        <p14:creationId xmlns:p14="http://schemas.microsoft.com/office/powerpoint/2010/main" val="3203549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6E205B5-318C-484B-9F21-5A02D24F8287}" type="slidenum">
              <a:rPr lang="en-US" smtClean="0"/>
              <a:t>23</a:t>
            </a:fld>
            <a:endParaRPr lang="en-US"/>
          </a:p>
        </p:txBody>
      </p:sp>
    </p:spTree>
    <p:extLst>
      <p:ext uri="{BB962C8B-B14F-4D97-AF65-F5344CB8AC3E}">
        <p14:creationId xmlns:p14="http://schemas.microsoft.com/office/powerpoint/2010/main" val="3928357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6E205B5-318C-484B-9F21-5A02D24F8287}" type="slidenum">
              <a:rPr lang="en-US" smtClean="0"/>
              <a:t>27</a:t>
            </a:fld>
            <a:endParaRPr lang="en-US"/>
          </a:p>
        </p:txBody>
      </p:sp>
    </p:spTree>
    <p:extLst>
      <p:ext uri="{BB962C8B-B14F-4D97-AF65-F5344CB8AC3E}">
        <p14:creationId xmlns:p14="http://schemas.microsoft.com/office/powerpoint/2010/main" val="37543307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526C4-3AE5-21B2-31FE-8C880FBC88E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4B26368-3D8D-462F-A1ED-66D8BD2F75C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593D3C1-4CFD-0D02-87C7-6FD493923C2A}"/>
              </a:ext>
            </a:extLst>
          </p:cNvPr>
          <p:cNvSpPr>
            <a:spLocks noGrp="1"/>
          </p:cNvSpPr>
          <p:nvPr>
            <p:ph type="dt" sz="half" idx="10"/>
          </p:nvPr>
        </p:nvSpPr>
        <p:spPr/>
        <p:txBody>
          <a:bodyPr/>
          <a:lstStyle/>
          <a:p>
            <a:fld id="{7605498C-0C01-4425-B232-FC62779A4532}" type="datetimeFigureOut">
              <a:rPr lang="en-US" smtClean="0"/>
              <a:t>10/3/2024</a:t>
            </a:fld>
            <a:endParaRPr lang="en-US"/>
          </a:p>
        </p:txBody>
      </p:sp>
      <p:sp>
        <p:nvSpPr>
          <p:cNvPr id="5" name="Footer Placeholder 4">
            <a:extLst>
              <a:ext uri="{FF2B5EF4-FFF2-40B4-BE49-F238E27FC236}">
                <a16:creationId xmlns:a16="http://schemas.microsoft.com/office/drawing/2014/main" id="{B2C16693-09AF-0996-E109-B8ABF4C818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0E0E4C-F2BA-2088-62B7-B6B2B8FF513D}"/>
              </a:ext>
            </a:extLst>
          </p:cNvPr>
          <p:cNvSpPr>
            <a:spLocks noGrp="1"/>
          </p:cNvSpPr>
          <p:nvPr>
            <p:ph type="sldNum" sz="quarter" idx="12"/>
          </p:nvPr>
        </p:nvSpPr>
        <p:spPr/>
        <p:txBody>
          <a:bodyPr/>
          <a:lstStyle/>
          <a:p>
            <a:fld id="{6B6BAC66-263E-4CEF-8EEB-CA68431CE340}" type="slidenum">
              <a:rPr lang="en-US" smtClean="0"/>
              <a:t>‹#›</a:t>
            </a:fld>
            <a:endParaRPr lang="en-US"/>
          </a:p>
        </p:txBody>
      </p:sp>
    </p:spTree>
    <p:extLst>
      <p:ext uri="{BB962C8B-B14F-4D97-AF65-F5344CB8AC3E}">
        <p14:creationId xmlns:p14="http://schemas.microsoft.com/office/powerpoint/2010/main" val="4021340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4A548-2902-8794-BA7B-570E8256ED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459E78-0F4E-6FC4-F220-43B632A133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912249-7459-55F4-6CF4-CD2C417BC837}"/>
              </a:ext>
            </a:extLst>
          </p:cNvPr>
          <p:cNvSpPr>
            <a:spLocks noGrp="1"/>
          </p:cNvSpPr>
          <p:nvPr>
            <p:ph type="dt" sz="half" idx="10"/>
          </p:nvPr>
        </p:nvSpPr>
        <p:spPr/>
        <p:txBody>
          <a:bodyPr/>
          <a:lstStyle/>
          <a:p>
            <a:fld id="{7605498C-0C01-4425-B232-FC62779A4532}" type="datetimeFigureOut">
              <a:rPr lang="en-US" smtClean="0"/>
              <a:t>10/3/2024</a:t>
            </a:fld>
            <a:endParaRPr lang="en-US"/>
          </a:p>
        </p:txBody>
      </p:sp>
      <p:sp>
        <p:nvSpPr>
          <p:cNvPr id="5" name="Footer Placeholder 4">
            <a:extLst>
              <a:ext uri="{FF2B5EF4-FFF2-40B4-BE49-F238E27FC236}">
                <a16:creationId xmlns:a16="http://schemas.microsoft.com/office/drawing/2014/main" id="{3C93F51C-3F3B-10BD-C225-6958A1381D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5EAB40-8A4E-25E8-AC5F-B4090763FFE7}"/>
              </a:ext>
            </a:extLst>
          </p:cNvPr>
          <p:cNvSpPr>
            <a:spLocks noGrp="1"/>
          </p:cNvSpPr>
          <p:nvPr>
            <p:ph type="sldNum" sz="quarter" idx="12"/>
          </p:nvPr>
        </p:nvSpPr>
        <p:spPr/>
        <p:txBody>
          <a:bodyPr/>
          <a:lstStyle/>
          <a:p>
            <a:fld id="{6B6BAC66-263E-4CEF-8EEB-CA68431CE340}" type="slidenum">
              <a:rPr lang="en-US" smtClean="0"/>
              <a:t>‹#›</a:t>
            </a:fld>
            <a:endParaRPr lang="en-US"/>
          </a:p>
        </p:txBody>
      </p:sp>
    </p:spTree>
    <p:extLst>
      <p:ext uri="{BB962C8B-B14F-4D97-AF65-F5344CB8AC3E}">
        <p14:creationId xmlns:p14="http://schemas.microsoft.com/office/powerpoint/2010/main" val="19268638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1D8C5-B5EB-D781-BDBE-918ACB8368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C023426-A449-0FB4-C27C-694639F93B7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5476267-F26F-7657-F6BD-B4CAE2374510}"/>
              </a:ext>
            </a:extLst>
          </p:cNvPr>
          <p:cNvSpPr>
            <a:spLocks noGrp="1"/>
          </p:cNvSpPr>
          <p:nvPr>
            <p:ph type="dt" sz="half" idx="10"/>
          </p:nvPr>
        </p:nvSpPr>
        <p:spPr/>
        <p:txBody>
          <a:bodyPr/>
          <a:lstStyle/>
          <a:p>
            <a:fld id="{7605498C-0C01-4425-B232-FC62779A4532}" type="datetimeFigureOut">
              <a:rPr lang="en-US" smtClean="0"/>
              <a:t>10/3/2024</a:t>
            </a:fld>
            <a:endParaRPr lang="en-US"/>
          </a:p>
        </p:txBody>
      </p:sp>
      <p:sp>
        <p:nvSpPr>
          <p:cNvPr id="5" name="Footer Placeholder 4">
            <a:extLst>
              <a:ext uri="{FF2B5EF4-FFF2-40B4-BE49-F238E27FC236}">
                <a16:creationId xmlns:a16="http://schemas.microsoft.com/office/drawing/2014/main" id="{AEC86C3D-9D90-0CED-F367-ED04329365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97F83A-7D14-6447-EB93-C4F78C397C33}"/>
              </a:ext>
            </a:extLst>
          </p:cNvPr>
          <p:cNvSpPr>
            <a:spLocks noGrp="1"/>
          </p:cNvSpPr>
          <p:nvPr>
            <p:ph type="sldNum" sz="quarter" idx="12"/>
          </p:nvPr>
        </p:nvSpPr>
        <p:spPr/>
        <p:txBody>
          <a:bodyPr/>
          <a:lstStyle/>
          <a:p>
            <a:fld id="{6B6BAC66-263E-4CEF-8EEB-CA68431CE340}" type="slidenum">
              <a:rPr lang="en-US" smtClean="0"/>
              <a:t>‹#›</a:t>
            </a:fld>
            <a:endParaRPr lang="en-US"/>
          </a:p>
        </p:txBody>
      </p:sp>
    </p:spTree>
    <p:extLst>
      <p:ext uri="{BB962C8B-B14F-4D97-AF65-F5344CB8AC3E}">
        <p14:creationId xmlns:p14="http://schemas.microsoft.com/office/powerpoint/2010/main" val="19320901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7D0B3-67EF-05EB-963A-084007708F1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CC7871-53AB-A9F9-C9B6-90F479A7044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77149A6-EB20-EE0B-B2B7-0939D51655D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A14112D-1F19-FC8A-87DC-772A45253CFF}"/>
              </a:ext>
            </a:extLst>
          </p:cNvPr>
          <p:cNvSpPr>
            <a:spLocks noGrp="1"/>
          </p:cNvSpPr>
          <p:nvPr>
            <p:ph type="dt" sz="half" idx="10"/>
          </p:nvPr>
        </p:nvSpPr>
        <p:spPr/>
        <p:txBody>
          <a:bodyPr/>
          <a:lstStyle/>
          <a:p>
            <a:fld id="{7605498C-0C01-4425-B232-FC62779A4532}" type="datetimeFigureOut">
              <a:rPr lang="en-US" smtClean="0"/>
              <a:t>10/3/2024</a:t>
            </a:fld>
            <a:endParaRPr lang="en-US"/>
          </a:p>
        </p:txBody>
      </p:sp>
      <p:sp>
        <p:nvSpPr>
          <p:cNvPr id="6" name="Footer Placeholder 5">
            <a:extLst>
              <a:ext uri="{FF2B5EF4-FFF2-40B4-BE49-F238E27FC236}">
                <a16:creationId xmlns:a16="http://schemas.microsoft.com/office/drawing/2014/main" id="{8D8C34BA-C68D-6DAE-3109-0FA5D2CE8C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79F465-9FF0-3697-64A1-2DFADAC33369}"/>
              </a:ext>
            </a:extLst>
          </p:cNvPr>
          <p:cNvSpPr>
            <a:spLocks noGrp="1"/>
          </p:cNvSpPr>
          <p:nvPr>
            <p:ph type="sldNum" sz="quarter" idx="12"/>
          </p:nvPr>
        </p:nvSpPr>
        <p:spPr/>
        <p:txBody>
          <a:bodyPr/>
          <a:lstStyle/>
          <a:p>
            <a:fld id="{6B6BAC66-263E-4CEF-8EEB-CA68431CE340}" type="slidenum">
              <a:rPr lang="en-US" smtClean="0"/>
              <a:t>‹#›</a:t>
            </a:fld>
            <a:endParaRPr lang="en-US"/>
          </a:p>
        </p:txBody>
      </p:sp>
    </p:spTree>
    <p:extLst>
      <p:ext uri="{BB962C8B-B14F-4D97-AF65-F5344CB8AC3E}">
        <p14:creationId xmlns:p14="http://schemas.microsoft.com/office/powerpoint/2010/main" val="2705474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B81D2-75F6-8F91-FDA6-760834E8BD8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DAB3455-F591-592B-9C17-D3C22F4055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F1E22CB-00AB-A587-05F8-BADA0B61F2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97B96A5-689D-8845-50F0-000F08253F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5644BD5-2BE9-3F21-A512-6F7039EFD5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26C4939-8652-0D34-0791-09593C085756}"/>
              </a:ext>
            </a:extLst>
          </p:cNvPr>
          <p:cNvSpPr>
            <a:spLocks noGrp="1"/>
          </p:cNvSpPr>
          <p:nvPr>
            <p:ph type="dt" sz="half" idx="10"/>
          </p:nvPr>
        </p:nvSpPr>
        <p:spPr/>
        <p:txBody>
          <a:bodyPr/>
          <a:lstStyle/>
          <a:p>
            <a:fld id="{7605498C-0C01-4425-B232-FC62779A4532}" type="datetimeFigureOut">
              <a:rPr lang="en-US" smtClean="0"/>
              <a:t>10/3/2024</a:t>
            </a:fld>
            <a:endParaRPr lang="en-US"/>
          </a:p>
        </p:txBody>
      </p:sp>
      <p:sp>
        <p:nvSpPr>
          <p:cNvPr id="8" name="Footer Placeholder 7">
            <a:extLst>
              <a:ext uri="{FF2B5EF4-FFF2-40B4-BE49-F238E27FC236}">
                <a16:creationId xmlns:a16="http://schemas.microsoft.com/office/drawing/2014/main" id="{E2D2F3B9-2E8D-1153-BB57-17609B05C3A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9A6871F-A195-B163-83A7-CFD9C4CFC820}"/>
              </a:ext>
            </a:extLst>
          </p:cNvPr>
          <p:cNvSpPr>
            <a:spLocks noGrp="1"/>
          </p:cNvSpPr>
          <p:nvPr>
            <p:ph type="sldNum" sz="quarter" idx="12"/>
          </p:nvPr>
        </p:nvSpPr>
        <p:spPr/>
        <p:txBody>
          <a:bodyPr/>
          <a:lstStyle/>
          <a:p>
            <a:fld id="{6B6BAC66-263E-4CEF-8EEB-CA68431CE340}" type="slidenum">
              <a:rPr lang="en-US" smtClean="0"/>
              <a:t>‹#›</a:t>
            </a:fld>
            <a:endParaRPr lang="en-US"/>
          </a:p>
        </p:txBody>
      </p:sp>
    </p:spTree>
    <p:extLst>
      <p:ext uri="{BB962C8B-B14F-4D97-AF65-F5344CB8AC3E}">
        <p14:creationId xmlns:p14="http://schemas.microsoft.com/office/powerpoint/2010/main" val="38120648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D186D-7439-2332-990A-C0E21D7476C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A05F2DD-9D35-3637-6F55-42D97F40CC6B}"/>
              </a:ext>
            </a:extLst>
          </p:cNvPr>
          <p:cNvSpPr>
            <a:spLocks noGrp="1"/>
          </p:cNvSpPr>
          <p:nvPr>
            <p:ph type="dt" sz="half" idx="10"/>
          </p:nvPr>
        </p:nvSpPr>
        <p:spPr/>
        <p:txBody>
          <a:bodyPr/>
          <a:lstStyle/>
          <a:p>
            <a:fld id="{7605498C-0C01-4425-B232-FC62779A4532}" type="datetimeFigureOut">
              <a:rPr lang="en-US" smtClean="0"/>
              <a:t>10/3/2024</a:t>
            </a:fld>
            <a:endParaRPr lang="en-US"/>
          </a:p>
        </p:txBody>
      </p:sp>
      <p:sp>
        <p:nvSpPr>
          <p:cNvPr id="4" name="Footer Placeholder 3">
            <a:extLst>
              <a:ext uri="{FF2B5EF4-FFF2-40B4-BE49-F238E27FC236}">
                <a16:creationId xmlns:a16="http://schemas.microsoft.com/office/drawing/2014/main" id="{29E50E12-9FB8-0805-65BC-6E50865ACD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DDEBBB0-E227-A1B9-326B-8C6EA9BED9B5}"/>
              </a:ext>
            </a:extLst>
          </p:cNvPr>
          <p:cNvSpPr>
            <a:spLocks noGrp="1"/>
          </p:cNvSpPr>
          <p:nvPr>
            <p:ph type="sldNum" sz="quarter" idx="12"/>
          </p:nvPr>
        </p:nvSpPr>
        <p:spPr/>
        <p:txBody>
          <a:bodyPr/>
          <a:lstStyle/>
          <a:p>
            <a:fld id="{6B6BAC66-263E-4CEF-8EEB-CA68431CE340}" type="slidenum">
              <a:rPr lang="en-US" smtClean="0"/>
              <a:t>‹#›</a:t>
            </a:fld>
            <a:endParaRPr lang="en-US"/>
          </a:p>
        </p:txBody>
      </p:sp>
    </p:spTree>
    <p:extLst>
      <p:ext uri="{BB962C8B-B14F-4D97-AF65-F5344CB8AC3E}">
        <p14:creationId xmlns:p14="http://schemas.microsoft.com/office/powerpoint/2010/main" val="740509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0EA822-5B89-73A8-C70D-99CB4F804395}"/>
              </a:ext>
            </a:extLst>
          </p:cNvPr>
          <p:cNvSpPr>
            <a:spLocks noGrp="1"/>
          </p:cNvSpPr>
          <p:nvPr>
            <p:ph type="dt" sz="half" idx="10"/>
          </p:nvPr>
        </p:nvSpPr>
        <p:spPr/>
        <p:txBody>
          <a:bodyPr/>
          <a:lstStyle/>
          <a:p>
            <a:fld id="{7605498C-0C01-4425-B232-FC62779A4532}" type="datetimeFigureOut">
              <a:rPr lang="en-US" smtClean="0"/>
              <a:t>10/3/2024</a:t>
            </a:fld>
            <a:endParaRPr lang="en-US"/>
          </a:p>
        </p:txBody>
      </p:sp>
      <p:sp>
        <p:nvSpPr>
          <p:cNvPr id="3" name="Footer Placeholder 2">
            <a:extLst>
              <a:ext uri="{FF2B5EF4-FFF2-40B4-BE49-F238E27FC236}">
                <a16:creationId xmlns:a16="http://schemas.microsoft.com/office/drawing/2014/main" id="{863F6051-77F6-6088-5F97-3242ABC69F0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9876FDC-C763-362B-627C-124BE734423C}"/>
              </a:ext>
            </a:extLst>
          </p:cNvPr>
          <p:cNvSpPr>
            <a:spLocks noGrp="1"/>
          </p:cNvSpPr>
          <p:nvPr>
            <p:ph type="sldNum" sz="quarter" idx="12"/>
          </p:nvPr>
        </p:nvSpPr>
        <p:spPr/>
        <p:txBody>
          <a:bodyPr/>
          <a:lstStyle/>
          <a:p>
            <a:fld id="{6B6BAC66-263E-4CEF-8EEB-CA68431CE340}" type="slidenum">
              <a:rPr lang="en-US" smtClean="0"/>
              <a:t>‹#›</a:t>
            </a:fld>
            <a:endParaRPr lang="en-US"/>
          </a:p>
        </p:txBody>
      </p:sp>
    </p:spTree>
    <p:extLst>
      <p:ext uri="{BB962C8B-B14F-4D97-AF65-F5344CB8AC3E}">
        <p14:creationId xmlns:p14="http://schemas.microsoft.com/office/powerpoint/2010/main" val="26333463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490E5-A812-AD74-ACBB-B35F719AE2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90DC73E-B54C-1779-5182-BC04F7C4FC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CD0611F-E8FF-6D89-A145-80DE389FBF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7485B5-9354-D8A3-275C-9A4E6F17F3E7}"/>
              </a:ext>
            </a:extLst>
          </p:cNvPr>
          <p:cNvSpPr>
            <a:spLocks noGrp="1"/>
          </p:cNvSpPr>
          <p:nvPr>
            <p:ph type="dt" sz="half" idx="10"/>
          </p:nvPr>
        </p:nvSpPr>
        <p:spPr/>
        <p:txBody>
          <a:bodyPr/>
          <a:lstStyle/>
          <a:p>
            <a:fld id="{7605498C-0C01-4425-B232-FC62779A4532}" type="datetimeFigureOut">
              <a:rPr lang="en-US" smtClean="0"/>
              <a:t>10/3/2024</a:t>
            </a:fld>
            <a:endParaRPr lang="en-US"/>
          </a:p>
        </p:txBody>
      </p:sp>
      <p:sp>
        <p:nvSpPr>
          <p:cNvPr id="6" name="Footer Placeholder 5">
            <a:extLst>
              <a:ext uri="{FF2B5EF4-FFF2-40B4-BE49-F238E27FC236}">
                <a16:creationId xmlns:a16="http://schemas.microsoft.com/office/drawing/2014/main" id="{1628EE8C-395A-CFF1-B9C0-1379DBA8A8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2EF2C4-9B27-CD28-2853-2D79A218FE88}"/>
              </a:ext>
            </a:extLst>
          </p:cNvPr>
          <p:cNvSpPr>
            <a:spLocks noGrp="1"/>
          </p:cNvSpPr>
          <p:nvPr>
            <p:ph type="sldNum" sz="quarter" idx="12"/>
          </p:nvPr>
        </p:nvSpPr>
        <p:spPr/>
        <p:txBody>
          <a:bodyPr/>
          <a:lstStyle/>
          <a:p>
            <a:fld id="{6B6BAC66-263E-4CEF-8EEB-CA68431CE340}" type="slidenum">
              <a:rPr lang="en-US" smtClean="0"/>
              <a:t>‹#›</a:t>
            </a:fld>
            <a:endParaRPr lang="en-US"/>
          </a:p>
        </p:txBody>
      </p:sp>
    </p:spTree>
    <p:extLst>
      <p:ext uri="{BB962C8B-B14F-4D97-AF65-F5344CB8AC3E}">
        <p14:creationId xmlns:p14="http://schemas.microsoft.com/office/powerpoint/2010/main" val="5787115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4867D-0FFA-36FC-FEA6-DF339150A0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FB6C66F-C91E-C980-D4C2-8D64AFE172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3A5C7F2-37B6-9E03-2A19-E48DBF4256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54B4D2-7E01-5AF2-5E21-05726BCFE489}"/>
              </a:ext>
            </a:extLst>
          </p:cNvPr>
          <p:cNvSpPr>
            <a:spLocks noGrp="1"/>
          </p:cNvSpPr>
          <p:nvPr>
            <p:ph type="dt" sz="half" idx="10"/>
          </p:nvPr>
        </p:nvSpPr>
        <p:spPr/>
        <p:txBody>
          <a:bodyPr/>
          <a:lstStyle/>
          <a:p>
            <a:fld id="{7605498C-0C01-4425-B232-FC62779A4532}" type="datetimeFigureOut">
              <a:rPr lang="en-US" smtClean="0"/>
              <a:t>10/3/2024</a:t>
            </a:fld>
            <a:endParaRPr lang="en-US"/>
          </a:p>
        </p:txBody>
      </p:sp>
      <p:sp>
        <p:nvSpPr>
          <p:cNvPr id="6" name="Footer Placeholder 5">
            <a:extLst>
              <a:ext uri="{FF2B5EF4-FFF2-40B4-BE49-F238E27FC236}">
                <a16:creationId xmlns:a16="http://schemas.microsoft.com/office/drawing/2014/main" id="{36C915F1-78C9-A2A9-2BC8-9E728E11A0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AC1DED-A20B-CBD8-9F5A-8F07E3749A6C}"/>
              </a:ext>
            </a:extLst>
          </p:cNvPr>
          <p:cNvSpPr>
            <a:spLocks noGrp="1"/>
          </p:cNvSpPr>
          <p:nvPr>
            <p:ph type="sldNum" sz="quarter" idx="12"/>
          </p:nvPr>
        </p:nvSpPr>
        <p:spPr/>
        <p:txBody>
          <a:bodyPr/>
          <a:lstStyle/>
          <a:p>
            <a:fld id="{6B6BAC66-263E-4CEF-8EEB-CA68431CE340}" type="slidenum">
              <a:rPr lang="en-US" smtClean="0"/>
              <a:t>‹#›</a:t>
            </a:fld>
            <a:endParaRPr lang="en-US"/>
          </a:p>
        </p:txBody>
      </p:sp>
    </p:spTree>
    <p:extLst>
      <p:ext uri="{BB962C8B-B14F-4D97-AF65-F5344CB8AC3E}">
        <p14:creationId xmlns:p14="http://schemas.microsoft.com/office/powerpoint/2010/main" val="25618545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CBCF8-9B4F-F525-6982-6CC9CE4F26C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4A55F49-2AA9-334C-3894-C5DA53104C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D55B5F-D131-6F51-41DA-CE147B40C8E7}"/>
              </a:ext>
            </a:extLst>
          </p:cNvPr>
          <p:cNvSpPr>
            <a:spLocks noGrp="1"/>
          </p:cNvSpPr>
          <p:nvPr>
            <p:ph type="dt" sz="half" idx="10"/>
          </p:nvPr>
        </p:nvSpPr>
        <p:spPr/>
        <p:txBody>
          <a:bodyPr/>
          <a:lstStyle/>
          <a:p>
            <a:fld id="{7605498C-0C01-4425-B232-FC62779A4532}" type="datetimeFigureOut">
              <a:rPr lang="en-US" smtClean="0"/>
              <a:t>10/3/2024</a:t>
            </a:fld>
            <a:endParaRPr lang="en-US"/>
          </a:p>
        </p:txBody>
      </p:sp>
      <p:sp>
        <p:nvSpPr>
          <p:cNvPr id="5" name="Footer Placeholder 4">
            <a:extLst>
              <a:ext uri="{FF2B5EF4-FFF2-40B4-BE49-F238E27FC236}">
                <a16:creationId xmlns:a16="http://schemas.microsoft.com/office/drawing/2014/main" id="{4FBB9D65-4D96-3D62-70F7-C3F79C91C6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2D98AB-B9FE-42C3-1900-D87F455925D4}"/>
              </a:ext>
            </a:extLst>
          </p:cNvPr>
          <p:cNvSpPr>
            <a:spLocks noGrp="1"/>
          </p:cNvSpPr>
          <p:nvPr>
            <p:ph type="sldNum" sz="quarter" idx="12"/>
          </p:nvPr>
        </p:nvSpPr>
        <p:spPr/>
        <p:txBody>
          <a:bodyPr/>
          <a:lstStyle/>
          <a:p>
            <a:fld id="{6B6BAC66-263E-4CEF-8EEB-CA68431CE340}" type="slidenum">
              <a:rPr lang="en-US" smtClean="0"/>
              <a:t>‹#›</a:t>
            </a:fld>
            <a:endParaRPr lang="en-US"/>
          </a:p>
        </p:txBody>
      </p:sp>
    </p:spTree>
    <p:extLst>
      <p:ext uri="{BB962C8B-B14F-4D97-AF65-F5344CB8AC3E}">
        <p14:creationId xmlns:p14="http://schemas.microsoft.com/office/powerpoint/2010/main" val="18335146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C133F6-12C1-2B02-31E4-7197C5543D0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787BFCE-4E00-D40C-F62F-A58DE191985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F39DCA-6BEB-1839-2EBC-0F9B7D5934D3}"/>
              </a:ext>
            </a:extLst>
          </p:cNvPr>
          <p:cNvSpPr>
            <a:spLocks noGrp="1"/>
          </p:cNvSpPr>
          <p:nvPr>
            <p:ph type="dt" sz="half" idx="10"/>
          </p:nvPr>
        </p:nvSpPr>
        <p:spPr/>
        <p:txBody>
          <a:bodyPr/>
          <a:lstStyle/>
          <a:p>
            <a:fld id="{7605498C-0C01-4425-B232-FC62779A4532}" type="datetimeFigureOut">
              <a:rPr lang="en-US" smtClean="0"/>
              <a:t>10/3/2024</a:t>
            </a:fld>
            <a:endParaRPr lang="en-US"/>
          </a:p>
        </p:txBody>
      </p:sp>
      <p:sp>
        <p:nvSpPr>
          <p:cNvPr id="5" name="Footer Placeholder 4">
            <a:extLst>
              <a:ext uri="{FF2B5EF4-FFF2-40B4-BE49-F238E27FC236}">
                <a16:creationId xmlns:a16="http://schemas.microsoft.com/office/drawing/2014/main" id="{7AF9DCB0-6C27-BB16-491E-4777028BB3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8D6D64-379F-C91C-0491-EF37131E58B4}"/>
              </a:ext>
            </a:extLst>
          </p:cNvPr>
          <p:cNvSpPr>
            <a:spLocks noGrp="1"/>
          </p:cNvSpPr>
          <p:nvPr>
            <p:ph type="sldNum" sz="quarter" idx="12"/>
          </p:nvPr>
        </p:nvSpPr>
        <p:spPr/>
        <p:txBody>
          <a:bodyPr/>
          <a:lstStyle/>
          <a:p>
            <a:fld id="{6B6BAC66-263E-4CEF-8EEB-CA68431CE340}" type="slidenum">
              <a:rPr lang="en-US" smtClean="0"/>
              <a:t>‹#›</a:t>
            </a:fld>
            <a:endParaRPr lang="en-US"/>
          </a:p>
        </p:txBody>
      </p:sp>
    </p:spTree>
    <p:extLst>
      <p:ext uri="{BB962C8B-B14F-4D97-AF65-F5344CB8AC3E}">
        <p14:creationId xmlns:p14="http://schemas.microsoft.com/office/powerpoint/2010/main" val="2349631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8280BB-6241-4FA0-E350-1606820FD5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19D9E87-3D05-7BE8-819A-4D149CEA61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DD9932-9E17-C3BE-97E7-40B91F375A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05498C-0C01-4425-B232-FC62779A4532}" type="datetimeFigureOut">
              <a:rPr lang="en-US" smtClean="0"/>
              <a:t>10/3/2024</a:t>
            </a:fld>
            <a:endParaRPr lang="en-US"/>
          </a:p>
        </p:txBody>
      </p:sp>
      <p:sp>
        <p:nvSpPr>
          <p:cNvPr id="5" name="Footer Placeholder 4">
            <a:extLst>
              <a:ext uri="{FF2B5EF4-FFF2-40B4-BE49-F238E27FC236}">
                <a16:creationId xmlns:a16="http://schemas.microsoft.com/office/drawing/2014/main" id="{C9B1EAF9-2F67-5837-0E59-466BC481277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1BA7A14-550D-7C39-F8C5-FAAC45A616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6BAC66-263E-4CEF-8EEB-CA68431CE340}" type="slidenum">
              <a:rPr lang="en-US" smtClean="0"/>
              <a:t>‹#›</a:t>
            </a:fld>
            <a:endParaRPr lang="en-US"/>
          </a:p>
        </p:txBody>
      </p:sp>
    </p:spTree>
    <p:extLst>
      <p:ext uri="{BB962C8B-B14F-4D97-AF65-F5344CB8AC3E}">
        <p14:creationId xmlns:p14="http://schemas.microsoft.com/office/powerpoint/2010/main" val="42289022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C49FB-B3DC-929B-B35E-7DFE3704CDE8}"/>
              </a:ext>
            </a:extLst>
          </p:cNvPr>
          <p:cNvSpPr>
            <a:spLocks noGrp="1"/>
          </p:cNvSpPr>
          <p:nvPr>
            <p:ph type="ctrTitle"/>
          </p:nvPr>
        </p:nvSpPr>
        <p:spPr/>
        <p:txBody>
          <a:bodyPr/>
          <a:lstStyle/>
          <a:p>
            <a:r>
              <a:rPr lang="en-US" dirty="0"/>
              <a:t>Blog</a:t>
            </a:r>
          </a:p>
        </p:txBody>
      </p:sp>
    </p:spTree>
    <p:extLst>
      <p:ext uri="{BB962C8B-B14F-4D97-AF65-F5344CB8AC3E}">
        <p14:creationId xmlns:p14="http://schemas.microsoft.com/office/powerpoint/2010/main" val="14766196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0303F-4742-E86A-7122-05BE7B16AC54}"/>
              </a:ext>
            </a:extLst>
          </p:cNvPr>
          <p:cNvSpPr>
            <a:spLocks noGrp="1"/>
          </p:cNvSpPr>
          <p:nvPr>
            <p:ph type="title"/>
          </p:nvPr>
        </p:nvSpPr>
        <p:spPr/>
        <p:txBody>
          <a:bodyPr>
            <a:normAutofit fontScale="90000"/>
          </a:bodyPr>
          <a:lstStyle/>
          <a:p>
            <a:r>
              <a:rPr lang="en-US" dirty="0"/>
              <a:t>For our Blog website, we want a database table called Post with three fields: Title, Author, and Body. </a:t>
            </a:r>
          </a:p>
        </p:txBody>
      </p:sp>
      <p:pic>
        <p:nvPicPr>
          <p:cNvPr id="5" name="Content Placeholder 4">
            <a:extLst>
              <a:ext uri="{FF2B5EF4-FFF2-40B4-BE49-F238E27FC236}">
                <a16:creationId xmlns:a16="http://schemas.microsoft.com/office/drawing/2014/main" id="{445F7DCB-2F25-E81A-709A-466448982FEE}"/>
              </a:ext>
            </a:extLst>
          </p:cNvPr>
          <p:cNvPicPr>
            <a:picLocks noGrp="1" noChangeAspect="1"/>
          </p:cNvPicPr>
          <p:nvPr>
            <p:ph idx="1"/>
          </p:nvPr>
        </p:nvPicPr>
        <p:blipFill rotWithShape="1">
          <a:blip r:embed="rId2"/>
          <a:srcRect l="10478" t="48231" r="33317" b="28420"/>
          <a:stretch/>
        </p:blipFill>
        <p:spPr>
          <a:xfrm>
            <a:off x="567535" y="2578101"/>
            <a:ext cx="11321403" cy="3200400"/>
          </a:xfrm>
        </p:spPr>
      </p:pic>
    </p:spTree>
    <p:extLst>
      <p:ext uri="{BB962C8B-B14F-4D97-AF65-F5344CB8AC3E}">
        <p14:creationId xmlns:p14="http://schemas.microsoft.com/office/powerpoint/2010/main" val="15749411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AEA40D-04E6-E24C-55DD-9EECD8CD834F}"/>
              </a:ext>
            </a:extLst>
          </p:cNvPr>
          <p:cNvSpPr>
            <a:spLocks noGrp="1"/>
          </p:cNvSpPr>
          <p:nvPr>
            <p:ph idx="1"/>
          </p:nvPr>
        </p:nvSpPr>
        <p:spPr/>
        <p:txBody>
          <a:bodyPr/>
          <a:lstStyle/>
          <a:p>
            <a:pPr marL="0" indent="0">
              <a:buNone/>
            </a:pPr>
            <a:r>
              <a:rPr lang="en-US" dirty="0"/>
              <a:t>Remember that the </a:t>
            </a:r>
            <a:r>
              <a:rPr lang="en-US" b="1" dirty="0"/>
              <a:t>models.py </a:t>
            </a:r>
            <a:r>
              <a:rPr lang="en-US" dirty="0"/>
              <a:t>file is the single, definitive source of </a:t>
            </a:r>
            <a:r>
              <a:rPr lang="en-US" b="1" dirty="0"/>
              <a:t>information about our data</a:t>
            </a:r>
            <a:r>
              <a:rPr lang="en-US" dirty="0"/>
              <a:t>, containing the </a:t>
            </a:r>
            <a:r>
              <a:rPr lang="en-US" b="1" dirty="0"/>
              <a:t>necessary fields and behaviors of the stored data</a:t>
            </a:r>
            <a:r>
              <a:rPr lang="en-US" dirty="0"/>
              <a:t>. </a:t>
            </a:r>
          </a:p>
          <a:p>
            <a:pPr marL="0" indent="0">
              <a:buNone/>
            </a:pPr>
            <a:endParaRPr lang="en-US" dirty="0"/>
          </a:p>
          <a:p>
            <a:pPr marL="0" indent="0">
              <a:buNone/>
            </a:pPr>
            <a:r>
              <a:rPr lang="en-US" dirty="0"/>
              <a:t>We can write Python in a models.py file, and the </a:t>
            </a:r>
            <a:r>
              <a:rPr lang="en-US" b="1" dirty="0"/>
              <a:t>Django ORM will translate it into SQL</a:t>
            </a:r>
            <a:r>
              <a:rPr lang="en-US" dirty="0"/>
              <a:t>.</a:t>
            </a:r>
          </a:p>
        </p:txBody>
      </p:sp>
    </p:spTree>
    <p:extLst>
      <p:ext uri="{BB962C8B-B14F-4D97-AF65-F5344CB8AC3E}">
        <p14:creationId xmlns:p14="http://schemas.microsoft.com/office/powerpoint/2010/main" val="389382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9440CD76-7D08-2970-C182-E19881C9786B}"/>
              </a:ext>
            </a:extLst>
          </p:cNvPr>
          <p:cNvPicPr>
            <a:picLocks noGrp="1" noChangeAspect="1"/>
          </p:cNvPicPr>
          <p:nvPr>
            <p:ph idx="1"/>
          </p:nvPr>
        </p:nvPicPr>
        <p:blipFill rotWithShape="1">
          <a:blip r:embed="rId2"/>
          <a:srcRect l="9087" t="33493" r="53257" b="30463"/>
          <a:stretch/>
        </p:blipFill>
        <p:spPr>
          <a:xfrm>
            <a:off x="0" y="1337309"/>
            <a:ext cx="7360920" cy="4794433"/>
          </a:xfrm>
        </p:spPr>
      </p:pic>
      <p:sp>
        <p:nvSpPr>
          <p:cNvPr id="9" name="TextBox 8">
            <a:extLst>
              <a:ext uri="{FF2B5EF4-FFF2-40B4-BE49-F238E27FC236}">
                <a16:creationId xmlns:a16="http://schemas.microsoft.com/office/drawing/2014/main" id="{D1109966-3DA0-0F83-A486-5B0F83706D19}"/>
              </a:ext>
            </a:extLst>
          </p:cNvPr>
          <p:cNvSpPr txBox="1"/>
          <p:nvPr/>
        </p:nvSpPr>
        <p:spPr>
          <a:xfrm>
            <a:off x="7997514" y="726257"/>
            <a:ext cx="3869474" cy="5632311"/>
          </a:xfrm>
          <a:prstGeom prst="rect">
            <a:avLst/>
          </a:prstGeom>
          <a:noFill/>
        </p:spPr>
        <p:txBody>
          <a:bodyPr wrap="square">
            <a:spAutoFit/>
          </a:bodyPr>
          <a:lstStyle/>
          <a:p>
            <a:r>
              <a:rPr lang="en-US" sz="2400" dirty="0"/>
              <a:t>At the top of the file, we import the </a:t>
            </a:r>
            <a:r>
              <a:rPr lang="en-US" sz="2400" b="1" dirty="0"/>
              <a:t>models module </a:t>
            </a:r>
            <a:r>
              <a:rPr lang="en-US" sz="2400" dirty="0"/>
              <a:t>and then </a:t>
            </a:r>
            <a:r>
              <a:rPr lang="en-US" sz="2400" b="1" dirty="0"/>
              <a:t>create a class, Post</a:t>
            </a:r>
            <a:r>
              <a:rPr lang="en-US" sz="2400" dirty="0"/>
              <a:t>, that </a:t>
            </a:r>
            <a:r>
              <a:rPr lang="en-US" sz="2400" b="1" dirty="0"/>
              <a:t>extends it</a:t>
            </a:r>
            <a:r>
              <a:rPr lang="en-US" sz="2400" dirty="0"/>
              <a:t>. The Post class has </a:t>
            </a:r>
            <a:r>
              <a:rPr lang="en-US" sz="2400" b="1" dirty="0"/>
              <a:t>three fields </a:t>
            </a:r>
            <a:r>
              <a:rPr lang="en-US" sz="2400" dirty="0"/>
              <a:t>(think of them as columns) for title, author, and body. Each field must have an appropriate field type. The first two use </a:t>
            </a:r>
            <a:r>
              <a:rPr lang="en-US" sz="2400" dirty="0" err="1"/>
              <a:t>CharField</a:t>
            </a:r>
            <a:r>
              <a:rPr lang="en-US" sz="2400" dirty="0"/>
              <a:t>, meaning a Character Field with a maximum character length of 200, while the third uses </a:t>
            </a:r>
            <a:r>
              <a:rPr lang="en-US" sz="2400" dirty="0" err="1"/>
              <a:t>TextField</a:t>
            </a:r>
            <a:r>
              <a:rPr lang="en-US" sz="2400" dirty="0"/>
              <a:t>, intended for a large amount of text.</a:t>
            </a:r>
          </a:p>
        </p:txBody>
      </p:sp>
    </p:spTree>
    <p:extLst>
      <p:ext uri="{BB962C8B-B14F-4D97-AF65-F5344CB8AC3E}">
        <p14:creationId xmlns:p14="http://schemas.microsoft.com/office/powerpoint/2010/main" val="936508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BA2843D-0AA9-FAA1-B825-3C69FAD7969D}"/>
              </a:ext>
            </a:extLst>
          </p:cNvPr>
          <p:cNvPicPr>
            <a:picLocks noGrp="1" noChangeAspect="1"/>
          </p:cNvPicPr>
          <p:nvPr>
            <p:ph idx="1"/>
          </p:nvPr>
        </p:nvPicPr>
        <p:blipFill rotWithShape="1">
          <a:blip r:embed="rId2"/>
          <a:srcRect l="9683" t="25465" r="21599" b="14994"/>
          <a:stretch/>
        </p:blipFill>
        <p:spPr>
          <a:xfrm>
            <a:off x="1309097" y="711200"/>
            <a:ext cx="9573805" cy="5644673"/>
          </a:xfrm>
        </p:spPr>
      </p:pic>
    </p:spTree>
    <p:extLst>
      <p:ext uri="{BB962C8B-B14F-4D97-AF65-F5344CB8AC3E}">
        <p14:creationId xmlns:p14="http://schemas.microsoft.com/office/powerpoint/2010/main" val="16650875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F2C2FCB-7BE0-C764-E21A-60F27F4012ED}"/>
              </a:ext>
            </a:extLst>
          </p:cNvPr>
          <p:cNvPicPr>
            <a:picLocks noGrp="1" noChangeAspect="1"/>
          </p:cNvPicPr>
          <p:nvPr>
            <p:ph idx="1"/>
          </p:nvPr>
        </p:nvPicPr>
        <p:blipFill rotWithShape="1">
          <a:blip r:embed="rId2"/>
          <a:srcRect l="10448" t="20212" r="19170" b="6239"/>
          <a:stretch/>
        </p:blipFill>
        <p:spPr>
          <a:xfrm>
            <a:off x="1949299" y="138620"/>
            <a:ext cx="9061601" cy="6580759"/>
          </a:xfrm>
        </p:spPr>
      </p:pic>
    </p:spTree>
    <p:extLst>
      <p:ext uri="{BB962C8B-B14F-4D97-AF65-F5344CB8AC3E}">
        <p14:creationId xmlns:p14="http://schemas.microsoft.com/office/powerpoint/2010/main" val="1263492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A4BFD3-B62E-28A9-5465-07C40960CF85}"/>
              </a:ext>
            </a:extLst>
          </p:cNvPr>
          <p:cNvSpPr>
            <a:spLocks noGrp="1"/>
          </p:cNvSpPr>
          <p:nvPr>
            <p:ph idx="1"/>
          </p:nvPr>
        </p:nvSpPr>
        <p:spPr/>
        <p:txBody>
          <a:bodyPr/>
          <a:lstStyle/>
          <a:p>
            <a:pPr marL="0" indent="0">
              <a:buNone/>
            </a:pPr>
            <a:r>
              <a:rPr lang="en-US" b="1" dirty="0"/>
              <a:t>Authentication</a:t>
            </a:r>
            <a:r>
              <a:rPr lang="en-US" dirty="0"/>
              <a:t> is a common–and challenging to implement well–feature on websites.</a:t>
            </a:r>
          </a:p>
          <a:p>
            <a:pPr marL="0" indent="0">
              <a:buNone/>
            </a:pPr>
            <a:r>
              <a:rPr lang="en-US" dirty="0"/>
              <a:t>Django has an entire built-in authentication system that we can use.</a:t>
            </a:r>
          </a:p>
          <a:p>
            <a:pPr marL="0" indent="0">
              <a:buNone/>
            </a:pPr>
            <a:endParaRPr lang="en-US" dirty="0"/>
          </a:p>
          <a:p>
            <a:pPr marL="0" indent="0">
              <a:buNone/>
            </a:pPr>
            <a:r>
              <a:rPr lang="en-US" dirty="0"/>
              <a:t>We will use the Django </a:t>
            </a:r>
            <a:r>
              <a:rPr lang="en-US" b="1" dirty="0"/>
              <a:t>auth user model.</a:t>
            </a:r>
          </a:p>
        </p:txBody>
      </p:sp>
    </p:spTree>
    <p:extLst>
      <p:ext uri="{BB962C8B-B14F-4D97-AF65-F5344CB8AC3E}">
        <p14:creationId xmlns:p14="http://schemas.microsoft.com/office/powerpoint/2010/main" val="14627991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37639D5-DC78-524A-8C30-C43012E8E231}"/>
              </a:ext>
            </a:extLst>
          </p:cNvPr>
          <p:cNvPicPr>
            <a:picLocks noGrp="1" noChangeAspect="1"/>
          </p:cNvPicPr>
          <p:nvPr>
            <p:ph idx="1"/>
          </p:nvPr>
        </p:nvPicPr>
        <p:blipFill rotWithShape="1">
          <a:blip r:embed="rId2"/>
          <a:srcRect l="10854" t="45604" r="55476" b="8573"/>
          <a:stretch/>
        </p:blipFill>
        <p:spPr>
          <a:xfrm>
            <a:off x="2641601" y="302657"/>
            <a:ext cx="6819900" cy="6450146"/>
          </a:xfrm>
        </p:spPr>
      </p:pic>
    </p:spTree>
    <p:extLst>
      <p:ext uri="{BB962C8B-B14F-4D97-AF65-F5344CB8AC3E}">
        <p14:creationId xmlns:p14="http://schemas.microsoft.com/office/powerpoint/2010/main" val="2886271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EC647F-D1B5-5C16-5412-85FA5728638F}"/>
              </a:ext>
            </a:extLst>
          </p:cNvPr>
          <p:cNvSpPr>
            <a:spLocks noGrp="1"/>
          </p:cNvSpPr>
          <p:nvPr>
            <p:ph idx="1"/>
          </p:nvPr>
        </p:nvSpPr>
        <p:spPr>
          <a:xfrm>
            <a:off x="6880301" y="788562"/>
            <a:ext cx="4498899" cy="5193138"/>
          </a:xfrm>
        </p:spPr>
        <p:txBody>
          <a:bodyPr>
            <a:normAutofit lnSpcReduction="10000"/>
          </a:bodyPr>
          <a:lstStyle/>
          <a:p>
            <a:pPr marL="0" indent="0">
              <a:buNone/>
            </a:pPr>
            <a:r>
              <a:rPr lang="en-US" dirty="0"/>
              <a:t>We want the </a:t>
            </a:r>
            <a:r>
              <a:rPr lang="en-US" b="1" dirty="0"/>
              <a:t>author </a:t>
            </a:r>
            <a:r>
              <a:rPr lang="en-US" dirty="0"/>
              <a:t>field in </a:t>
            </a:r>
            <a:r>
              <a:rPr lang="en-US" b="1" dirty="0"/>
              <a:t>Post</a:t>
            </a:r>
            <a:r>
              <a:rPr lang="en-US" dirty="0"/>
              <a:t> to link to the </a:t>
            </a:r>
            <a:r>
              <a:rPr lang="en-US" b="1" dirty="0"/>
              <a:t>User</a:t>
            </a:r>
            <a:r>
              <a:rPr lang="en-US" dirty="0"/>
              <a:t> model so that </a:t>
            </a:r>
            <a:r>
              <a:rPr lang="en-US" b="1" dirty="0"/>
              <a:t>each post has an author corresponding to a user. </a:t>
            </a:r>
          </a:p>
          <a:p>
            <a:pPr marL="0" indent="0">
              <a:buNone/>
            </a:pPr>
            <a:r>
              <a:rPr lang="en-US" dirty="0"/>
              <a:t>We can do this by linking the User model primary key, </a:t>
            </a:r>
            <a:r>
              <a:rPr lang="en-US" b="1" dirty="0" err="1"/>
              <a:t>user_id</a:t>
            </a:r>
            <a:r>
              <a:rPr lang="en-US" dirty="0"/>
              <a:t>, to the </a:t>
            </a:r>
            <a:r>
              <a:rPr lang="en-US" b="1" dirty="0" err="1"/>
              <a:t>Post.author</a:t>
            </a:r>
            <a:r>
              <a:rPr lang="en-US" b="1" dirty="0"/>
              <a:t> </a:t>
            </a:r>
            <a:r>
              <a:rPr lang="en-US" dirty="0"/>
              <a:t>field. A link like this is known as a </a:t>
            </a:r>
            <a:r>
              <a:rPr lang="en-US" b="1" dirty="0"/>
              <a:t>foreign key relationship</a:t>
            </a:r>
            <a:r>
              <a:rPr lang="en-US" dirty="0"/>
              <a:t>. Foreign keys in one table always correspond to the primary keys of a different table.</a:t>
            </a:r>
          </a:p>
        </p:txBody>
      </p:sp>
      <p:pic>
        <p:nvPicPr>
          <p:cNvPr id="5" name="Picture 4">
            <a:extLst>
              <a:ext uri="{FF2B5EF4-FFF2-40B4-BE49-F238E27FC236}">
                <a16:creationId xmlns:a16="http://schemas.microsoft.com/office/drawing/2014/main" id="{25907ECA-EE24-D213-856F-C920F453D81D}"/>
              </a:ext>
            </a:extLst>
          </p:cNvPr>
          <p:cNvPicPr>
            <a:picLocks noChangeAspect="1"/>
          </p:cNvPicPr>
          <p:nvPr/>
        </p:nvPicPr>
        <p:blipFill rotWithShape="1">
          <a:blip r:embed="rId2"/>
          <a:srcRect l="11006" t="48333" r="51802" b="10185"/>
          <a:stretch/>
        </p:blipFill>
        <p:spPr>
          <a:xfrm>
            <a:off x="163285" y="1193800"/>
            <a:ext cx="5767616" cy="4470400"/>
          </a:xfrm>
          <a:prstGeom prst="rect">
            <a:avLst/>
          </a:prstGeom>
        </p:spPr>
      </p:pic>
      <p:sp>
        <p:nvSpPr>
          <p:cNvPr id="7" name="TextBox 6">
            <a:extLst>
              <a:ext uri="{FF2B5EF4-FFF2-40B4-BE49-F238E27FC236}">
                <a16:creationId xmlns:a16="http://schemas.microsoft.com/office/drawing/2014/main" id="{19F7E9DA-2C96-CB8D-504A-E715531BE98C}"/>
              </a:ext>
            </a:extLst>
          </p:cNvPr>
          <p:cNvSpPr txBox="1"/>
          <p:nvPr/>
        </p:nvSpPr>
        <p:spPr>
          <a:xfrm>
            <a:off x="1196896" y="5981700"/>
            <a:ext cx="8950713" cy="646331"/>
          </a:xfrm>
          <a:prstGeom prst="rect">
            <a:avLst/>
          </a:prstGeom>
          <a:noFill/>
        </p:spPr>
        <p:txBody>
          <a:bodyPr wrap="square">
            <a:spAutoFit/>
          </a:bodyPr>
          <a:lstStyle/>
          <a:p>
            <a:r>
              <a:rPr lang="en-US" dirty="0"/>
              <a:t>The </a:t>
            </a:r>
            <a:r>
              <a:rPr lang="en-US" dirty="0" err="1"/>
              <a:t>ForeignKey</a:t>
            </a:r>
            <a:r>
              <a:rPr lang="en-US" dirty="0"/>
              <a:t> field defaults to a </a:t>
            </a:r>
            <a:r>
              <a:rPr lang="en-US" b="1" dirty="0"/>
              <a:t>many-to-one relationship</a:t>
            </a:r>
            <a:r>
              <a:rPr lang="en-US" dirty="0"/>
              <a:t>, meaning one user can be the author of many different blog posts but not the other way around. </a:t>
            </a:r>
          </a:p>
        </p:txBody>
      </p:sp>
    </p:spTree>
    <p:extLst>
      <p:ext uri="{BB962C8B-B14F-4D97-AF65-F5344CB8AC3E}">
        <p14:creationId xmlns:p14="http://schemas.microsoft.com/office/powerpoint/2010/main" val="32579318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4E0A36-1336-7F4B-7B43-743312AE921E}"/>
              </a:ext>
            </a:extLst>
          </p:cNvPr>
          <p:cNvSpPr>
            <a:spLocks noGrp="1"/>
          </p:cNvSpPr>
          <p:nvPr>
            <p:ph idx="1"/>
          </p:nvPr>
        </p:nvSpPr>
        <p:spPr>
          <a:xfrm>
            <a:off x="838200" y="791737"/>
            <a:ext cx="10515600" cy="5385226"/>
          </a:xfrm>
        </p:spPr>
        <p:txBody>
          <a:bodyPr/>
          <a:lstStyle/>
          <a:p>
            <a:pPr marL="0" indent="0">
              <a:buNone/>
            </a:pPr>
            <a:r>
              <a:rPr lang="en-US" dirty="0"/>
              <a:t>Since we have updated our database models again, we should create a new migrations file and then migrate the database to apply it.</a:t>
            </a:r>
          </a:p>
        </p:txBody>
      </p:sp>
      <p:pic>
        <p:nvPicPr>
          <p:cNvPr id="5" name="Picture 4">
            <a:extLst>
              <a:ext uri="{FF2B5EF4-FFF2-40B4-BE49-F238E27FC236}">
                <a16:creationId xmlns:a16="http://schemas.microsoft.com/office/drawing/2014/main" id="{426DF0AE-F4F8-6220-323B-CC6678BAF152}"/>
              </a:ext>
            </a:extLst>
          </p:cNvPr>
          <p:cNvPicPr>
            <a:picLocks noChangeAspect="1"/>
          </p:cNvPicPr>
          <p:nvPr/>
        </p:nvPicPr>
        <p:blipFill rotWithShape="1">
          <a:blip r:embed="rId2"/>
          <a:srcRect l="9590" t="29444" r="22331" b="27407"/>
          <a:stretch/>
        </p:blipFill>
        <p:spPr>
          <a:xfrm>
            <a:off x="1092200" y="2059954"/>
            <a:ext cx="9347200" cy="4117009"/>
          </a:xfrm>
          <a:prstGeom prst="rect">
            <a:avLst/>
          </a:prstGeom>
        </p:spPr>
      </p:pic>
    </p:spTree>
    <p:extLst>
      <p:ext uri="{BB962C8B-B14F-4D97-AF65-F5344CB8AC3E}">
        <p14:creationId xmlns:p14="http://schemas.microsoft.com/office/powerpoint/2010/main" val="3768482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D22BCF2-9A43-EAEF-E0E7-7A0A0E5EA84F}"/>
              </a:ext>
            </a:extLst>
          </p:cNvPr>
          <p:cNvPicPr>
            <a:picLocks noGrp="1" noChangeAspect="1"/>
          </p:cNvPicPr>
          <p:nvPr>
            <p:ph idx="1"/>
          </p:nvPr>
        </p:nvPicPr>
        <p:blipFill rotWithShape="1">
          <a:blip r:embed="rId3"/>
          <a:srcRect l="10356" t="17877" r="20317" b="37018"/>
          <a:stretch/>
        </p:blipFill>
        <p:spPr>
          <a:xfrm>
            <a:off x="1041201" y="91842"/>
            <a:ext cx="10109598" cy="4581758"/>
          </a:xfrm>
        </p:spPr>
      </p:pic>
      <p:pic>
        <p:nvPicPr>
          <p:cNvPr id="7" name="Picture 6">
            <a:extLst>
              <a:ext uri="{FF2B5EF4-FFF2-40B4-BE49-F238E27FC236}">
                <a16:creationId xmlns:a16="http://schemas.microsoft.com/office/drawing/2014/main" id="{22207F72-774A-2811-6237-87205454FB0F}"/>
              </a:ext>
            </a:extLst>
          </p:cNvPr>
          <p:cNvPicPr>
            <a:picLocks noChangeAspect="1"/>
          </p:cNvPicPr>
          <p:nvPr/>
        </p:nvPicPr>
        <p:blipFill rotWithShape="1">
          <a:blip r:embed="rId4"/>
          <a:srcRect l="8851" t="79074" r="55418" b="1339"/>
          <a:stretch/>
        </p:blipFill>
        <p:spPr>
          <a:xfrm>
            <a:off x="2044699" y="4346354"/>
            <a:ext cx="6337301" cy="2419804"/>
          </a:xfrm>
          <a:prstGeom prst="rect">
            <a:avLst/>
          </a:prstGeom>
        </p:spPr>
      </p:pic>
    </p:spTree>
    <p:extLst>
      <p:ext uri="{BB962C8B-B14F-4D97-AF65-F5344CB8AC3E}">
        <p14:creationId xmlns:p14="http://schemas.microsoft.com/office/powerpoint/2010/main" val="19226283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16C27A2-C735-EB7E-3A68-62F485E09ABC}"/>
              </a:ext>
            </a:extLst>
          </p:cNvPr>
          <p:cNvPicPr>
            <a:picLocks noGrp="1" noChangeAspect="1"/>
          </p:cNvPicPr>
          <p:nvPr>
            <p:ph idx="1"/>
          </p:nvPr>
        </p:nvPicPr>
        <p:blipFill rotWithShape="1">
          <a:blip r:embed="rId2"/>
          <a:srcRect l="10355" t="32761" r="23978" b="18789"/>
          <a:stretch/>
        </p:blipFill>
        <p:spPr>
          <a:xfrm>
            <a:off x="1079500" y="863600"/>
            <a:ext cx="10131690" cy="5207001"/>
          </a:xfrm>
        </p:spPr>
      </p:pic>
    </p:spTree>
    <p:extLst>
      <p:ext uri="{BB962C8B-B14F-4D97-AF65-F5344CB8AC3E}">
        <p14:creationId xmlns:p14="http://schemas.microsoft.com/office/powerpoint/2010/main" val="18099431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0A41A76-2BF5-90F6-A481-0873182DFB22}"/>
              </a:ext>
            </a:extLst>
          </p:cNvPr>
          <p:cNvPicPr>
            <a:picLocks noGrp="1" noChangeAspect="1"/>
          </p:cNvPicPr>
          <p:nvPr>
            <p:ph idx="1"/>
          </p:nvPr>
        </p:nvPicPr>
        <p:blipFill rotWithShape="1">
          <a:blip r:embed="rId2"/>
          <a:srcRect l="11170" t="14082" r="21740" b="22875"/>
          <a:stretch/>
        </p:blipFill>
        <p:spPr>
          <a:xfrm>
            <a:off x="1477788" y="393700"/>
            <a:ext cx="8834612" cy="5782657"/>
          </a:xfrm>
        </p:spPr>
      </p:pic>
    </p:spTree>
    <p:extLst>
      <p:ext uri="{BB962C8B-B14F-4D97-AF65-F5344CB8AC3E}">
        <p14:creationId xmlns:p14="http://schemas.microsoft.com/office/powerpoint/2010/main" val="27520476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B04390-F636-42B1-1388-04C287DA7557}"/>
              </a:ext>
            </a:extLst>
          </p:cNvPr>
          <p:cNvSpPr>
            <a:spLocks noGrp="1"/>
          </p:cNvSpPr>
          <p:nvPr>
            <p:ph idx="1"/>
          </p:nvPr>
        </p:nvSpPr>
        <p:spPr>
          <a:xfrm>
            <a:off x="7348654" y="799713"/>
            <a:ext cx="3782122" cy="5266550"/>
          </a:xfrm>
        </p:spPr>
        <p:txBody>
          <a:bodyPr>
            <a:normAutofit/>
          </a:bodyPr>
          <a:lstStyle/>
          <a:p>
            <a:pPr marL="0" indent="0">
              <a:buNone/>
            </a:pPr>
            <a:r>
              <a:rPr lang="en-US" dirty="0"/>
              <a:t>To do this, we can extend </a:t>
            </a:r>
            <a:r>
              <a:rPr lang="en-US" dirty="0" err="1"/>
              <a:t>ModelAdmin</a:t>
            </a:r>
            <a:r>
              <a:rPr lang="en-US" dirty="0"/>
              <a:t> by creating a new class, </a:t>
            </a:r>
            <a:r>
              <a:rPr lang="en-US" dirty="0" err="1"/>
              <a:t>PostAdmin</a:t>
            </a:r>
            <a:r>
              <a:rPr lang="en-US" dirty="0"/>
              <a:t>. Within it, we can set </a:t>
            </a:r>
            <a:r>
              <a:rPr lang="en-US" dirty="0" err="1"/>
              <a:t>list_display</a:t>
            </a:r>
            <a:r>
              <a:rPr lang="en-US" dirty="0"/>
              <a:t> to control what is shown on the admin change list page. We also must register both the model, Post, and the extended </a:t>
            </a:r>
            <a:r>
              <a:rPr lang="en-US" dirty="0" err="1"/>
              <a:t>ModelAdmin</a:t>
            </a:r>
            <a:r>
              <a:rPr lang="en-US" dirty="0"/>
              <a:t> class we’ve created, </a:t>
            </a:r>
            <a:r>
              <a:rPr lang="en-US" dirty="0" err="1"/>
              <a:t>PostAdmin</a:t>
            </a:r>
            <a:r>
              <a:rPr lang="en-US" dirty="0"/>
              <a:t>, at the bottom of the file.</a:t>
            </a:r>
          </a:p>
        </p:txBody>
      </p:sp>
      <p:pic>
        <p:nvPicPr>
          <p:cNvPr id="5" name="Picture 4">
            <a:extLst>
              <a:ext uri="{FF2B5EF4-FFF2-40B4-BE49-F238E27FC236}">
                <a16:creationId xmlns:a16="http://schemas.microsoft.com/office/drawing/2014/main" id="{4A697670-9E83-15C3-F0CB-7FC28D03EC1F}"/>
              </a:ext>
            </a:extLst>
          </p:cNvPr>
          <p:cNvPicPr>
            <a:picLocks noChangeAspect="1"/>
          </p:cNvPicPr>
          <p:nvPr/>
        </p:nvPicPr>
        <p:blipFill rotWithShape="1">
          <a:blip r:embed="rId2"/>
          <a:srcRect l="10141" t="28333" r="55160" b="25185"/>
          <a:stretch/>
        </p:blipFill>
        <p:spPr>
          <a:xfrm>
            <a:off x="634999" y="799712"/>
            <a:ext cx="5793536" cy="5405863"/>
          </a:xfrm>
          <a:prstGeom prst="rect">
            <a:avLst/>
          </a:prstGeom>
        </p:spPr>
      </p:pic>
    </p:spTree>
    <p:extLst>
      <p:ext uri="{BB962C8B-B14F-4D97-AF65-F5344CB8AC3E}">
        <p14:creationId xmlns:p14="http://schemas.microsoft.com/office/powerpoint/2010/main" val="33166013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20FE6EA-DC40-7748-A1AA-A767F444351E}"/>
              </a:ext>
            </a:extLst>
          </p:cNvPr>
          <p:cNvPicPr>
            <a:picLocks noGrp="1" noChangeAspect="1"/>
          </p:cNvPicPr>
          <p:nvPr>
            <p:ph idx="1"/>
          </p:nvPr>
        </p:nvPicPr>
        <p:blipFill rotWithShape="1">
          <a:blip r:embed="rId2"/>
          <a:srcRect l="9543" t="40642" r="20724" b="5947"/>
          <a:stretch/>
        </p:blipFill>
        <p:spPr>
          <a:xfrm>
            <a:off x="997543" y="635000"/>
            <a:ext cx="10330857" cy="5511801"/>
          </a:xfrm>
        </p:spPr>
      </p:pic>
    </p:spTree>
    <p:extLst>
      <p:ext uri="{BB962C8B-B14F-4D97-AF65-F5344CB8AC3E}">
        <p14:creationId xmlns:p14="http://schemas.microsoft.com/office/powerpoint/2010/main" val="19374707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0B92B-564A-99B9-ED5F-26354D0844A3}"/>
              </a:ext>
            </a:extLst>
          </p:cNvPr>
          <p:cNvSpPr>
            <a:spLocks noGrp="1"/>
          </p:cNvSpPr>
          <p:nvPr>
            <p:ph type="title"/>
          </p:nvPr>
        </p:nvSpPr>
        <p:spPr/>
        <p:txBody>
          <a:bodyPr/>
          <a:lstStyle/>
          <a:p>
            <a:r>
              <a:rPr lang="en-US" dirty="0"/>
              <a:t>Static files</a:t>
            </a:r>
          </a:p>
        </p:txBody>
      </p:sp>
      <p:sp>
        <p:nvSpPr>
          <p:cNvPr id="3" name="Content Placeholder 2">
            <a:extLst>
              <a:ext uri="{FF2B5EF4-FFF2-40B4-BE49-F238E27FC236}">
                <a16:creationId xmlns:a16="http://schemas.microsoft.com/office/drawing/2014/main" id="{FCB04390-F636-42B1-1388-04C287DA7557}"/>
              </a:ext>
            </a:extLst>
          </p:cNvPr>
          <p:cNvSpPr>
            <a:spLocks noGrp="1"/>
          </p:cNvSpPr>
          <p:nvPr>
            <p:ph idx="1"/>
          </p:nvPr>
        </p:nvSpPr>
        <p:spPr/>
        <p:txBody>
          <a:bodyPr/>
          <a:lstStyle/>
          <a:p>
            <a:pPr marL="0" indent="0">
              <a:buNone/>
            </a:pPr>
            <a:r>
              <a:rPr lang="en-US" dirty="0"/>
              <a:t>Static files are the Django community’s term for </a:t>
            </a:r>
            <a:r>
              <a:rPr lang="en-US" b="1" dirty="0"/>
              <a:t>additional files commonly served on websites</a:t>
            </a:r>
            <a:r>
              <a:rPr lang="en-US" dirty="0"/>
              <a:t>, such as CSS, fonts, images, and JavaScript. </a:t>
            </a:r>
          </a:p>
          <a:p>
            <a:pPr marL="0" indent="0">
              <a:buNone/>
            </a:pPr>
            <a:r>
              <a:rPr lang="en-US" dirty="0"/>
              <a:t>Even though we haven’t added any to our project yet, we are already relying on core Django static files—custom CSS, fonts, images, and JavaScript—to power the look and feel of the Django admin.</a:t>
            </a:r>
          </a:p>
          <a:p>
            <a:pPr marL="0" indent="0">
              <a:buNone/>
            </a:pPr>
            <a:r>
              <a:rPr lang="en-US" dirty="0"/>
              <a:t>In </a:t>
            </a:r>
            <a:r>
              <a:rPr lang="en-US" b="1" dirty="0"/>
              <a:t>production, things are more complex</a:t>
            </a:r>
            <a:r>
              <a:rPr lang="en-US" dirty="0"/>
              <a:t>, it is far more efficient to combine all static files across a Django project into </a:t>
            </a:r>
            <a:r>
              <a:rPr lang="en-US" b="1" dirty="0"/>
              <a:t>a single location </a:t>
            </a:r>
            <a:r>
              <a:rPr lang="en-US" dirty="0"/>
              <a:t>in production.</a:t>
            </a:r>
          </a:p>
        </p:txBody>
      </p:sp>
    </p:spTree>
    <p:extLst>
      <p:ext uri="{BB962C8B-B14F-4D97-AF65-F5344CB8AC3E}">
        <p14:creationId xmlns:p14="http://schemas.microsoft.com/office/powerpoint/2010/main" val="845584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B04390-F636-42B1-1388-04C287DA7557}"/>
              </a:ext>
            </a:extLst>
          </p:cNvPr>
          <p:cNvSpPr>
            <a:spLocks noGrp="1"/>
          </p:cNvSpPr>
          <p:nvPr>
            <p:ph idx="1"/>
          </p:nvPr>
        </p:nvSpPr>
        <p:spPr>
          <a:xfrm>
            <a:off x="1117600" y="746125"/>
            <a:ext cx="10515600" cy="4351338"/>
          </a:xfrm>
        </p:spPr>
        <p:txBody>
          <a:bodyPr/>
          <a:lstStyle/>
          <a:p>
            <a:pPr marL="0" indent="0">
              <a:buNone/>
            </a:pPr>
            <a:r>
              <a:rPr lang="en-US" dirty="0"/>
              <a:t>By default, Django will look within each app for a folder called “static”.</a:t>
            </a:r>
          </a:p>
          <a:p>
            <a:pPr marL="0" indent="0">
              <a:buNone/>
            </a:pPr>
            <a:endParaRPr lang="en-US" dirty="0"/>
          </a:p>
          <a:p>
            <a:pPr marL="0" indent="0">
              <a:buNone/>
            </a:pPr>
            <a:r>
              <a:rPr lang="en-US" dirty="0"/>
              <a:t>As Django projects grow in complexity over time and have multiple apps, it is often simpler to reason about static files if they are stored in a single, project-level directory.  That is what we will do. </a:t>
            </a:r>
          </a:p>
          <a:p>
            <a:pPr marL="0" indent="0">
              <a:buNone/>
            </a:pPr>
            <a:endParaRPr lang="en-US" dirty="0"/>
          </a:p>
        </p:txBody>
      </p:sp>
      <p:pic>
        <p:nvPicPr>
          <p:cNvPr id="5" name="Picture 4">
            <a:extLst>
              <a:ext uri="{FF2B5EF4-FFF2-40B4-BE49-F238E27FC236}">
                <a16:creationId xmlns:a16="http://schemas.microsoft.com/office/drawing/2014/main" id="{868C26EF-53E9-836D-1AC6-356422FA39DD}"/>
              </a:ext>
            </a:extLst>
          </p:cNvPr>
          <p:cNvPicPr>
            <a:picLocks noChangeAspect="1"/>
          </p:cNvPicPr>
          <p:nvPr/>
        </p:nvPicPr>
        <p:blipFill rotWithShape="1">
          <a:blip r:embed="rId2"/>
          <a:srcRect l="20803" t="40741" r="42499" b="44074"/>
          <a:stretch/>
        </p:blipFill>
        <p:spPr>
          <a:xfrm>
            <a:off x="558800" y="3289300"/>
            <a:ext cx="11327783" cy="2921000"/>
          </a:xfrm>
          <a:prstGeom prst="rect">
            <a:avLst/>
          </a:prstGeom>
        </p:spPr>
      </p:pic>
    </p:spTree>
    <p:extLst>
      <p:ext uri="{BB962C8B-B14F-4D97-AF65-F5344CB8AC3E}">
        <p14:creationId xmlns:p14="http://schemas.microsoft.com/office/powerpoint/2010/main" val="6618667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1CDAE90-730E-D050-2B8D-1F34ACEF3CF0}"/>
              </a:ext>
            </a:extLst>
          </p:cNvPr>
          <p:cNvPicPr>
            <a:picLocks noGrp="1" noChangeAspect="1"/>
          </p:cNvPicPr>
          <p:nvPr>
            <p:ph idx="1"/>
          </p:nvPr>
        </p:nvPicPr>
        <p:blipFill rotWithShape="1">
          <a:blip r:embed="rId3"/>
          <a:srcRect l="16909" t="29260" r="20627" b="29195"/>
          <a:stretch/>
        </p:blipFill>
        <p:spPr>
          <a:xfrm>
            <a:off x="1630491" y="1385302"/>
            <a:ext cx="8931017" cy="3783598"/>
          </a:xfrm>
        </p:spPr>
      </p:pic>
    </p:spTree>
    <p:extLst>
      <p:ext uri="{BB962C8B-B14F-4D97-AF65-F5344CB8AC3E}">
        <p14:creationId xmlns:p14="http://schemas.microsoft.com/office/powerpoint/2010/main" val="23466242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9326ED0-BED7-4036-EF78-A4035A1643B8}"/>
              </a:ext>
            </a:extLst>
          </p:cNvPr>
          <p:cNvPicPr>
            <a:picLocks noGrp="1" noChangeAspect="1"/>
          </p:cNvPicPr>
          <p:nvPr>
            <p:ph idx="1"/>
          </p:nvPr>
        </p:nvPicPr>
        <p:blipFill rotWithShape="1">
          <a:blip r:embed="rId2"/>
          <a:srcRect l="17095" t="36849" r="21557" b="15869"/>
          <a:stretch/>
        </p:blipFill>
        <p:spPr>
          <a:xfrm>
            <a:off x="876299" y="958849"/>
            <a:ext cx="10063574" cy="4940301"/>
          </a:xfrm>
        </p:spPr>
      </p:pic>
    </p:spTree>
    <p:extLst>
      <p:ext uri="{BB962C8B-B14F-4D97-AF65-F5344CB8AC3E}">
        <p14:creationId xmlns:p14="http://schemas.microsoft.com/office/powerpoint/2010/main" val="30294784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977E68B-EDC2-B2E5-6450-F4D1408EFB11}"/>
              </a:ext>
            </a:extLst>
          </p:cNvPr>
          <p:cNvPicPr>
            <a:picLocks noGrp="1" noChangeAspect="1"/>
          </p:cNvPicPr>
          <p:nvPr>
            <p:ph idx="1"/>
          </p:nvPr>
        </p:nvPicPr>
        <p:blipFill rotWithShape="1">
          <a:blip r:embed="rId2"/>
          <a:srcRect l="17467" t="42101" r="50000" b="19081"/>
          <a:stretch/>
        </p:blipFill>
        <p:spPr>
          <a:xfrm>
            <a:off x="2286001" y="400304"/>
            <a:ext cx="8229600" cy="6254497"/>
          </a:xfrm>
        </p:spPr>
      </p:pic>
    </p:spTree>
    <p:extLst>
      <p:ext uri="{BB962C8B-B14F-4D97-AF65-F5344CB8AC3E}">
        <p14:creationId xmlns:p14="http://schemas.microsoft.com/office/powerpoint/2010/main" val="26375539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EB7D0C-4DD3-E223-3D90-0066ED36BEB1}"/>
              </a:ext>
            </a:extLst>
          </p:cNvPr>
          <p:cNvSpPr>
            <a:spLocks noGrp="1"/>
          </p:cNvSpPr>
          <p:nvPr>
            <p:ph idx="1"/>
          </p:nvPr>
        </p:nvSpPr>
        <p:spPr>
          <a:xfrm>
            <a:off x="838200" y="1859079"/>
            <a:ext cx="10515600" cy="4351338"/>
          </a:xfrm>
        </p:spPr>
        <p:txBody>
          <a:bodyPr/>
          <a:lstStyle/>
          <a:p>
            <a:pPr marL="0" indent="0">
              <a:buNone/>
            </a:pPr>
            <a:r>
              <a:rPr lang="en-US" dirty="0"/>
              <a:t>Then you will jazz up things by adding more </a:t>
            </a:r>
            <a:r>
              <a:rPr lang="en-US" dirty="0" err="1"/>
              <a:t>css</a:t>
            </a:r>
            <a:endParaRPr lang="en-US" dirty="0"/>
          </a:p>
        </p:txBody>
      </p:sp>
    </p:spTree>
    <p:extLst>
      <p:ext uri="{BB962C8B-B14F-4D97-AF65-F5344CB8AC3E}">
        <p14:creationId xmlns:p14="http://schemas.microsoft.com/office/powerpoint/2010/main" val="15243666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87078-D981-7FA2-5C33-2626ED4F0BAC}"/>
              </a:ext>
            </a:extLst>
          </p:cNvPr>
          <p:cNvSpPr>
            <a:spLocks noGrp="1"/>
          </p:cNvSpPr>
          <p:nvPr>
            <p:ph type="title"/>
          </p:nvPr>
        </p:nvSpPr>
        <p:spPr/>
        <p:txBody>
          <a:bodyPr/>
          <a:lstStyle/>
          <a:p>
            <a:r>
              <a:rPr lang="en-US" dirty="0"/>
              <a:t>Individual Blog Pages</a:t>
            </a:r>
          </a:p>
        </p:txBody>
      </p:sp>
      <p:sp>
        <p:nvSpPr>
          <p:cNvPr id="3" name="Content Placeholder 2">
            <a:extLst>
              <a:ext uri="{FF2B5EF4-FFF2-40B4-BE49-F238E27FC236}">
                <a16:creationId xmlns:a16="http://schemas.microsoft.com/office/drawing/2014/main" id="{D06205AE-513F-D1D8-0F8F-B711F5B8EF25}"/>
              </a:ext>
            </a:extLst>
          </p:cNvPr>
          <p:cNvSpPr>
            <a:spLocks noGrp="1"/>
          </p:cNvSpPr>
          <p:nvPr>
            <p:ph idx="1"/>
          </p:nvPr>
        </p:nvSpPr>
        <p:spPr/>
        <p:txBody>
          <a:bodyPr/>
          <a:lstStyle/>
          <a:p>
            <a:pPr marL="0" indent="0">
              <a:buNone/>
            </a:pPr>
            <a:r>
              <a:rPr lang="en-US" dirty="0"/>
              <a:t>Now, we can add functionality for individual blog pages. We need to create a new view, URL, and template to do that.  </a:t>
            </a:r>
          </a:p>
          <a:p>
            <a:pPr marL="0" indent="0">
              <a:buNone/>
            </a:pPr>
            <a:endParaRPr lang="en-US" dirty="0"/>
          </a:p>
          <a:p>
            <a:pPr marL="0" indent="0">
              <a:buNone/>
            </a:pPr>
            <a:r>
              <a:rPr lang="en-US" dirty="0"/>
              <a:t>You should be getting a feel for the pattern. </a:t>
            </a:r>
          </a:p>
        </p:txBody>
      </p:sp>
    </p:spTree>
    <p:extLst>
      <p:ext uri="{BB962C8B-B14F-4D97-AF65-F5344CB8AC3E}">
        <p14:creationId xmlns:p14="http://schemas.microsoft.com/office/powerpoint/2010/main" val="42370175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4675AD7-8918-5E92-F592-8A75725919C2}"/>
              </a:ext>
            </a:extLst>
          </p:cNvPr>
          <p:cNvPicPr>
            <a:picLocks noGrp="1" noChangeAspect="1"/>
          </p:cNvPicPr>
          <p:nvPr>
            <p:ph idx="1"/>
          </p:nvPr>
        </p:nvPicPr>
        <p:blipFill rotWithShape="1">
          <a:blip r:embed="rId3"/>
          <a:srcRect l="18564" t="42316" r="35685" b="13535"/>
          <a:stretch/>
        </p:blipFill>
        <p:spPr>
          <a:xfrm>
            <a:off x="152400" y="1334627"/>
            <a:ext cx="6965795" cy="4209288"/>
          </a:xfrm>
        </p:spPr>
      </p:pic>
      <p:sp>
        <p:nvSpPr>
          <p:cNvPr id="7" name="TextBox 6">
            <a:extLst>
              <a:ext uri="{FF2B5EF4-FFF2-40B4-BE49-F238E27FC236}">
                <a16:creationId xmlns:a16="http://schemas.microsoft.com/office/drawing/2014/main" id="{ADE293CB-9802-0973-CA6F-3F16E2BC36D8}"/>
              </a:ext>
            </a:extLst>
          </p:cNvPr>
          <p:cNvSpPr txBox="1"/>
          <p:nvPr/>
        </p:nvSpPr>
        <p:spPr>
          <a:xfrm>
            <a:off x="7330068" y="1211964"/>
            <a:ext cx="4345259" cy="4708981"/>
          </a:xfrm>
          <a:prstGeom prst="rect">
            <a:avLst/>
          </a:prstGeom>
          <a:noFill/>
        </p:spPr>
        <p:txBody>
          <a:bodyPr wrap="square">
            <a:spAutoFit/>
          </a:bodyPr>
          <a:lstStyle/>
          <a:p>
            <a:r>
              <a:rPr lang="en-US" sz="2000" dirty="0"/>
              <a:t>At the top of our views file, import the shortcut function </a:t>
            </a:r>
            <a:r>
              <a:rPr lang="en-US" sz="2000" b="1" dirty="0" err="1"/>
              <a:t>get_object_or</a:t>
            </a:r>
            <a:r>
              <a:rPr lang="en-US" sz="2000" b="1" dirty="0"/>
              <a:t>_- 404()</a:t>
            </a:r>
            <a:r>
              <a:rPr lang="en-US" sz="2000" dirty="0"/>
              <a:t>, which calls the get </a:t>
            </a:r>
            <a:r>
              <a:rPr lang="en-US" sz="2000" dirty="0" err="1"/>
              <a:t>QuerySet</a:t>
            </a:r>
            <a:r>
              <a:rPr lang="en-US" sz="2000" dirty="0"/>
              <a:t> method to return an object or raises a Http404 error if unsuccessful. </a:t>
            </a:r>
          </a:p>
          <a:p>
            <a:endParaRPr lang="en-US" sz="2000" dirty="0"/>
          </a:p>
          <a:p>
            <a:r>
              <a:rPr lang="en-US" sz="2000" dirty="0"/>
              <a:t>We will name the view function </a:t>
            </a:r>
            <a:r>
              <a:rPr lang="en-US" sz="2000" b="1" dirty="0" err="1"/>
              <a:t>post_detail</a:t>
            </a:r>
            <a:r>
              <a:rPr lang="en-US" sz="2000" b="1" dirty="0"/>
              <a:t> </a:t>
            </a:r>
            <a:r>
              <a:rPr lang="en-US" sz="2000" dirty="0"/>
              <a:t>as it represents the detailed view of a blog post. It accepts two parameters: the first, request, is an instance of the </a:t>
            </a:r>
            <a:r>
              <a:rPr lang="en-US" sz="2000" b="1" dirty="0" err="1"/>
              <a:t>HttpRequest</a:t>
            </a:r>
            <a:r>
              <a:rPr lang="en-US" sz="2000" b="1" dirty="0"/>
              <a:t> object</a:t>
            </a:r>
            <a:r>
              <a:rPr lang="en-US" sz="2000" dirty="0"/>
              <a:t>; the second, </a:t>
            </a:r>
            <a:r>
              <a:rPr lang="en-US" sz="2000" b="1" dirty="0"/>
              <a:t>pk</a:t>
            </a:r>
            <a:r>
              <a:rPr lang="en-US" sz="2000" dirty="0"/>
              <a:t>, is a parameter extracted from the URL that identifies the specific blog post to be displayed by its primary key.</a:t>
            </a:r>
          </a:p>
        </p:txBody>
      </p:sp>
    </p:spTree>
    <p:extLst>
      <p:ext uri="{BB962C8B-B14F-4D97-AF65-F5344CB8AC3E}">
        <p14:creationId xmlns:p14="http://schemas.microsoft.com/office/powerpoint/2010/main" val="27485590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302DCD8-758F-C39B-1000-B03419C18266}"/>
              </a:ext>
            </a:extLst>
          </p:cNvPr>
          <p:cNvPicPr>
            <a:picLocks noGrp="1" noChangeAspect="1"/>
          </p:cNvPicPr>
          <p:nvPr>
            <p:ph idx="1"/>
          </p:nvPr>
        </p:nvPicPr>
        <p:blipFill rotWithShape="1">
          <a:blip r:embed="rId2"/>
          <a:srcRect l="19659" t="60197" r="31357" b="10032"/>
          <a:stretch/>
        </p:blipFill>
        <p:spPr>
          <a:xfrm>
            <a:off x="342899" y="685799"/>
            <a:ext cx="7207621" cy="2743201"/>
          </a:xfrm>
        </p:spPr>
      </p:pic>
      <p:sp>
        <p:nvSpPr>
          <p:cNvPr id="7" name="TextBox 6">
            <a:extLst>
              <a:ext uri="{FF2B5EF4-FFF2-40B4-BE49-F238E27FC236}">
                <a16:creationId xmlns:a16="http://schemas.microsoft.com/office/drawing/2014/main" id="{6466F485-C629-D480-2F68-61C23D379368}"/>
              </a:ext>
            </a:extLst>
          </p:cNvPr>
          <p:cNvSpPr txBox="1"/>
          <p:nvPr/>
        </p:nvSpPr>
        <p:spPr>
          <a:xfrm>
            <a:off x="798348" y="3986561"/>
            <a:ext cx="8635584" cy="2031325"/>
          </a:xfrm>
          <a:prstGeom prst="rect">
            <a:avLst/>
          </a:prstGeom>
          <a:noFill/>
        </p:spPr>
        <p:txBody>
          <a:bodyPr wrap="square">
            <a:spAutoFit/>
          </a:bodyPr>
          <a:lstStyle/>
          <a:p>
            <a:r>
              <a:rPr lang="en-US" dirty="0"/>
              <a:t>This pattern will look a bit strange initially as it is our first use of a Django path converter. Up to this point, we have hardcoded our URL routes, but it is </a:t>
            </a:r>
            <a:r>
              <a:rPr lang="en-US" b="1" dirty="0"/>
              <a:t>more common to use variables</a:t>
            </a:r>
            <a:r>
              <a:rPr lang="en-US" dirty="0"/>
              <a:t>. </a:t>
            </a:r>
          </a:p>
          <a:p>
            <a:endParaRPr lang="en-US" dirty="0"/>
          </a:p>
          <a:p>
            <a:r>
              <a:rPr lang="en-US" dirty="0"/>
              <a:t>In this case, we specify that </a:t>
            </a:r>
            <a:r>
              <a:rPr lang="en-US" b="1" dirty="0"/>
              <a:t>individual posts will start at post/, </a:t>
            </a:r>
            <a:r>
              <a:rPr lang="en-US" dirty="0"/>
              <a:t>but then we use </a:t>
            </a:r>
            <a:r>
              <a:rPr lang="en-US" b="1" dirty="0"/>
              <a:t>int</a:t>
            </a:r>
            <a:r>
              <a:rPr lang="en-US" dirty="0"/>
              <a:t> to specify that the </a:t>
            </a:r>
            <a:r>
              <a:rPr lang="en-US" b="1" dirty="0"/>
              <a:t>captured value from the URL </a:t>
            </a:r>
            <a:r>
              <a:rPr lang="en-US" dirty="0"/>
              <a:t>should be treated as an </a:t>
            </a:r>
            <a:r>
              <a:rPr lang="en-US" b="1" dirty="0"/>
              <a:t>integer</a:t>
            </a:r>
            <a:r>
              <a:rPr lang="en-US" dirty="0"/>
              <a:t> and the </a:t>
            </a:r>
            <a:r>
              <a:rPr lang="en-US" b="1" dirty="0"/>
              <a:t>variable’s name passed to the view is pk</a:t>
            </a:r>
            <a:r>
              <a:rPr lang="en-US" dirty="0"/>
              <a:t>.</a:t>
            </a:r>
          </a:p>
        </p:txBody>
      </p:sp>
    </p:spTree>
    <p:extLst>
      <p:ext uri="{BB962C8B-B14F-4D97-AF65-F5344CB8AC3E}">
        <p14:creationId xmlns:p14="http://schemas.microsoft.com/office/powerpoint/2010/main" val="17906284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7B6E121-DCAB-995F-FF9C-33E06C574163}"/>
              </a:ext>
            </a:extLst>
          </p:cNvPr>
          <p:cNvPicPr>
            <a:picLocks noGrp="1" noChangeAspect="1"/>
          </p:cNvPicPr>
          <p:nvPr>
            <p:ph idx="1"/>
          </p:nvPr>
        </p:nvPicPr>
        <p:blipFill rotWithShape="1">
          <a:blip r:embed="rId2"/>
          <a:srcRect l="17467" t="41810" r="19111" b="14119"/>
          <a:stretch/>
        </p:blipFill>
        <p:spPr>
          <a:xfrm>
            <a:off x="179319" y="1092200"/>
            <a:ext cx="11586345" cy="5041899"/>
          </a:xfrm>
        </p:spPr>
      </p:pic>
      <p:sp>
        <p:nvSpPr>
          <p:cNvPr id="7" name="TextBox 6">
            <a:extLst>
              <a:ext uri="{FF2B5EF4-FFF2-40B4-BE49-F238E27FC236}">
                <a16:creationId xmlns:a16="http://schemas.microsoft.com/office/drawing/2014/main" id="{2A61E157-81C9-527D-B7A6-82EE2F5C5A4F}"/>
              </a:ext>
            </a:extLst>
          </p:cNvPr>
          <p:cNvSpPr txBox="1"/>
          <p:nvPr/>
        </p:nvSpPr>
        <p:spPr>
          <a:xfrm>
            <a:off x="5954750" y="3289610"/>
            <a:ext cx="3189249" cy="2308324"/>
          </a:xfrm>
          <a:prstGeom prst="rect">
            <a:avLst/>
          </a:prstGeom>
          <a:noFill/>
        </p:spPr>
        <p:txBody>
          <a:bodyPr wrap="square">
            <a:spAutoFit/>
          </a:bodyPr>
          <a:lstStyle/>
          <a:p>
            <a:r>
              <a:rPr lang="en-US" dirty="0"/>
              <a:t>At the top, we specify that this template inherits from base.html. The template </a:t>
            </a:r>
            <a:r>
              <a:rPr lang="en-US" b="1" dirty="0"/>
              <a:t>context variable post </a:t>
            </a:r>
            <a:r>
              <a:rPr lang="en-US" dirty="0"/>
              <a:t>contains information from this particular blog post, and we can display individual fields using </a:t>
            </a:r>
            <a:r>
              <a:rPr lang="en-US" b="1" dirty="0" err="1"/>
              <a:t>post.title</a:t>
            </a:r>
            <a:r>
              <a:rPr lang="en-US" b="1" dirty="0"/>
              <a:t> </a:t>
            </a:r>
            <a:r>
              <a:rPr lang="en-US" dirty="0"/>
              <a:t>and </a:t>
            </a:r>
            <a:r>
              <a:rPr lang="en-US" b="1" dirty="0" err="1"/>
              <a:t>post.body</a:t>
            </a:r>
            <a:r>
              <a:rPr lang="en-US" dirty="0"/>
              <a:t>.</a:t>
            </a:r>
          </a:p>
        </p:txBody>
      </p:sp>
    </p:spTree>
    <p:extLst>
      <p:ext uri="{BB962C8B-B14F-4D97-AF65-F5344CB8AC3E}">
        <p14:creationId xmlns:p14="http://schemas.microsoft.com/office/powerpoint/2010/main" val="5807506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CB008D3-E574-D87F-3FBB-EF2388CC569D}"/>
              </a:ext>
            </a:extLst>
          </p:cNvPr>
          <p:cNvPicPr>
            <a:picLocks noGrp="1" noChangeAspect="1"/>
          </p:cNvPicPr>
          <p:nvPr>
            <p:ph idx="1"/>
          </p:nvPr>
        </p:nvPicPr>
        <p:blipFill rotWithShape="1">
          <a:blip r:embed="rId2"/>
          <a:srcRect l="18380" t="48524" r="19842" b="19814"/>
          <a:stretch/>
        </p:blipFill>
        <p:spPr>
          <a:xfrm>
            <a:off x="1730929" y="1130301"/>
            <a:ext cx="9140271" cy="2933699"/>
          </a:xfrm>
        </p:spPr>
      </p:pic>
    </p:spTree>
    <p:extLst>
      <p:ext uri="{BB962C8B-B14F-4D97-AF65-F5344CB8AC3E}">
        <p14:creationId xmlns:p14="http://schemas.microsoft.com/office/powerpoint/2010/main" val="9646793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C369824-CF8C-9035-0D07-01465A4EAB22}"/>
              </a:ext>
            </a:extLst>
          </p:cNvPr>
          <p:cNvPicPr>
            <a:picLocks noGrp="1" noChangeAspect="1"/>
          </p:cNvPicPr>
          <p:nvPr>
            <p:ph idx="1"/>
          </p:nvPr>
        </p:nvPicPr>
        <p:blipFill rotWithShape="1">
          <a:blip r:embed="rId3"/>
          <a:srcRect l="14494" t="31010" r="21595" b="12588"/>
          <a:stretch/>
        </p:blipFill>
        <p:spPr>
          <a:xfrm>
            <a:off x="1104900" y="349953"/>
            <a:ext cx="9398000" cy="5453947"/>
          </a:xfrm>
        </p:spPr>
      </p:pic>
    </p:spTree>
    <p:extLst>
      <p:ext uri="{BB962C8B-B14F-4D97-AF65-F5344CB8AC3E}">
        <p14:creationId xmlns:p14="http://schemas.microsoft.com/office/powerpoint/2010/main" val="493531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3A3D1D-B683-70E4-9582-7D9AC2657E63}"/>
              </a:ext>
            </a:extLst>
          </p:cNvPr>
          <p:cNvSpPr>
            <a:spLocks noGrp="1"/>
          </p:cNvSpPr>
          <p:nvPr>
            <p:ph idx="1"/>
          </p:nvPr>
        </p:nvSpPr>
        <p:spPr/>
        <p:txBody>
          <a:bodyPr/>
          <a:lstStyle/>
          <a:p>
            <a:pPr marL="0" indent="0">
              <a:buNone/>
            </a:pPr>
            <a:r>
              <a:rPr lang="en-US" dirty="0"/>
              <a:t>Currently, we are using the </a:t>
            </a:r>
            <a:r>
              <a:rPr lang="en-US" dirty="0" err="1"/>
              <a:t>url</a:t>
            </a:r>
            <a:r>
              <a:rPr lang="en-US" dirty="0"/>
              <a:t> template tag, which means that every time we want to display an individual blog post in this template or other templates, we must repeat the pattern {% </a:t>
            </a:r>
            <a:r>
              <a:rPr lang="en-US" dirty="0" err="1"/>
              <a:t>url</a:t>
            </a:r>
            <a:r>
              <a:rPr lang="en-US" dirty="0"/>
              <a:t> '</a:t>
            </a:r>
            <a:r>
              <a:rPr lang="en-US" dirty="0" err="1"/>
              <a:t>post_detail</a:t>
            </a:r>
            <a:r>
              <a:rPr lang="en-US" dirty="0"/>
              <a:t>' post.pk %}. </a:t>
            </a:r>
            <a:r>
              <a:rPr lang="en-US" b="1" dirty="0"/>
              <a:t>If the URL pattern changes, we need to update every template where the URL is constructed</a:t>
            </a:r>
            <a:r>
              <a:rPr lang="en-US" dirty="0"/>
              <a:t>, which increases the risk of errors.</a:t>
            </a:r>
          </a:p>
        </p:txBody>
      </p:sp>
    </p:spTree>
    <p:extLst>
      <p:ext uri="{BB962C8B-B14F-4D97-AF65-F5344CB8AC3E}">
        <p14:creationId xmlns:p14="http://schemas.microsoft.com/office/powerpoint/2010/main" val="13204233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7C0A0DC-BFE0-AC53-E638-3DA4FA1A0C66}"/>
              </a:ext>
            </a:extLst>
          </p:cNvPr>
          <p:cNvPicPr>
            <a:picLocks noGrp="1" noChangeAspect="1"/>
          </p:cNvPicPr>
          <p:nvPr>
            <p:ph idx="1"/>
          </p:nvPr>
        </p:nvPicPr>
        <p:blipFill rotWithShape="1">
          <a:blip r:embed="rId2"/>
          <a:srcRect l="14110" t="25465" r="20253"/>
          <a:stretch/>
        </p:blipFill>
        <p:spPr>
          <a:xfrm>
            <a:off x="2525229" y="550069"/>
            <a:ext cx="7710971" cy="5757862"/>
          </a:xfrm>
        </p:spPr>
      </p:pic>
    </p:spTree>
    <p:extLst>
      <p:ext uri="{BB962C8B-B14F-4D97-AF65-F5344CB8AC3E}">
        <p14:creationId xmlns:p14="http://schemas.microsoft.com/office/powerpoint/2010/main" val="35520615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CFE5E96-A8F2-CB26-644D-7984625475FD}"/>
              </a:ext>
            </a:extLst>
          </p:cNvPr>
          <p:cNvPicPr>
            <a:picLocks noGrp="1" noChangeAspect="1"/>
          </p:cNvPicPr>
          <p:nvPr>
            <p:ph idx="1"/>
          </p:nvPr>
        </p:nvPicPr>
        <p:blipFill rotWithShape="1">
          <a:blip r:embed="rId2"/>
          <a:srcRect l="14878" t="39766" r="21020" b="23751"/>
          <a:stretch/>
        </p:blipFill>
        <p:spPr>
          <a:xfrm>
            <a:off x="298403" y="320289"/>
            <a:ext cx="10553592" cy="3949700"/>
          </a:xfrm>
        </p:spPr>
      </p:pic>
      <p:sp>
        <p:nvSpPr>
          <p:cNvPr id="7" name="TextBox 6">
            <a:extLst>
              <a:ext uri="{FF2B5EF4-FFF2-40B4-BE49-F238E27FC236}">
                <a16:creationId xmlns:a16="http://schemas.microsoft.com/office/drawing/2014/main" id="{60585631-2DBA-ADF5-7B94-07729A231737}"/>
              </a:ext>
            </a:extLst>
          </p:cNvPr>
          <p:cNvSpPr txBox="1"/>
          <p:nvPr/>
        </p:nvSpPr>
        <p:spPr>
          <a:xfrm>
            <a:off x="1608563" y="4710489"/>
            <a:ext cx="8360627" cy="1477328"/>
          </a:xfrm>
          <a:prstGeom prst="rect">
            <a:avLst/>
          </a:prstGeom>
          <a:noFill/>
        </p:spPr>
        <p:txBody>
          <a:bodyPr wrap="square">
            <a:spAutoFit/>
          </a:bodyPr>
          <a:lstStyle/>
          <a:p>
            <a:r>
              <a:rPr lang="en-US" dirty="0"/>
              <a:t>URL paths can and do change over a project’s lifetime. With the previous method, if we changed the post detail view and URL path, we’d have to go through all our HTML and templates to update the code, a very error-prone and hard-to-maintain process. By using </a:t>
            </a:r>
            <a:r>
              <a:rPr lang="en-US" dirty="0" err="1"/>
              <a:t>get_absolute_url</a:t>
            </a:r>
            <a:r>
              <a:rPr lang="en-US" dirty="0"/>
              <a:t>() instead, we have one place, the models.py file, where the canonical URL is set, so our templates don’t have to change</a:t>
            </a:r>
          </a:p>
        </p:txBody>
      </p:sp>
    </p:spTree>
    <p:extLst>
      <p:ext uri="{BB962C8B-B14F-4D97-AF65-F5344CB8AC3E}">
        <p14:creationId xmlns:p14="http://schemas.microsoft.com/office/powerpoint/2010/main" val="30993531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TotalTime>
  <Words>984</Words>
  <Application>Microsoft Office PowerPoint</Application>
  <PresentationFormat>Widescreen</PresentationFormat>
  <Paragraphs>40</Paragraphs>
  <Slides>30</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Calibri Light</vt:lpstr>
      <vt:lpstr>Office Theme</vt:lpstr>
      <vt:lpstr>Blog</vt:lpstr>
      <vt:lpstr>For our Blog website, we want a database table called Post with three fields: Title, Author, and Body.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Static files</vt:lpstr>
      <vt:lpstr>PowerPoint Presentation</vt:lpstr>
      <vt:lpstr>PowerPoint Presentation</vt:lpstr>
      <vt:lpstr>PowerPoint Presentation</vt:lpstr>
      <vt:lpstr>PowerPoint Presentation</vt:lpstr>
      <vt:lpstr>PowerPoint Presentation</vt:lpstr>
      <vt:lpstr>Individual Blog Pages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Blog</dc:title>
  <dc:creator>Duce, Patricia</dc:creator>
  <cp:lastModifiedBy>Duce, Patricia</cp:lastModifiedBy>
  <cp:revision>1</cp:revision>
  <dcterms:created xsi:type="dcterms:W3CDTF">2024-10-01T17:48:37Z</dcterms:created>
  <dcterms:modified xsi:type="dcterms:W3CDTF">2024-10-03T15:17:45Z</dcterms:modified>
</cp:coreProperties>
</file>