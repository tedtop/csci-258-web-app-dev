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1" autoAdjust="0"/>
    <p:restoredTop sz="94660"/>
  </p:normalViewPr>
  <p:slideViewPr>
    <p:cSldViewPr snapToGrid="0">
      <p:cViewPr varScale="1">
        <p:scale>
          <a:sx n="75" d="100"/>
          <a:sy n="75" d="100"/>
        </p:scale>
        <p:origin x="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ce, Patricia" userId="63213659-433f-4003-8b64-f125efbf754c" providerId="ADAL" clId="{AE001863-6B8D-4F65-91FE-2AF03A5CBE3A}"/>
    <pc:docChg chg="undo custSel addSld modSld">
      <pc:chgData name="Duce, Patricia" userId="63213659-433f-4003-8b64-f125efbf754c" providerId="ADAL" clId="{AE001863-6B8D-4F65-91FE-2AF03A5CBE3A}" dt="2024-09-24T02:17:42.772" v="748" actId="20577"/>
      <pc:docMkLst>
        <pc:docMk/>
      </pc:docMkLst>
      <pc:sldChg chg="delSp modSp new mod">
        <pc:chgData name="Duce, Patricia" userId="63213659-433f-4003-8b64-f125efbf754c" providerId="ADAL" clId="{AE001863-6B8D-4F65-91FE-2AF03A5CBE3A}" dt="2024-09-18T23:52:47.457" v="16" actId="478"/>
        <pc:sldMkLst>
          <pc:docMk/>
          <pc:sldMk cId="3213803655" sldId="256"/>
        </pc:sldMkLst>
        <pc:spChg chg="mod">
          <ac:chgData name="Duce, Patricia" userId="63213659-433f-4003-8b64-f125efbf754c" providerId="ADAL" clId="{AE001863-6B8D-4F65-91FE-2AF03A5CBE3A}" dt="2024-09-18T23:52:43.282" v="15" actId="20577"/>
          <ac:spMkLst>
            <pc:docMk/>
            <pc:sldMk cId="3213803655" sldId="256"/>
            <ac:spMk id="2" creationId="{7D883BBB-2CC0-9AB7-C76E-2FB12D974D7E}"/>
          </ac:spMkLst>
        </pc:spChg>
        <pc:spChg chg="del">
          <ac:chgData name="Duce, Patricia" userId="63213659-433f-4003-8b64-f125efbf754c" providerId="ADAL" clId="{AE001863-6B8D-4F65-91FE-2AF03A5CBE3A}" dt="2024-09-18T23:52:47.457" v="16" actId="478"/>
          <ac:spMkLst>
            <pc:docMk/>
            <pc:sldMk cId="3213803655" sldId="256"/>
            <ac:spMk id="3" creationId="{87529884-398E-16D5-3711-71DF3037C198}"/>
          </ac:spMkLst>
        </pc:spChg>
      </pc:sldChg>
      <pc:sldChg chg="addSp delSp modSp new mod">
        <pc:chgData name="Duce, Patricia" userId="63213659-433f-4003-8b64-f125efbf754c" providerId="ADAL" clId="{AE001863-6B8D-4F65-91FE-2AF03A5CBE3A}" dt="2024-09-18T23:53:22.409" v="23" actId="14100"/>
        <pc:sldMkLst>
          <pc:docMk/>
          <pc:sldMk cId="3974944717" sldId="257"/>
        </pc:sldMkLst>
        <pc:spChg chg="del">
          <ac:chgData name="Duce, Patricia" userId="63213659-433f-4003-8b64-f125efbf754c" providerId="ADAL" clId="{AE001863-6B8D-4F65-91FE-2AF03A5CBE3A}" dt="2024-09-18T23:53:18.902" v="22" actId="478"/>
          <ac:spMkLst>
            <pc:docMk/>
            <pc:sldMk cId="3974944717" sldId="257"/>
            <ac:spMk id="2" creationId="{55F9AE9D-B16C-C7D5-9890-A66A86127B81}"/>
          </ac:spMkLst>
        </pc:spChg>
        <pc:spChg chg="del">
          <ac:chgData name="Duce, Patricia" userId="63213659-433f-4003-8b64-f125efbf754c" providerId="ADAL" clId="{AE001863-6B8D-4F65-91FE-2AF03A5CBE3A}" dt="2024-09-18T23:53:03.219" v="18" actId="22"/>
          <ac:spMkLst>
            <pc:docMk/>
            <pc:sldMk cId="3974944717" sldId="257"/>
            <ac:spMk id="3" creationId="{B9896258-74E0-619C-0E07-3D5499F1684C}"/>
          </ac:spMkLst>
        </pc:spChg>
        <pc:picChg chg="add mod ord modCrop">
          <ac:chgData name="Duce, Patricia" userId="63213659-433f-4003-8b64-f125efbf754c" providerId="ADAL" clId="{AE001863-6B8D-4F65-91FE-2AF03A5CBE3A}" dt="2024-09-18T23:53:22.409" v="23" actId="14100"/>
          <ac:picMkLst>
            <pc:docMk/>
            <pc:sldMk cId="3974944717" sldId="257"/>
            <ac:picMk id="5" creationId="{D9CCB16A-8F22-F2CB-DB51-AF1BC3C9B34A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18T23:54:23.369" v="32" actId="1076"/>
        <pc:sldMkLst>
          <pc:docMk/>
          <pc:sldMk cId="1756592734" sldId="258"/>
        </pc:sldMkLst>
        <pc:spChg chg="del">
          <ac:chgData name="Duce, Patricia" userId="63213659-433f-4003-8b64-f125efbf754c" providerId="ADAL" clId="{AE001863-6B8D-4F65-91FE-2AF03A5CBE3A}" dt="2024-09-18T23:53:56.547" v="26" actId="478"/>
          <ac:spMkLst>
            <pc:docMk/>
            <pc:sldMk cId="1756592734" sldId="258"/>
            <ac:spMk id="2" creationId="{23116B5C-43DA-2AE6-5A2E-84D1DAD29D59}"/>
          </ac:spMkLst>
        </pc:spChg>
        <pc:spChg chg="del">
          <ac:chgData name="Duce, Patricia" userId="63213659-433f-4003-8b64-f125efbf754c" providerId="ADAL" clId="{AE001863-6B8D-4F65-91FE-2AF03A5CBE3A}" dt="2024-09-18T23:53:53.687" v="25" actId="22"/>
          <ac:spMkLst>
            <pc:docMk/>
            <pc:sldMk cId="1756592734" sldId="258"/>
            <ac:spMk id="3" creationId="{B83E163C-1AC9-AB99-B1A8-690891681595}"/>
          </ac:spMkLst>
        </pc:spChg>
        <pc:picChg chg="add mod ord modCrop">
          <ac:chgData name="Duce, Patricia" userId="63213659-433f-4003-8b64-f125efbf754c" providerId="ADAL" clId="{AE001863-6B8D-4F65-91FE-2AF03A5CBE3A}" dt="2024-09-18T23:54:23.369" v="32" actId="1076"/>
          <ac:picMkLst>
            <pc:docMk/>
            <pc:sldMk cId="1756592734" sldId="258"/>
            <ac:picMk id="5" creationId="{256AF7D4-EFBD-9D8C-3FEB-186D626FEDAE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18T23:55:06.610" v="40" actId="1076"/>
        <pc:sldMkLst>
          <pc:docMk/>
          <pc:sldMk cId="2967775604" sldId="259"/>
        </pc:sldMkLst>
        <pc:spChg chg="del">
          <ac:chgData name="Duce, Patricia" userId="63213659-433f-4003-8b64-f125efbf754c" providerId="ADAL" clId="{AE001863-6B8D-4F65-91FE-2AF03A5CBE3A}" dt="2024-09-18T23:54:49.770" v="35" actId="478"/>
          <ac:spMkLst>
            <pc:docMk/>
            <pc:sldMk cId="2967775604" sldId="259"/>
            <ac:spMk id="2" creationId="{E5586B01-67FB-1BCB-B243-DA59008BD83F}"/>
          </ac:spMkLst>
        </pc:spChg>
        <pc:spChg chg="del">
          <ac:chgData name="Duce, Patricia" userId="63213659-433f-4003-8b64-f125efbf754c" providerId="ADAL" clId="{AE001863-6B8D-4F65-91FE-2AF03A5CBE3A}" dt="2024-09-18T23:54:47.036" v="34" actId="22"/>
          <ac:spMkLst>
            <pc:docMk/>
            <pc:sldMk cId="2967775604" sldId="259"/>
            <ac:spMk id="3" creationId="{824FD074-FC66-E0E2-E223-C7878C8BDB3B}"/>
          </ac:spMkLst>
        </pc:spChg>
        <pc:picChg chg="add mod ord modCrop">
          <ac:chgData name="Duce, Patricia" userId="63213659-433f-4003-8b64-f125efbf754c" providerId="ADAL" clId="{AE001863-6B8D-4F65-91FE-2AF03A5CBE3A}" dt="2024-09-18T23:55:06.610" v="40" actId="1076"/>
          <ac:picMkLst>
            <pc:docMk/>
            <pc:sldMk cId="2967775604" sldId="259"/>
            <ac:picMk id="5" creationId="{6A011EC3-7C05-EE00-F4A5-4D3753635679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18T23:56:14.993" v="49" actId="1076"/>
        <pc:sldMkLst>
          <pc:docMk/>
          <pc:sldMk cId="2660672906" sldId="260"/>
        </pc:sldMkLst>
        <pc:spChg chg="del">
          <ac:chgData name="Duce, Patricia" userId="63213659-433f-4003-8b64-f125efbf754c" providerId="ADAL" clId="{AE001863-6B8D-4F65-91FE-2AF03A5CBE3A}" dt="2024-09-18T23:55:52.050" v="43" actId="478"/>
          <ac:spMkLst>
            <pc:docMk/>
            <pc:sldMk cId="2660672906" sldId="260"/>
            <ac:spMk id="2" creationId="{2D4AB56D-A7E9-BC60-9C16-1E5C5748C863}"/>
          </ac:spMkLst>
        </pc:spChg>
        <pc:spChg chg="del">
          <ac:chgData name="Duce, Patricia" userId="63213659-433f-4003-8b64-f125efbf754c" providerId="ADAL" clId="{AE001863-6B8D-4F65-91FE-2AF03A5CBE3A}" dt="2024-09-18T23:55:48.971" v="42" actId="22"/>
          <ac:spMkLst>
            <pc:docMk/>
            <pc:sldMk cId="2660672906" sldId="260"/>
            <ac:spMk id="3" creationId="{0B2009A5-41A8-2FDB-EEC0-A570B5F7776A}"/>
          </ac:spMkLst>
        </pc:spChg>
        <pc:picChg chg="add mod ord modCrop">
          <ac:chgData name="Duce, Patricia" userId="63213659-433f-4003-8b64-f125efbf754c" providerId="ADAL" clId="{AE001863-6B8D-4F65-91FE-2AF03A5CBE3A}" dt="2024-09-18T23:56:14.993" v="49" actId="1076"/>
          <ac:picMkLst>
            <pc:docMk/>
            <pc:sldMk cId="2660672906" sldId="260"/>
            <ac:picMk id="5" creationId="{AF590AB7-D9D1-7F98-9454-954421C6A9A9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18T23:57:34.545" v="61" actId="14100"/>
        <pc:sldMkLst>
          <pc:docMk/>
          <pc:sldMk cId="955097459" sldId="261"/>
        </pc:sldMkLst>
        <pc:spChg chg="del">
          <ac:chgData name="Duce, Patricia" userId="63213659-433f-4003-8b64-f125efbf754c" providerId="ADAL" clId="{AE001863-6B8D-4F65-91FE-2AF03A5CBE3A}" dt="2024-09-18T23:56:22.951" v="51" actId="478"/>
          <ac:spMkLst>
            <pc:docMk/>
            <pc:sldMk cId="955097459" sldId="261"/>
            <ac:spMk id="2" creationId="{30FEA0A9-AEA8-A4DC-DD94-F4639D4FC99E}"/>
          </ac:spMkLst>
        </pc:spChg>
        <pc:spChg chg="del">
          <ac:chgData name="Duce, Patricia" userId="63213659-433f-4003-8b64-f125efbf754c" providerId="ADAL" clId="{AE001863-6B8D-4F65-91FE-2AF03A5CBE3A}" dt="2024-09-18T23:57:03.207" v="52" actId="22"/>
          <ac:spMkLst>
            <pc:docMk/>
            <pc:sldMk cId="955097459" sldId="261"/>
            <ac:spMk id="3" creationId="{269B95EF-4137-8E64-1DC7-F87A89A41077}"/>
          </ac:spMkLst>
        </pc:spChg>
        <pc:picChg chg="add mod ord modCrop">
          <ac:chgData name="Duce, Patricia" userId="63213659-433f-4003-8b64-f125efbf754c" providerId="ADAL" clId="{AE001863-6B8D-4F65-91FE-2AF03A5CBE3A}" dt="2024-09-18T23:57:34.545" v="61" actId="14100"/>
          <ac:picMkLst>
            <pc:docMk/>
            <pc:sldMk cId="955097459" sldId="261"/>
            <ac:picMk id="5" creationId="{FF247749-A102-B09E-1F76-C55B3B7A062F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18T23:59:11.992" v="70" actId="1076"/>
        <pc:sldMkLst>
          <pc:docMk/>
          <pc:sldMk cId="3548892775" sldId="262"/>
        </pc:sldMkLst>
        <pc:spChg chg="del">
          <ac:chgData name="Duce, Patricia" userId="63213659-433f-4003-8b64-f125efbf754c" providerId="ADAL" clId="{AE001863-6B8D-4F65-91FE-2AF03A5CBE3A}" dt="2024-09-18T23:58:49.079" v="64" actId="478"/>
          <ac:spMkLst>
            <pc:docMk/>
            <pc:sldMk cId="3548892775" sldId="262"/>
            <ac:spMk id="2" creationId="{0B29D583-7A1D-E382-0D92-63B248A420C0}"/>
          </ac:spMkLst>
        </pc:spChg>
        <pc:spChg chg="del">
          <ac:chgData name="Duce, Patricia" userId="63213659-433f-4003-8b64-f125efbf754c" providerId="ADAL" clId="{AE001863-6B8D-4F65-91FE-2AF03A5CBE3A}" dt="2024-09-18T23:58:46.130" v="63" actId="22"/>
          <ac:spMkLst>
            <pc:docMk/>
            <pc:sldMk cId="3548892775" sldId="262"/>
            <ac:spMk id="3" creationId="{F720E8DC-2F5E-47C6-FA47-9C09AB919F4F}"/>
          </ac:spMkLst>
        </pc:spChg>
        <pc:picChg chg="add mod ord modCrop">
          <ac:chgData name="Duce, Patricia" userId="63213659-433f-4003-8b64-f125efbf754c" providerId="ADAL" clId="{AE001863-6B8D-4F65-91FE-2AF03A5CBE3A}" dt="2024-09-18T23:59:11.992" v="70" actId="1076"/>
          <ac:picMkLst>
            <pc:docMk/>
            <pc:sldMk cId="3548892775" sldId="262"/>
            <ac:picMk id="5" creationId="{111D7519-4A6E-0898-DAB4-1C0FAE4ED0FF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19T00:01:51.033" v="78" actId="1076"/>
        <pc:sldMkLst>
          <pc:docMk/>
          <pc:sldMk cId="2489263527" sldId="263"/>
        </pc:sldMkLst>
        <pc:spChg chg="del">
          <ac:chgData name="Duce, Patricia" userId="63213659-433f-4003-8b64-f125efbf754c" providerId="ADAL" clId="{AE001863-6B8D-4F65-91FE-2AF03A5CBE3A}" dt="2024-09-19T00:01:31.974" v="73" actId="478"/>
          <ac:spMkLst>
            <pc:docMk/>
            <pc:sldMk cId="2489263527" sldId="263"/>
            <ac:spMk id="2" creationId="{D9BBCE73-6440-36C9-AD2A-A918FA5369F9}"/>
          </ac:spMkLst>
        </pc:spChg>
        <pc:spChg chg="del">
          <ac:chgData name="Duce, Patricia" userId="63213659-433f-4003-8b64-f125efbf754c" providerId="ADAL" clId="{AE001863-6B8D-4F65-91FE-2AF03A5CBE3A}" dt="2024-09-19T00:01:28.824" v="72" actId="22"/>
          <ac:spMkLst>
            <pc:docMk/>
            <pc:sldMk cId="2489263527" sldId="263"/>
            <ac:spMk id="3" creationId="{FCE3B31B-8F5F-15E5-707C-9DAFC418CD78}"/>
          </ac:spMkLst>
        </pc:spChg>
        <pc:picChg chg="add mod ord modCrop">
          <ac:chgData name="Duce, Patricia" userId="63213659-433f-4003-8b64-f125efbf754c" providerId="ADAL" clId="{AE001863-6B8D-4F65-91FE-2AF03A5CBE3A}" dt="2024-09-19T00:01:51.033" v="78" actId="1076"/>
          <ac:picMkLst>
            <pc:docMk/>
            <pc:sldMk cId="2489263527" sldId="263"/>
            <ac:picMk id="5" creationId="{94AF2B3C-E33A-766D-E0A7-23AC5E8A196B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19T00:03:42.623" v="86" actId="1076"/>
        <pc:sldMkLst>
          <pc:docMk/>
          <pc:sldMk cId="1149107642" sldId="264"/>
        </pc:sldMkLst>
        <pc:spChg chg="del">
          <ac:chgData name="Duce, Patricia" userId="63213659-433f-4003-8b64-f125efbf754c" providerId="ADAL" clId="{AE001863-6B8D-4F65-91FE-2AF03A5CBE3A}" dt="2024-09-19T00:03:36.964" v="83" actId="478"/>
          <ac:spMkLst>
            <pc:docMk/>
            <pc:sldMk cId="1149107642" sldId="264"/>
            <ac:spMk id="2" creationId="{5A324826-56C7-CBC7-3D99-236484389D76}"/>
          </ac:spMkLst>
        </pc:spChg>
        <pc:spChg chg="del">
          <ac:chgData name="Duce, Patricia" userId="63213659-433f-4003-8b64-f125efbf754c" providerId="ADAL" clId="{AE001863-6B8D-4F65-91FE-2AF03A5CBE3A}" dt="2024-09-19T00:03:14.508" v="80" actId="22"/>
          <ac:spMkLst>
            <pc:docMk/>
            <pc:sldMk cId="1149107642" sldId="264"/>
            <ac:spMk id="3" creationId="{A16637AD-FA21-9B96-7C77-EFB5AA184B5B}"/>
          </ac:spMkLst>
        </pc:spChg>
        <pc:picChg chg="add mod ord modCrop">
          <ac:chgData name="Duce, Patricia" userId="63213659-433f-4003-8b64-f125efbf754c" providerId="ADAL" clId="{AE001863-6B8D-4F65-91FE-2AF03A5CBE3A}" dt="2024-09-19T00:03:42.623" v="86" actId="1076"/>
          <ac:picMkLst>
            <pc:docMk/>
            <pc:sldMk cId="1149107642" sldId="264"/>
            <ac:picMk id="5" creationId="{1879485C-5CFF-3608-418D-E560919CA28F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4T02:09:24.723" v="747" actId="14100"/>
        <pc:sldMkLst>
          <pc:docMk/>
          <pc:sldMk cId="1369483394" sldId="265"/>
        </pc:sldMkLst>
        <pc:spChg chg="del">
          <ac:chgData name="Duce, Patricia" userId="63213659-433f-4003-8b64-f125efbf754c" providerId="ADAL" clId="{AE001863-6B8D-4F65-91FE-2AF03A5CBE3A}" dt="2024-09-19T00:04:38.479" v="89" actId="478"/>
          <ac:spMkLst>
            <pc:docMk/>
            <pc:sldMk cId="1369483394" sldId="265"/>
            <ac:spMk id="2" creationId="{B75C8F16-8541-92B1-FA2A-3A6953E262F4}"/>
          </ac:spMkLst>
        </pc:spChg>
        <pc:spChg chg="del">
          <ac:chgData name="Duce, Patricia" userId="63213659-433f-4003-8b64-f125efbf754c" providerId="ADAL" clId="{AE001863-6B8D-4F65-91FE-2AF03A5CBE3A}" dt="2024-09-19T00:04:35.443" v="88" actId="22"/>
          <ac:spMkLst>
            <pc:docMk/>
            <pc:sldMk cId="1369483394" sldId="265"/>
            <ac:spMk id="3" creationId="{29E96C36-0255-8026-94D4-AFD5BDDE643A}"/>
          </ac:spMkLst>
        </pc:spChg>
        <pc:spChg chg="add del mod">
          <ac:chgData name="Duce, Patricia" userId="63213659-433f-4003-8b64-f125efbf754c" providerId="ADAL" clId="{AE001863-6B8D-4F65-91FE-2AF03A5CBE3A}" dt="2024-09-24T02:09:05.373" v="742" actId="22"/>
          <ac:spMkLst>
            <pc:docMk/>
            <pc:sldMk cId="1369483394" sldId="265"/>
            <ac:spMk id="3" creationId="{D07C07DF-0615-5017-F600-B167585B208A}"/>
          </ac:spMkLst>
        </pc:spChg>
        <pc:picChg chg="add del mod ord modCrop">
          <ac:chgData name="Duce, Patricia" userId="63213659-433f-4003-8b64-f125efbf754c" providerId="ADAL" clId="{AE001863-6B8D-4F65-91FE-2AF03A5CBE3A}" dt="2024-09-24T02:09:03.351" v="741" actId="478"/>
          <ac:picMkLst>
            <pc:docMk/>
            <pc:sldMk cId="1369483394" sldId="265"/>
            <ac:picMk id="5" creationId="{4839BA21-1345-64D6-4116-EC41215743B3}"/>
          </ac:picMkLst>
        </pc:picChg>
        <pc:picChg chg="add mod ord modCrop">
          <ac:chgData name="Duce, Patricia" userId="63213659-433f-4003-8b64-f125efbf754c" providerId="ADAL" clId="{AE001863-6B8D-4F65-91FE-2AF03A5CBE3A}" dt="2024-09-24T02:09:24.723" v="747" actId="14100"/>
          <ac:picMkLst>
            <pc:docMk/>
            <pc:sldMk cId="1369483394" sldId="265"/>
            <ac:picMk id="6" creationId="{118A592D-56D5-5249-1525-9BEA70A31D05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19T00:05:37.214" v="101" actId="14100"/>
        <pc:sldMkLst>
          <pc:docMk/>
          <pc:sldMk cId="153604243" sldId="266"/>
        </pc:sldMkLst>
        <pc:spChg chg="del">
          <ac:chgData name="Duce, Patricia" userId="63213659-433f-4003-8b64-f125efbf754c" providerId="ADAL" clId="{AE001863-6B8D-4F65-91FE-2AF03A5CBE3A}" dt="2024-09-19T00:05:32.770" v="99" actId="478"/>
          <ac:spMkLst>
            <pc:docMk/>
            <pc:sldMk cId="153604243" sldId="266"/>
            <ac:spMk id="2" creationId="{55FC4267-7A7C-110E-EDD8-FCB9FBB41072}"/>
          </ac:spMkLst>
        </pc:spChg>
        <pc:spChg chg="del">
          <ac:chgData name="Duce, Patricia" userId="63213659-433f-4003-8b64-f125efbf754c" providerId="ADAL" clId="{AE001863-6B8D-4F65-91FE-2AF03A5CBE3A}" dt="2024-09-19T00:05:19.960" v="96" actId="22"/>
          <ac:spMkLst>
            <pc:docMk/>
            <pc:sldMk cId="153604243" sldId="266"/>
            <ac:spMk id="3" creationId="{8E51F2A0-74F7-7ADD-BAC4-8E6DFBAFF59D}"/>
          </ac:spMkLst>
        </pc:spChg>
        <pc:picChg chg="add mod ord modCrop">
          <ac:chgData name="Duce, Patricia" userId="63213659-433f-4003-8b64-f125efbf754c" providerId="ADAL" clId="{AE001863-6B8D-4F65-91FE-2AF03A5CBE3A}" dt="2024-09-19T00:05:37.214" v="101" actId="14100"/>
          <ac:picMkLst>
            <pc:docMk/>
            <pc:sldMk cId="153604243" sldId="266"/>
            <ac:picMk id="5" creationId="{A0F14B14-56F2-20DC-7D7F-718BE0ABAEAD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19T00:07:29.959" v="110" actId="1076"/>
        <pc:sldMkLst>
          <pc:docMk/>
          <pc:sldMk cId="3681382898" sldId="267"/>
        </pc:sldMkLst>
        <pc:spChg chg="del">
          <ac:chgData name="Duce, Patricia" userId="63213659-433f-4003-8b64-f125efbf754c" providerId="ADAL" clId="{AE001863-6B8D-4F65-91FE-2AF03A5CBE3A}" dt="2024-09-19T00:07:11.479" v="104" actId="478"/>
          <ac:spMkLst>
            <pc:docMk/>
            <pc:sldMk cId="3681382898" sldId="267"/>
            <ac:spMk id="2" creationId="{710DE888-F603-9618-033E-CB8F2C8F72BE}"/>
          </ac:spMkLst>
        </pc:spChg>
        <pc:spChg chg="del">
          <ac:chgData name="Duce, Patricia" userId="63213659-433f-4003-8b64-f125efbf754c" providerId="ADAL" clId="{AE001863-6B8D-4F65-91FE-2AF03A5CBE3A}" dt="2024-09-19T00:07:08.928" v="103" actId="22"/>
          <ac:spMkLst>
            <pc:docMk/>
            <pc:sldMk cId="3681382898" sldId="267"/>
            <ac:spMk id="3" creationId="{E3D0F2C0-782A-B496-DC10-EE321B8A930B}"/>
          </ac:spMkLst>
        </pc:spChg>
        <pc:picChg chg="add mod ord modCrop">
          <ac:chgData name="Duce, Patricia" userId="63213659-433f-4003-8b64-f125efbf754c" providerId="ADAL" clId="{AE001863-6B8D-4F65-91FE-2AF03A5CBE3A}" dt="2024-09-19T00:07:29.959" v="110" actId="1076"/>
          <ac:picMkLst>
            <pc:docMk/>
            <pc:sldMk cId="3681382898" sldId="267"/>
            <ac:picMk id="5" creationId="{2B85B8B5-5D88-C07D-911E-4B28E81B35CB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19T00:08:14.302" v="118" actId="1076"/>
        <pc:sldMkLst>
          <pc:docMk/>
          <pc:sldMk cId="1973815710" sldId="268"/>
        </pc:sldMkLst>
        <pc:spChg chg="del">
          <ac:chgData name="Duce, Patricia" userId="63213659-433f-4003-8b64-f125efbf754c" providerId="ADAL" clId="{AE001863-6B8D-4F65-91FE-2AF03A5CBE3A}" dt="2024-09-19T00:07:54.788" v="113" actId="478"/>
          <ac:spMkLst>
            <pc:docMk/>
            <pc:sldMk cId="1973815710" sldId="268"/>
            <ac:spMk id="2" creationId="{7066555F-35EA-4F82-C318-0FE3B2066AE8}"/>
          </ac:spMkLst>
        </pc:spChg>
        <pc:spChg chg="del">
          <ac:chgData name="Duce, Patricia" userId="63213659-433f-4003-8b64-f125efbf754c" providerId="ADAL" clId="{AE001863-6B8D-4F65-91FE-2AF03A5CBE3A}" dt="2024-09-19T00:07:51.939" v="112" actId="22"/>
          <ac:spMkLst>
            <pc:docMk/>
            <pc:sldMk cId="1973815710" sldId="268"/>
            <ac:spMk id="3" creationId="{247EF8EB-AB9C-39D1-6247-09D90AF21997}"/>
          </ac:spMkLst>
        </pc:spChg>
        <pc:picChg chg="add mod ord modCrop">
          <ac:chgData name="Duce, Patricia" userId="63213659-433f-4003-8b64-f125efbf754c" providerId="ADAL" clId="{AE001863-6B8D-4F65-91FE-2AF03A5CBE3A}" dt="2024-09-19T00:08:14.302" v="118" actId="1076"/>
          <ac:picMkLst>
            <pc:docMk/>
            <pc:sldMk cId="1973815710" sldId="268"/>
            <ac:picMk id="5" creationId="{6D561575-8351-7E64-CE5A-86DE49C66828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19T00:12:13.789" v="127" actId="14100"/>
        <pc:sldMkLst>
          <pc:docMk/>
          <pc:sldMk cId="841358056" sldId="269"/>
        </pc:sldMkLst>
        <pc:spChg chg="del">
          <ac:chgData name="Duce, Patricia" userId="63213659-433f-4003-8b64-f125efbf754c" providerId="ADAL" clId="{AE001863-6B8D-4F65-91FE-2AF03A5CBE3A}" dt="2024-09-19T00:11:27.106" v="121" actId="478"/>
          <ac:spMkLst>
            <pc:docMk/>
            <pc:sldMk cId="841358056" sldId="269"/>
            <ac:spMk id="2" creationId="{96C16DB1-22E7-0A2A-82B6-4598ADF44817}"/>
          </ac:spMkLst>
        </pc:spChg>
        <pc:spChg chg="del">
          <ac:chgData name="Duce, Patricia" userId="63213659-433f-4003-8b64-f125efbf754c" providerId="ADAL" clId="{AE001863-6B8D-4F65-91FE-2AF03A5CBE3A}" dt="2024-09-19T00:11:22.262" v="120" actId="22"/>
          <ac:spMkLst>
            <pc:docMk/>
            <pc:sldMk cId="841358056" sldId="269"/>
            <ac:spMk id="3" creationId="{78E8202E-6B9C-6BB3-935F-05C3BAB4BB0B}"/>
          </ac:spMkLst>
        </pc:spChg>
        <pc:picChg chg="add mod ord modCrop">
          <ac:chgData name="Duce, Patricia" userId="63213659-433f-4003-8b64-f125efbf754c" providerId="ADAL" clId="{AE001863-6B8D-4F65-91FE-2AF03A5CBE3A}" dt="2024-09-19T00:12:13.789" v="127" actId="14100"/>
          <ac:picMkLst>
            <pc:docMk/>
            <pc:sldMk cId="841358056" sldId="269"/>
            <ac:picMk id="5" creationId="{C5048DCC-BA2B-5DEE-E7A1-B9D71A24624A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19T00:13:00.646" v="135" actId="1076"/>
        <pc:sldMkLst>
          <pc:docMk/>
          <pc:sldMk cId="3038778815" sldId="270"/>
        </pc:sldMkLst>
        <pc:spChg chg="del">
          <ac:chgData name="Duce, Patricia" userId="63213659-433f-4003-8b64-f125efbf754c" providerId="ADAL" clId="{AE001863-6B8D-4F65-91FE-2AF03A5CBE3A}" dt="2024-09-19T00:12:45.381" v="130" actId="478"/>
          <ac:spMkLst>
            <pc:docMk/>
            <pc:sldMk cId="3038778815" sldId="270"/>
            <ac:spMk id="2" creationId="{A7073741-165C-3BED-E2F5-17FF29F59825}"/>
          </ac:spMkLst>
        </pc:spChg>
        <pc:spChg chg="del">
          <ac:chgData name="Duce, Patricia" userId="63213659-433f-4003-8b64-f125efbf754c" providerId="ADAL" clId="{AE001863-6B8D-4F65-91FE-2AF03A5CBE3A}" dt="2024-09-19T00:12:42.348" v="129" actId="22"/>
          <ac:spMkLst>
            <pc:docMk/>
            <pc:sldMk cId="3038778815" sldId="270"/>
            <ac:spMk id="3" creationId="{43783E74-60BC-FBDC-DDE4-DA98EA8E4F69}"/>
          </ac:spMkLst>
        </pc:spChg>
        <pc:picChg chg="add mod ord modCrop">
          <ac:chgData name="Duce, Patricia" userId="63213659-433f-4003-8b64-f125efbf754c" providerId="ADAL" clId="{AE001863-6B8D-4F65-91FE-2AF03A5CBE3A}" dt="2024-09-19T00:13:00.646" v="135" actId="1076"/>
          <ac:picMkLst>
            <pc:docMk/>
            <pc:sldMk cId="3038778815" sldId="270"/>
            <ac:picMk id="5" creationId="{50EED19E-7F3E-1348-3EA9-E1E0CD4E0C9A}"/>
          </ac:picMkLst>
        </pc:picChg>
      </pc:sldChg>
      <pc:sldChg chg="delSp modSp new mod">
        <pc:chgData name="Duce, Patricia" userId="63213659-433f-4003-8b64-f125efbf754c" providerId="ADAL" clId="{AE001863-6B8D-4F65-91FE-2AF03A5CBE3A}" dt="2024-09-24T02:17:42.772" v="748" actId="20577"/>
        <pc:sldMkLst>
          <pc:docMk/>
          <pc:sldMk cId="4224876542" sldId="271"/>
        </pc:sldMkLst>
        <pc:spChg chg="del">
          <ac:chgData name="Duce, Patricia" userId="63213659-433f-4003-8b64-f125efbf754c" providerId="ADAL" clId="{AE001863-6B8D-4F65-91FE-2AF03A5CBE3A}" dt="2024-09-23T17:36:59.571" v="204" actId="478"/>
          <ac:spMkLst>
            <pc:docMk/>
            <pc:sldMk cId="4224876542" sldId="271"/>
            <ac:spMk id="2" creationId="{CB461DDF-3874-4C7D-EEFD-B6A44B7B9D2C}"/>
          </ac:spMkLst>
        </pc:spChg>
        <pc:spChg chg="mod">
          <ac:chgData name="Duce, Patricia" userId="63213659-433f-4003-8b64-f125efbf754c" providerId="ADAL" clId="{AE001863-6B8D-4F65-91FE-2AF03A5CBE3A}" dt="2024-09-24T02:17:42.772" v="748" actId="20577"/>
          <ac:spMkLst>
            <pc:docMk/>
            <pc:sldMk cId="4224876542" sldId="271"/>
            <ac:spMk id="3" creationId="{A0AD72ED-CFF8-4CEB-DCEB-4666F70DBFCD}"/>
          </ac:spMkLst>
        </pc:spChg>
      </pc:sldChg>
      <pc:sldChg chg="delSp modSp new mod">
        <pc:chgData name="Duce, Patricia" userId="63213659-433f-4003-8b64-f125efbf754c" providerId="ADAL" clId="{AE001863-6B8D-4F65-91FE-2AF03A5CBE3A}" dt="2024-09-23T17:41:54.288" v="547" actId="20577"/>
        <pc:sldMkLst>
          <pc:docMk/>
          <pc:sldMk cId="1670921731" sldId="272"/>
        </pc:sldMkLst>
        <pc:spChg chg="del">
          <ac:chgData name="Duce, Patricia" userId="63213659-433f-4003-8b64-f125efbf754c" providerId="ADAL" clId="{AE001863-6B8D-4F65-91FE-2AF03A5CBE3A}" dt="2024-09-23T17:41:15.692" v="530" actId="478"/>
          <ac:spMkLst>
            <pc:docMk/>
            <pc:sldMk cId="1670921731" sldId="272"/>
            <ac:spMk id="2" creationId="{29705C63-40F8-879D-94BD-C3A8A4C1FFB6}"/>
          </ac:spMkLst>
        </pc:spChg>
        <pc:spChg chg="mod">
          <ac:chgData name="Duce, Patricia" userId="63213659-433f-4003-8b64-f125efbf754c" providerId="ADAL" clId="{AE001863-6B8D-4F65-91FE-2AF03A5CBE3A}" dt="2024-09-23T17:41:54.288" v="547" actId="20577"/>
          <ac:spMkLst>
            <pc:docMk/>
            <pc:sldMk cId="1670921731" sldId="272"/>
            <ac:spMk id="3" creationId="{13A433B2-2A31-0CF7-7A3B-65E37219DAA2}"/>
          </ac:spMkLst>
        </pc:spChg>
      </pc:sldChg>
      <pc:sldChg chg="modSp new mod">
        <pc:chgData name="Duce, Patricia" userId="63213659-433f-4003-8b64-f125efbf754c" providerId="ADAL" clId="{AE001863-6B8D-4F65-91FE-2AF03A5CBE3A}" dt="2024-09-23T17:43:07.299" v="572" actId="20577"/>
        <pc:sldMkLst>
          <pc:docMk/>
          <pc:sldMk cId="4208099364" sldId="273"/>
        </pc:sldMkLst>
        <pc:spChg chg="mod">
          <ac:chgData name="Duce, Patricia" userId="63213659-433f-4003-8b64-f125efbf754c" providerId="ADAL" clId="{AE001863-6B8D-4F65-91FE-2AF03A5CBE3A}" dt="2024-09-23T17:42:35.745" v="561" actId="20577"/>
          <ac:spMkLst>
            <pc:docMk/>
            <pc:sldMk cId="4208099364" sldId="273"/>
            <ac:spMk id="2" creationId="{C97E068D-1E8A-2F95-C8E3-B3A687DDB407}"/>
          </ac:spMkLst>
        </pc:spChg>
        <pc:spChg chg="mod">
          <ac:chgData name="Duce, Patricia" userId="63213659-433f-4003-8b64-f125efbf754c" providerId="ADAL" clId="{AE001863-6B8D-4F65-91FE-2AF03A5CBE3A}" dt="2024-09-23T17:43:07.299" v="572" actId="20577"/>
          <ac:spMkLst>
            <pc:docMk/>
            <pc:sldMk cId="4208099364" sldId="273"/>
            <ac:spMk id="3" creationId="{1F570E33-A5E7-4606-0676-84707D04DF94}"/>
          </ac:spMkLst>
        </pc:spChg>
      </pc:sldChg>
      <pc:sldChg chg="addSp delSp modSp new mod">
        <pc:chgData name="Duce, Patricia" userId="63213659-433f-4003-8b64-f125efbf754c" providerId="ADAL" clId="{AE001863-6B8D-4F65-91FE-2AF03A5CBE3A}" dt="2024-09-23T17:44:14.007" v="580" actId="14100"/>
        <pc:sldMkLst>
          <pc:docMk/>
          <pc:sldMk cId="1225535502" sldId="274"/>
        </pc:sldMkLst>
        <pc:spChg chg="del">
          <ac:chgData name="Duce, Patricia" userId="63213659-433f-4003-8b64-f125efbf754c" providerId="ADAL" clId="{AE001863-6B8D-4F65-91FE-2AF03A5CBE3A}" dt="2024-09-23T17:43:57.469" v="575" actId="478"/>
          <ac:spMkLst>
            <pc:docMk/>
            <pc:sldMk cId="1225535502" sldId="274"/>
            <ac:spMk id="2" creationId="{E5DC60C2-1B2B-D128-D03C-C7474928B993}"/>
          </ac:spMkLst>
        </pc:spChg>
        <pc:spChg chg="del">
          <ac:chgData name="Duce, Patricia" userId="63213659-433f-4003-8b64-f125efbf754c" providerId="ADAL" clId="{AE001863-6B8D-4F65-91FE-2AF03A5CBE3A}" dt="2024-09-23T17:43:53.466" v="574" actId="22"/>
          <ac:spMkLst>
            <pc:docMk/>
            <pc:sldMk cId="1225535502" sldId="274"/>
            <ac:spMk id="3" creationId="{8A254792-F44F-08D7-9F7E-C4AA0F296F69}"/>
          </ac:spMkLst>
        </pc:spChg>
        <pc:picChg chg="add mod ord modCrop">
          <ac:chgData name="Duce, Patricia" userId="63213659-433f-4003-8b64-f125efbf754c" providerId="ADAL" clId="{AE001863-6B8D-4F65-91FE-2AF03A5CBE3A}" dt="2024-09-23T17:44:14.007" v="580" actId="14100"/>
          <ac:picMkLst>
            <pc:docMk/>
            <pc:sldMk cId="1225535502" sldId="274"/>
            <ac:picMk id="5" creationId="{8E40E698-CB27-9B81-CF85-931C79844ADE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7:45:33.748" v="594" actId="20577"/>
        <pc:sldMkLst>
          <pc:docMk/>
          <pc:sldMk cId="3152200145" sldId="275"/>
        </pc:sldMkLst>
        <pc:spChg chg="del">
          <ac:chgData name="Duce, Patricia" userId="63213659-433f-4003-8b64-f125efbf754c" providerId="ADAL" clId="{AE001863-6B8D-4F65-91FE-2AF03A5CBE3A}" dt="2024-09-23T17:44:42.181" v="583" actId="478"/>
          <ac:spMkLst>
            <pc:docMk/>
            <pc:sldMk cId="3152200145" sldId="275"/>
            <ac:spMk id="2" creationId="{6E40E27D-CC3C-AB11-07DC-CAE708A2822A}"/>
          </ac:spMkLst>
        </pc:spChg>
        <pc:spChg chg="del">
          <ac:chgData name="Duce, Patricia" userId="63213659-433f-4003-8b64-f125efbf754c" providerId="ADAL" clId="{AE001863-6B8D-4F65-91FE-2AF03A5CBE3A}" dt="2024-09-23T17:44:39.752" v="582" actId="22"/>
          <ac:spMkLst>
            <pc:docMk/>
            <pc:sldMk cId="3152200145" sldId="275"/>
            <ac:spMk id="3" creationId="{A1E2738F-A035-4BB7-9303-5AA8E97DECA8}"/>
          </ac:spMkLst>
        </pc:spChg>
        <pc:spChg chg="add mod">
          <ac:chgData name="Duce, Patricia" userId="63213659-433f-4003-8b64-f125efbf754c" providerId="ADAL" clId="{AE001863-6B8D-4F65-91FE-2AF03A5CBE3A}" dt="2024-09-23T17:45:33.748" v="594" actId="20577"/>
          <ac:spMkLst>
            <pc:docMk/>
            <pc:sldMk cId="3152200145" sldId="275"/>
            <ac:spMk id="7" creationId="{0F0FB26E-750B-614C-8C9C-F5BED94BC3D3}"/>
          </ac:spMkLst>
        </pc:spChg>
        <pc:picChg chg="add mod ord modCrop">
          <ac:chgData name="Duce, Patricia" userId="63213659-433f-4003-8b64-f125efbf754c" providerId="ADAL" clId="{AE001863-6B8D-4F65-91FE-2AF03A5CBE3A}" dt="2024-09-23T17:45:08.894" v="590" actId="1076"/>
          <ac:picMkLst>
            <pc:docMk/>
            <pc:sldMk cId="3152200145" sldId="275"/>
            <ac:picMk id="5" creationId="{DA742AD5-F05E-3437-F5BF-698BEFA62429}"/>
          </ac:picMkLst>
        </pc:picChg>
      </pc:sldChg>
      <pc:sldChg chg="addSp delSp modSp new mod setBg">
        <pc:chgData name="Duce, Patricia" userId="63213659-433f-4003-8b64-f125efbf754c" providerId="ADAL" clId="{AE001863-6B8D-4F65-91FE-2AF03A5CBE3A}" dt="2024-09-23T17:47:21.304" v="606" actId="1076"/>
        <pc:sldMkLst>
          <pc:docMk/>
          <pc:sldMk cId="1572679586" sldId="276"/>
        </pc:sldMkLst>
        <pc:spChg chg="del">
          <ac:chgData name="Duce, Patricia" userId="63213659-433f-4003-8b64-f125efbf754c" providerId="ADAL" clId="{AE001863-6B8D-4F65-91FE-2AF03A5CBE3A}" dt="2024-09-23T17:46:50.075" v="597" actId="478"/>
          <ac:spMkLst>
            <pc:docMk/>
            <pc:sldMk cId="1572679586" sldId="276"/>
            <ac:spMk id="2" creationId="{B4EC3FCC-B76D-A0B4-2071-DAB606305CC2}"/>
          </ac:spMkLst>
        </pc:spChg>
        <pc:spChg chg="del">
          <ac:chgData name="Duce, Patricia" userId="63213659-433f-4003-8b64-f125efbf754c" providerId="ADAL" clId="{AE001863-6B8D-4F65-91FE-2AF03A5CBE3A}" dt="2024-09-23T17:46:47.460" v="596" actId="22"/>
          <ac:spMkLst>
            <pc:docMk/>
            <pc:sldMk cId="1572679586" sldId="276"/>
            <ac:spMk id="3" creationId="{63CA2805-3EF5-59A7-3204-452AC45F150E}"/>
          </ac:spMkLst>
        </pc:spChg>
        <pc:spChg chg="add del">
          <ac:chgData name="Duce, Patricia" userId="63213659-433f-4003-8b64-f125efbf754c" providerId="ADAL" clId="{AE001863-6B8D-4F65-91FE-2AF03A5CBE3A}" dt="2024-09-23T17:47:17.722" v="605" actId="26606"/>
          <ac:spMkLst>
            <pc:docMk/>
            <pc:sldMk cId="1572679586" sldId="276"/>
            <ac:spMk id="9" creationId="{F526D089-12F5-C911-03F1-D79B24D7136F}"/>
          </ac:spMkLst>
        </pc:spChg>
        <pc:spChg chg="add del">
          <ac:chgData name="Duce, Patricia" userId="63213659-433f-4003-8b64-f125efbf754c" providerId="ADAL" clId="{AE001863-6B8D-4F65-91FE-2AF03A5CBE3A}" dt="2024-09-23T17:47:17.722" v="605" actId="26606"/>
          <ac:spMkLst>
            <pc:docMk/>
            <pc:sldMk cId="1572679586" sldId="276"/>
            <ac:spMk id="12" creationId="{F13C74B1-5B17-4795-BED0-7140497B445A}"/>
          </ac:spMkLst>
        </pc:spChg>
        <pc:spChg chg="add del">
          <ac:chgData name="Duce, Patricia" userId="63213659-433f-4003-8b64-f125efbf754c" providerId="ADAL" clId="{AE001863-6B8D-4F65-91FE-2AF03A5CBE3A}" dt="2024-09-23T17:47:17.722" v="605" actId="26606"/>
          <ac:spMkLst>
            <pc:docMk/>
            <pc:sldMk cId="1572679586" sldId="276"/>
            <ac:spMk id="14" creationId="{D4974D33-8DC5-464E-8C6D-BE58F0669C17}"/>
          </ac:spMkLst>
        </pc:spChg>
        <pc:picChg chg="add mod ord modCrop">
          <ac:chgData name="Duce, Patricia" userId="63213659-433f-4003-8b64-f125efbf754c" providerId="ADAL" clId="{AE001863-6B8D-4F65-91FE-2AF03A5CBE3A}" dt="2024-09-23T17:47:21.304" v="606" actId="1076"/>
          <ac:picMkLst>
            <pc:docMk/>
            <pc:sldMk cId="1572679586" sldId="276"/>
            <ac:picMk id="5" creationId="{2B0B1AC6-B2B1-8DB9-AD1B-E0A1965DA7E5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21:01.264" v="614" actId="1076"/>
        <pc:sldMkLst>
          <pc:docMk/>
          <pc:sldMk cId="2681081382" sldId="277"/>
        </pc:sldMkLst>
        <pc:spChg chg="del">
          <ac:chgData name="Duce, Patricia" userId="63213659-433f-4003-8b64-f125efbf754c" providerId="ADAL" clId="{AE001863-6B8D-4F65-91FE-2AF03A5CBE3A}" dt="2024-09-23T18:20:57.359" v="611" actId="478"/>
          <ac:spMkLst>
            <pc:docMk/>
            <pc:sldMk cId="2681081382" sldId="277"/>
            <ac:spMk id="2" creationId="{42369871-DC7E-72E8-6E75-511BF6A73535}"/>
          </ac:spMkLst>
        </pc:spChg>
        <pc:spChg chg="del">
          <ac:chgData name="Duce, Patricia" userId="63213659-433f-4003-8b64-f125efbf754c" providerId="ADAL" clId="{AE001863-6B8D-4F65-91FE-2AF03A5CBE3A}" dt="2024-09-23T18:20:47.474" v="608" actId="22"/>
          <ac:spMkLst>
            <pc:docMk/>
            <pc:sldMk cId="2681081382" sldId="277"/>
            <ac:spMk id="3" creationId="{5183DFAA-6AE8-8582-05D5-D6B13F350594}"/>
          </ac:spMkLst>
        </pc:spChg>
        <pc:picChg chg="add mod ord modCrop">
          <ac:chgData name="Duce, Patricia" userId="63213659-433f-4003-8b64-f125efbf754c" providerId="ADAL" clId="{AE001863-6B8D-4F65-91FE-2AF03A5CBE3A}" dt="2024-09-23T18:21:01.264" v="614" actId="1076"/>
          <ac:picMkLst>
            <pc:docMk/>
            <pc:sldMk cId="2681081382" sldId="277"/>
            <ac:picMk id="5" creationId="{74C98722-7266-2304-7B2F-E5A959937895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21:45.216" v="623" actId="14100"/>
        <pc:sldMkLst>
          <pc:docMk/>
          <pc:sldMk cId="3729993863" sldId="278"/>
        </pc:sldMkLst>
        <pc:spChg chg="del">
          <ac:chgData name="Duce, Patricia" userId="63213659-433f-4003-8b64-f125efbf754c" providerId="ADAL" clId="{AE001863-6B8D-4F65-91FE-2AF03A5CBE3A}" dt="2024-09-23T18:21:29.997" v="617" actId="478"/>
          <ac:spMkLst>
            <pc:docMk/>
            <pc:sldMk cId="3729993863" sldId="278"/>
            <ac:spMk id="2" creationId="{55C478AA-D231-E88E-D2BE-210DD229CE7F}"/>
          </ac:spMkLst>
        </pc:spChg>
        <pc:spChg chg="del">
          <ac:chgData name="Duce, Patricia" userId="63213659-433f-4003-8b64-f125efbf754c" providerId="ADAL" clId="{AE001863-6B8D-4F65-91FE-2AF03A5CBE3A}" dt="2024-09-23T18:21:27.507" v="616" actId="22"/>
          <ac:spMkLst>
            <pc:docMk/>
            <pc:sldMk cId="3729993863" sldId="278"/>
            <ac:spMk id="3" creationId="{C6BF57F1-C528-ED13-1F10-E337B46BD680}"/>
          </ac:spMkLst>
        </pc:spChg>
        <pc:picChg chg="add mod ord modCrop">
          <ac:chgData name="Duce, Patricia" userId="63213659-433f-4003-8b64-f125efbf754c" providerId="ADAL" clId="{AE001863-6B8D-4F65-91FE-2AF03A5CBE3A}" dt="2024-09-23T18:21:45.216" v="623" actId="14100"/>
          <ac:picMkLst>
            <pc:docMk/>
            <pc:sldMk cId="3729993863" sldId="278"/>
            <ac:picMk id="5" creationId="{ABD69A6A-CF47-CBD5-6446-E5B64908C42D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22:50.399" v="631" actId="14100"/>
        <pc:sldMkLst>
          <pc:docMk/>
          <pc:sldMk cId="1824919878" sldId="279"/>
        </pc:sldMkLst>
        <pc:spChg chg="del">
          <ac:chgData name="Duce, Patricia" userId="63213659-433f-4003-8b64-f125efbf754c" providerId="ADAL" clId="{AE001863-6B8D-4F65-91FE-2AF03A5CBE3A}" dt="2024-09-23T18:22:35.909" v="626" actId="478"/>
          <ac:spMkLst>
            <pc:docMk/>
            <pc:sldMk cId="1824919878" sldId="279"/>
            <ac:spMk id="2" creationId="{C0F3A387-8188-5C1D-D8E4-BF5BE2F50E2C}"/>
          </ac:spMkLst>
        </pc:spChg>
        <pc:spChg chg="del">
          <ac:chgData name="Duce, Patricia" userId="63213659-433f-4003-8b64-f125efbf754c" providerId="ADAL" clId="{AE001863-6B8D-4F65-91FE-2AF03A5CBE3A}" dt="2024-09-23T18:22:33.645" v="625" actId="22"/>
          <ac:spMkLst>
            <pc:docMk/>
            <pc:sldMk cId="1824919878" sldId="279"/>
            <ac:spMk id="3" creationId="{DDF2988B-98A9-4070-89B4-F3C31DDB897E}"/>
          </ac:spMkLst>
        </pc:spChg>
        <pc:picChg chg="add mod ord modCrop">
          <ac:chgData name="Duce, Patricia" userId="63213659-433f-4003-8b64-f125efbf754c" providerId="ADAL" clId="{AE001863-6B8D-4F65-91FE-2AF03A5CBE3A}" dt="2024-09-23T18:22:50.399" v="631" actId="14100"/>
          <ac:picMkLst>
            <pc:docMk/>
            <pc:sldMk cId="1824919878" sldId="279"/>
            <ac:picMk id="5" creationId="{EA8FEADC-7320-4F3A-0DF6-FADBE3C2B1DA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24:20.704" v="638" actId="1076"/>
        <pc:sldMkLst>
          <pc:docMk/>
          <pc:sldMk cId="3486847696" sldId="280"/>
        </pc:sldMkLst>
        <pc:spChg chg="del">
          <ac:chgData name="Duce, Patricia" userId="63213659-433f-4003-8b64-f125efbf754c" providerId="ADAL" clId="{AE001863-6B8D-4F65-91FE-2AF03A5CBE3A}" dt="2024-09-23T18:24:05.254" v="634" actId="478"/>
          <ac:spMkLst>
            <pc:docMk/>
            <pc:sldMk cId="3486847696" sldId="280"/>
            <ac:spMk id="2" creationId="{17759585-7C8E-68F3-0A82-EE007B44A2FE}"/>
          </ac:spMkLst>
        </pc:spChg>
        <pc:spChg chg="del">
          <ac:chgData name="Duce, Patricia" userId="63213659-433f-4003-8b64-f125efbf754c" providerId="ADAL" clId="{AE001863-6B8D-4F65-91FE-2AF03A5CBE3A}" dt="2024-09-23T18:24:02.557" v="633" actId="22"/>
          <ac:spMkLst>
            <pc:docMk/>
            <pc:sldMk cId="3486847696" sldId="280"/>
            <ac:spMk id="3" creationId="{2D2F0C4C-B292-5910-5770-EF6CDE04171F}"/>
          </ac:spMkLst>
        </pc:spChg>
        <pc:picChg chg="add mod ord modCrop">
          <ac:chgData name="Duce, Patricia" userId="63213659-433f-4003-8b64-f125efbf754c" providerId="ADAL" clId="{AE001863-6B8D-4F65-91FE-2AF03A5CBE3A}" dt="2024-09-23T18:24:20.704" v="638" actId="1076"/>
          <ac:picMkLst>
            <pc:docMk/>
            <pc:sldMk cId="3486847696" sldId="280"/>
            <ac:picMk id="5" creationId="{B660DBA8-FBE9-02C1-6E83-4A587433051E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25:20.993" v="647" actId="1076"/>
        <pc:sldMkLst>
          <pc:docMk/>
          <pc:sldMk cId="3864242916" sldId="281"/>
        </pc:sldMkLst>
        <pc:spChg chg="del">
          <ac:chgData name="Duce, Patricia" userId="63213659-433f-4003-8b64-f125efbf754c" providerId="ADAL" clId="{AE001863-6B8D-4F65-91FE-2AF03A5CBE3A}" dt="2024-09-23T18:25:05.967" v="642" actId="478"/>
          <ac:spMkLst>
            <pc:docMk/>
            <pc:sldMk cId="3864242916" sldId="281"/>
            <ac:spMk id="2" creationId="{4E46536B-BE15-0ADB-8E99-332C2BE3EAA2}"/>
          </ac:spMkLst>
        </pc:spChg>
        <pc:spChg chg="del">
          <ac:chgData name="Duce, Patricia" userId="63213659-433f-4003-8b64-f125efbf754c" providerId="ADAL" clId="{AE001863-6B8D-4F65-91FE-2AF03A5CBE3A}" dt="2024-09-23T18:25:03.027" v="641" actId="22"/>
          <ac:spMkLst>
            <pc:docMk/>
            <pc:sldMk cId="3864242916" sldId="281"/>
            <ac:spMk id="3" creationId="{C994EA5E-6714-4FC4-82F2-FD00A70EC839}"/>
          </ac:spMkLst>
        </pc:spChg>
        <pc:picChg chg="add mod ord modCrop">
          <ac:chgData name="Duce, Patricia" userId="63213659-433f-4003-8b64-f125efbf754c" providerId="ADAL" clId="{AE001863-6B8D-4F65-91FE-2AF03A5CBE3A}" dt="2024-09-23T18:25:20.993" v="647" actId="1076"/>
          <ac:picMkLst>
            <pc:docMk/>
            <pc:sldMk cId="3864242916" sldId="281"/>
            <ac:picMk id="5" creationId="{0157C465-21E0-9F39-55EC-81B0FF7D67F8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27:04.640" v="662" actId="1076"/>
        <pc:sldMkLst>
          <pc:docMk/>
          <pc:sldMk cId="2791830376" sldId="282"/>
        </pc:sldMkLst>
        <pc:spChg chg="del">
          <ac:chgData name="Duce, Patricia" userId="63213659-433f-4003-8b64-f125efbf754c" providerId="ADAL" clId="{AE001863-6B8D-4F65-91FE-2AF03A5CBE3A}" dt="2024-09-23T18:26:57.194" v="659" actId="478"/>
          <ac:spMkLst>
            <pc:docMk/>
            <pc:sldMk cId="2791830376" sldId="282"/>
            <ac:spMk id="2" creationId="{64DE3F4D-F821-3770-D4A8-8F4B749B2604}"/>
          </ac:spMkLst>
        </pc:spChg>
        <pc:spChg chg="del">
          <ac:chgData name="Duce, Patricia" userId="63213659-433f-4003-8b64-f125efbf754c" providerId="ADAL" clId="{AE001863-6B8D-4F65-91FE-2AF03A5CBE3A}" dt="2024-09-23T18:26:43.826" v="656" actId="22"/>
          <ac:spMkLst>
            <pc:docMk/>
            <pc:sldMk cId="2791830376" sldId="282"/>
            <ac:spMk id="3" creationId="{87774F4A-F4DB-7CE7-0C93-F7F9E5F4A659}"/>
          </ac:spMkLst>
        </pc:spChg>
        <pc:picChg chg="add mod ord modCrop">
          <ac:chgData name="Duce, Patricia" userId="63213659-433f-4003-8b64-f125efbf754c" providerId="ADAL" clId="{AE001863-6B8D-4F65-91FE-2AF03A5CBE3A}" dt="2024-09-23T18:27:04.640" v="662" actId="1076"/>
          <ac:picMkLst>
            <pc:docMk/>
            <pc:sldMk cId="2791830376" sldId="282"/>
            <ac:picMk id="5" creationId="{7E43700D-868F-A723-302F-F8CA9E36FAE2}"/>
          </ac:picMkLst>
        </pc:picChg>
      </pc:sldChg>
      <pc:sldChg chg="delSp modSp new mod">
        <pc:chgData name="Duce, Patricia" userId="63213659-433f-4003-8b64-f125efbf754c" providerId="ADAL" clId="{AE001863-6B8D-4F65-91FE-2AF03A5CBE3A}" dt="2024-09-23T18:26:04.817" v="655" actId="20577"/>
        <pc:sldMkLst>
          <pc:docMk/>
          <pc:sldMk cId="920128394" sldId="283"/>
        </pc:sldMkLst>
        <pc:spChg chg="del">
          <ac:chgData name="Duce, Patricia" userId="63213659-433f-4003-8b64-f125efbf754c" providerId="ADAL" clId="{AE001863-6B8D-4F65-91FE-2AF03A5CBE3A}" dt="2024-09-23T18:25:58.980" v="653" actId="478"/>
          <ac:spMkLst>
            <pc:docMk/>
            <pc:sldMk cId="920128394" sldId="283"/>
            <ac:spMk id="2" creationId="{F95E0C3E-8BC5-A56E-6BB7-F8FBE53CCEDD}"/>
          </ac:spMkLst>
        </pc:spChg>
        <pc:spChg chg="mod">
          <ac:chgData name="Duce, Patricia" userId="63213659-433f-4003-8b64-f125efbf754c" providerId="ADAL" clId="{AE001863-6B8D-4F65-91FE-2AF03A5CBE3A}" dt="2024-09-23T18:26:04.817" v="655" actId="20577"/>
          <ac:spMkLst>
            <pc:docMk/>
            <pc:sldMk cId="920128394" sldId="283"/>
            <ac:spMk id="3" creationId="{ACEAA2DE-4FE7-321E-69B0-EF67A29D9B2A}"/>
          </ac:spMkLst>
        </pc:spChg>
      </pc:sldChg>
      <pc:sldChg chg="addSp delSp modSp new mod">
        <pc:chgData name="Duce, Patricia" userId="63213659-433f-4003-8b64-f125efbf754c" providerId="ADAL" clId="{AE001863-6B8D-4F65-91FE-2AF03A5CBE3A}" dt="2024-09-23T18:29:14.408" v="672" actId="22"/>
        <pc:sldMkLst>
          <pc:docMk/>
          <pc:sldMk cId="712460627" sldId="284"/>
        </pc:sldMkLst>
        <pc:spChg chg="del">
          <ac:chgData name="Duce, Patricia" userId="63213659-433f-4003-8b64-f125efbf754c" providerId="ADAL" clId="{AE001863-6B8D-4F65-91FE-2AF03A5CBE3A}" dt="2024-09-23T18:28:28.481" v="665" actId="478"/>
          <ac:spMkLst>
            <pc:docMk/>
            <pc:sldMk cId="712460627" sldId="284"/>
            <ac:spMk id="2" creationId="{918B5F21-4DFC-5EA0-D235-D322DA1A9030}"/>
          </ac:spMkLst>
        </pc:spChg>
        <pc:spChg chg="del">
          <ac:chgData name="Duce, Patricia" userId="63213659-433f-4003-8b64-f125efbf754c" providerId="ADAL" clId="{AE001863-6B8D-4F65-91FE-2AF03A5CBE3A}" dt="2024-09-23T18:28:25.811" v="664" actId="22"/>
          <ac:spMkLst>
            <pc:docMk/>
            <pc:sldMk cId="712460627" sldId="284"/>
            <ac:spMk id="3" creationId="{56515F3E-6CEF-87A8-7C6E-AB32B6E2943F}"/>
          </ac:spMkLst>
        </pc:spChg>
        <pc:picChg chg="add mod ord modCrop">
          <ac:chgData name="Duce, Patricia" userId="63213659-433f-4003-8b64-f125efbf754c" providerId="ADAL" clId="{AE001863-6B8D-4F65-91FE-2AF03A5CBE3A}" dt="2024-09-23T18:28:44.728" v="670" actId="1076"/>
          <ac:picMkLst>
            <pc:docMk/>
            <pc:sldMk cId="712460627" sldId="284"/>
            <ac:picMk id="5" creationId="{FC2D179A-3694-9557-68D8-0A06D55ECCAB}"/>
          </ac:picMkLst>
        </pc:picChg>
        <pc:picChg chg="add del">
          <ac:chgData name="Duce, Patricia" userId="63213659-433f-4003-8b64-f125efbf754c" providerId="ADAL" clId="{AE001863-6B8D-4F65-91FE-2AF03A5CBE3A}" dt="2024-09-23T18:29:14.408" v="672" actId="22"/>
          <ac:picMkLst>
            <pc:docMk/>
            <pc:sldMk cId="712460627" sldId="284"/>
            <ac:picMk id="7" creationId="{33A5E992-5B17-5092-35CD-25522B9600D5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29:43.152" v="681" actId="1076"/>
        <pc:sldMkLst>
          <pc:docMk/>
          <pc:sldMk cId="1243198023" sldId="285"/>
        </pc:sldMkLst>
        <pc:spChg chg="del">
          <ac:chgData name="Duce, Patricia" userId="63213659-433f-4003-8b64-f125efbf754c" providerId="ADAL" clId="{AE001863-6B8D-4F65-91FE-2AF03A5CBE3A}" dt="2024-09-23T18:29:23.822" v="675" actId="478"/>
          <ac:spMkLst>
            <pc:docMk/>
            <pc:sldMk cId="1243198023" sldId="285"/>
            <ac:spMk id="2" creationId="{35480A29-2034-E3B3-97E7-86D29BAB9069}"/>
          </ac:spMkLst>
        </pc:spChg>
        <pc:spChg chg="del">
          <ac:chgData name="Duce, Patricia" userId="63213659-433f-4003-8b64-f125efbf754c" providerId="ADAL" clId="{AE001863-6B8D-4F65-91FE-2AF03A5CBE3A}" dt="2024-09-23T18:29:21.395" v="674" actId="22"/>
          <ac:spMkLst>
            <pc:docMk/>
            <pc:sldMk cId="1243198023" sldId="285"/>
            <ac:spMk id="3" creationId="{61D8F49A-A0A5-A184-8850-E942CA9B34C6}"/>
          </ac:spMkLst>
        </pc:spChg>
        <pc:picChg chg="add mod ord modCrop">
          <ac:chgData name="Duce, Patricia" userId="63213659-433f-4003-8b64-f125efbf754c" providerId="ADAL" clId="{AE001863-6B8D-4F65-91FE-2AF03A5CBE3A}" dt="2024-09-23T18:29:43.152" v="681" actId="1076"/>
          <ac:picMkLst>
            <pc:docMk/>
            <pc:sldMk cId="1243198023" sldId="285"/>
            <ac:picMk id="5" creationId="{BAA16D40-0BF9-0CC9-BC9C-61E2D9BDA54C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30:18.377" v="689" actId="1076"/>
        <pc:sldMkLst>
          <pc:docMk/>
          <pc:sldMk cId="3652435872" sldId="286"/>
        </pc:sldMkLst>
        <pc:spChg chg="del">
          <ac:chgData name="Duce, Patricia" userId="63213659-433f-4003-8b64-f125efbf754c" providerId="ADAL" clId="{AE001863-6B8D-4F65-91FE-2AF03A5CBE3A}" dt="2024-09-23T18:30:15.038" v="686" actId="478"/>
          <ac:spMkLst>
            <pc:docMk/>
            <pc:sldMk cId="3652435872" sldId="286"/>
            <ac:spMk id="2" creationId="{9535FB33-DBE7-2633-9CA2-71EBCC11A799}"/>
          </ac:spMkLst>
        </pc:spChg>
        <pc:spChg chg="del">
          <ac:chgData name="Duce, Patricia" userId="63213659-433f-4003-8b64-f125efbf754c" providerId="ADAL" clId="{AE001863-6B8D-4F65-91FE-2AF03A5CBE3A}" dt="2024-09-23T18:30:04.611" v="683" actId="22"/>
          <ac:spMkLst>
            <pc:docMk/>
            <pc:sldMk cId="3652435872" sldId="286"/>
            <ac:spMk id="3" creationId="{8279D27E-5B54-63FB-8C38-1DC543FDED59}"/>
          </ac:spMkLst>
        </pc:spChg>
        <pc:picChg chg="add mod ord modCrop">
          <ac:chgData name="Duce, Patricia" userId="63213659-433f-4003-8b64-f125efbf754c" providerId="ADAL" clId="{AE001863-6B8D-4F65-91FE-2AF03A5CBE3A}" dt="2024-09-23T18:30:18.377" v="689" actId="1076"/>
          <ac:picMkLst>
            <pc:docMk/>
            <pc:sldMk cId="3652435872" sldId="286"/>
            <ac:picMk id="5" creationId="{D7D752EF-D96B-2975-F7EE-2AADF29D988D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31:23.911" v="699" actId="1076"/>
        <pc:sldMkLst>
          <pc:docMk/>
          <pc:sldMk cId="1922962812" sldId="287"/>
        </pc:sldMkLst>
        <pc:spChg chg="del">
          <ac:chgData name="Duce, Patricia" userId="63213659-433f-4003-8b64-f125efbf754c" providerId="ADAL" clId="{AE001863-6B8D-4F65-91FE-2AF03A5CBE3A}" dt="2024-09-23T18:31:08.143" v="692" actId="478"/>
          <ac:spMkLst>
            <pc:docMk/>
            <pc:sldMk cId="1922962812" sldId="287"/>
            <ac:spMk id="2" creationId="{5E9B1276-9327-E01C-2112-9F273E9CC23E}"/>
          </ac:spMkLst>
        </pc:spChg>
        <pc:spChg chg="del">
          <ac:chgData name="Duce, Patricia" userId="63213659-433f-4003-8b64-f125efbf754c" providerId="ADAL" clId="{AE001863-6B8D-4F65-91FE-2AF03A5CBE3A}" dt="2024-09-23T18:31:06.041" v="691" actId="22"/>
          <ac:spMkLst>
            <pc:docMk/>
            <pc:sldMk cId="1922962812" sldId="287"/>
            <ac:spMk id="3" creationId="{77C930D0-74A6-3E62-AEB9-4FDEE4095EBE}"/>
          </ac:spMkLst>
        </pc:spChg>
        <pc:picChg chg="add mod ord modCrop">
          <ac:chgData name="Duce, Patricia" userId="63213659-433f-4003-8b64-f125efbf754c" providerId="ADAL" clId="{AE001863-6B8D-4F65-91FE-2AF03A5CBE3A}" dt="2024-09-23T18:31:23.911" v="699" actId="1076"/>
          <ac:picMkLst>
            <pc:docMk/>
            <pc:sldMk cId="1922962812" sldId="287"/>
            <ac:picMk id="5" creationId="{46C12ECF-A034-D803-7070-5E7083BD2BBB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32:47.305" v="706" actId="1076"/>
        <pc:sldMkLst>
          <pc:docMk/>
          <pc:sldMk cId="2902175617" sldId="288"/>
        </pc:sldMkLst>
        <pc:spChg chg="del">
          <ac:chgData name="Duce, Patricia" userId="63213659-433f-4003-8b64-f125efbf754c" providerId="ADAL" clId="{AE001863-6B8D-4F65-91FE-2AF03A5CBE3A}" dt="2024-09-23T18:32:43.940" v="704" actId="478"/>
          <ac:spMkLst>
            <pc:docMk/>
            <pc:sldMk cId="2902175617" sldId="288"/>
            <ac:spMk id="2" creationId="{5605198B-8AE3-4373-218E-218C4255A27F}"/>
          </ac:spMkLst>
        </pc:spChg>
        <pc:spChg chg="del">
          <ac:chgData name="Duce, Patricia" userId="63213659-433f-4003-8b64-f125efbf754c" providerId="ADAL" clId="{AE001863-6B8D-4F65-91FE-2AF03A5CBE3A}" dt="2024-09-23T18:32:31.855" v="701" actId="22"/>
          <ac:spMkLst>
            <pc:docMk/>
            <pc:sldMk cId="2902175617" sldId="288"/>
            <ac:spMk id="3" creationId="{DBB5BDAA-93E2-9EC6-400A-7A88229ACF6F}"/>
          </ac:spMkLst>
        </pc:spChg>
        <pc:picChg chg="add mod ord modCrop">
          <ac:chgData name="Duce, Patricia" userId="63213659-433f-4003-8b64-f125efbf754c" providerId="ADAL" clId="{AE001863-6B8D-4F65-91FE-2AF03A5CBE3A}" dt="2024-09-23T18:32:47.305" v="706" actId="1076"/>
          <ac:picMkLst>
            <pc:docMk/>
            <pc:sldMk cId="2902175617" sldId="288"/>
            <ac:picMk id="5" creationId="{76A3AA40-A30D-C8FC-6F14-D1CC9B6763AD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33:34.136" v="715" actId="1076"/>
        <pc:sldMkLst>
          <pc:docMk/>
          <pc:sldMk cId="1543029665" sldId="289"/>
        </pc:sldMkLst>
        <pc:spChg chg="del">
          <ac:chgData name="Duce, Patricia" userId="63213659-433f-4003-8b64-f125efbf754c" providerId="ADAL" clId="{AE001863-6B8D-4F65-91FE-2AF03A5CBE3A}" dt="2024-09-23T18:33:17.015" v="709" actId="478"/>
          <ac:spMkLst>
            <pc:docMk/>
            <pc:sldMk cId="1543029665" sldId="289"/>
            <ac:spMk id="2" creationId="{4782C75B-6B3E-4EC8-2123-19244246C1DC}"/>
          </ac:spMkLst>
        </pc:spChg>
        <pc:spChg chg="del">
          <ac:chgData name="Duce, Patricia" userId="63213659-433f-4003-8b64-f125efbf754c" providerId="ADAL" clId="{AE001863-6B8D-4F65-91FE-2AF03A5CBE3A}" dt="2024-09-23T18:33:12.971" v="708" actId="22"/>
          <ac:spMkLst>
            <pc:docMk/>
            <pc:sldMk cId="1543029665" sldId="289"/>
            <ac:spMk id="3" creationId="{B235CC83-D3A1-2402-8715-AAF8BE746E63}"/>
          </ac:spMkLst>
        </pc:spChg>
        <pc:picChg chg="add mod ord modCrop">
          <ac:chgData name="Duce, Patricia" userId="63213659-433f-4003-8b64-f125efbf754c" providerId="ADAL" clId="{AE001863-6B8D-4F65-91FE-2AF03A5CBE3A}" dt="2024-09-23T18:33:34.136" v="715" actId="1076"/>
          <ac:picMkLst>
            <pc:docMk/>
            <pc:sldMk cId="1543029665" sldId="289"/>
            <ac:picMk id="5" creationId="{EE8EC0AA-3FC9-CBA7-A1FD-32AD849160C8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34:17.584" v="724" actId="14100"/>
        <pc:sldMkLst>
          <pc:docMk/>
          <pc:sldMk cId="619517435" sldId="290"/>
        </pc:sldMkLst>
        <pc:spChg chg="del">
          <ac:chgData name="Duce, Patricia" userId="63213659-433f-4003-8b64-f125efbf754c" providerId="ADAL" clId="{AE001863-6B8D-4F65-91FE-2AF03A5CBE3A}" dt="2024-09-23T18:34:00.758" v="718" actId="478"/>
          <ac:spMkLst>
            <pc:docMk/>
            <pc:sldMk cId="619517435" sldId="290"/>
            <ac:spMk id="2" creationId="{D25E67FB-2B8F-9E00-6FFB-C0F1AEFB9819}"/>
          </ac:spMkLst>
        </pc:spChg>
        <pc:spChg chg="del">
          <ac:chgData name="Duce, Patricia" userId="63213659-433f-4003-8b64-f125efbf754c" providerId="ADAL" clId="{AE001863-6B8D-4F65-91FE-2AF03A5CBE3A}" dt="2024-09-23T18:33:57.602" v="717" actId="22"/>
          <ac:spMkLst>
            <pc:docMk/>
            <pc:sldMk cId="619517435" sldId="290"/>
            <ac:spMk id="3" creationId="{B16041E2-BA14-8C74-587A-DCDB5BBA761C}"/>
          </ac:spMkLst>
        </pc:spChg>
        <pc:picChg chg="add mod ord modCrop">
          <ac:chgData name="Duce, Patricia" userId="63213659-433f-4003-8b64-f125efbf754c" providerId="ADAL" clId="{AE001863-6B8D-4F65-91FE-2AF03A5CBE3A}" dt="2024-09-23T18:34:17.584" v="724" actId="14100"/>
          <ac:picMkLst>
            <pc:docMk/>
            <pc:sldMk cId="619517435" sldId="290"/>
            <ac:picMk id="5" creationId="{DA50D918-B1CA-8CFD-AE96-E0E74A98C05E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35:34.768" v="732" actId="14100"/>
        <pc:sldMkLst>
          <pc:docMk/>
          <pc:sldMk cId="1664140061" sldId="291"/>
        </pc:sldMkLst>
        <pc:spChg chg="del">
          <ac:chgData name="Duce, Patricia" userId="63213659-433f-4003-8b64-f125efbf754c" providerId="ADAL" clId="{AE001863-6B8D-4F65-91FE-2AF03A5CBE3A}" dt="2024-09-23T18:35:14.092" v="727" actId="478"/>
          <ac:spMkLst>
            <pc:docMk/>
            <pc:sldMk cId="1664140061" sldId="291"/>
            <ac:spMk id="2" creationId="{20DC480A-2C71-A67F-1706-40DC664DA17A}"/>
          </ac:spMkLst>
        </pc:spChg>
        <pc:spChg chg="del">
          <ac:chgData name="Duce, Patricia" userId="63213659-433f-4003-8b64-f125efbf754c" providerId="ADAL" clId="{AE001863-6B8D-4F65-91FE-2AF03A5CBE3A}" dt="2024-09-23T18:35:11.737" v="726" actId="22"/>
          <ac:spMkLst>
            <pc:docMk/>
            <pc:sldMk cId="1664140061" sldId="291"/>
            <ac:spMk id="3" creationId="{4EFFCAD6-5B24-24BC-3772-C4D209E75512}"/>
          </ac:spMkLst>
        </pc:spChg>
        <pc:picChg chg="add mod ord modCrop">
          <ac:chgData name="Duce, Patricia" userId="63213659-433f-4003-8b64-f125efbf754c" providerId="ADAL" clId="{AE001863-6B8D-4F65-91FE-2AF03A5CBE3A}" dt="2024-09-23T18:35:34.768" v="732" actId="14100"/>
          <ac:picMkLst>
            <pc:docMk/>
            <pc:sldMk cId="1664140061" sldId="291"/>
            <ac:picMk id="5" creationId="{10DBA2EF-E066-EF0A-95A4-ECEC5D7B2C16}"/>
          </ac:picMkLst>
        </pc:picChg>
      </pc:sldChg>
      <pc:sldChg chg="addSp delSp modSp new mod">
        <pc:chgData name="Duce, Patricia" userId="63213659-433f-4003-8b64-f125efbf754c" providerId="ADAL" clId="{AE001863-6B8D-4F65-91FE-2AF03A5CBE3A}" dt="2024-09-23T18:36:06.760" v="740" actId="1076"/>
        <pc:sldMkLst>
          <pc:docMk/>
          <pc:sldMk cId="3075688405" sldId="292"/>
        </pc:sldMkLst>
        <pc:spChg chg="del">
          <ac:chgData name="Duce, Patricia" userId="63213659-433f-4003-8b64-f125efbf754c" providerId="ADAL" clId="{AE001863-6B8D-4F65-91FE-2AF03A5CBE3A}" dt="2024-09-23T18:35:53.122" v="735" actId="478"/>
          <ac:spMkLst>
            <pc:docMk/>
            <pc:sldMk cId="3075688405" sldId="292"/>
            <ac:spMk id="2" creationId="{AF4D4C8F-C9E3-6365-684E-EC74C61D9F54}"/>
          </ac:spMkLst>
        </pc:spChg>
        <pc:spChg chg="del">
          <ac:chgData name="Duce, Patricia" userId="63213659-433f-4003-8b64-f125efbf754c" providerId="ADAL" clId="{AE001863-6B8D-4F65-91FE-2AF03A5CBE3A}" dt="2024-09-23T18:35:50.698" v="734" actId="22"/>
          <ac:spMkLst>
            <pc:docMk/>
            <pc:sldMk cId="3075688405" sldId="292"/>
            <ac:spMk id="3" creationId="{BA70FEEA-F97C-F079-1B2D-B17DD79AE44B}"/>
          </ac:spMkLst>
        </pc:spChg>
        <pc:picChg chg="add mod ord modCrop">
          <ac:chgData name="Duce, Patricia" userId="63213659-433f-4003-8b64-f125efbf754c" providerId="ADAL" clId="{AE001863-6B8D-4F65-91FE-2AF03A5CBE3A}" dt="2024-09-23T18:36:06.760" v="740" actId="1076"/>
          <ac:picMkLst>
            <pc:docMk/>
            <pc:sldMk cId="3075688405" sldId="292"/>
            <ac:picMk id="5" creationId="{69796A3E-16B9-7852-1DF2-CE9B6D40E38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12AF6-44CC-4946-AA21-943243A31C6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71F4E-C063-4FBD-B6D4-2E2B71902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91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71F4E-C063-4FBD-B6D4-2E2B719024F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96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394C-E7BC-4EE9-25CB-EE919A65E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98F51-6652-0ADD-B009-0C8FEF87E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B7F67-7685-CA1E-F15B-7A022041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161B-733A-46DB-8C78-B135DD2E76D7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04E57-690A-1818-CD50-83A72ADC3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95BEB-C167-04A3-0951-F9798D70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B995-9B8C-4FC8-B81B-DCC220534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5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674E9-E7CD-32EC-1759-3F9ACD410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DE167-C17B-AFCA-005A-773BF6E80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7556F-9A15-621D-394E-B782BB5B1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161B-733A-46DB-8C78-B135DD2E76D7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61A97-C40D-D5BE-367F-2FE3D3945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279EB-CE58-6E9E-39DF-37B0D367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B995-9B8C-4FC8-B81B-DCC220534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0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9BA0-5B18-F8E4-D4C9-C4CFFB96F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2FCBD-1414-D94D-EA58-9C8BFF7CB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49657-2885-39CC-CB45-5C7ECCA2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161B-733A-46DB-8C78-B135DD2E76D7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29241-C1B9-275C-A723-E7DFCAF07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E1953-7D6A-530E-3866-4E990CE1C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B995-9B8C-4FC8-B81B-DCC220534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10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70AC0-C764-0D22-4141-A20DCA4C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D35CA-8FFE-5BE3-7EA5-CE7621090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C1D75-13A7-F319-BC02-904629807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1424D-DBC5-DAC2-7F07-47040F5E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161B-733A-46DB-8C78-B135DD2E76D7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9C675-CD97-F8A9-999E-F728F0F7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A56BE-6EA9-854A-B667-A3D67ADBF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B995-9B8C-4FC8-B81B-DCC220534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61FF-3817-351E-A2D2-D5A6A621B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00928-AA5E-4F64-C888-F558BBBA2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5BACB-1564-5CE6-35BE-AB12DC1E3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F2D20-C021-2640-7EA7-C3F0E1EBB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FCC2F-A394-BB2C-A996-BC843F509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91DEF5-C8B9-FA7D-0FD3-DCB9BEBC1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161B-733A-46DB-8C78-B135DD2E76D7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D2E52D-7853-E15A-CD08-6256902D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EA8B2-97EB-52BB-A0D6-CB897606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B995-9B8C-4FC8-B81B-DCC220534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85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C92A4-925C-17CB-9B5E-6DBA9187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B566B5-E1C7-CABF-1E36-5EBC8C7C5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161B-733A-46DB-8C78-B135DD2E76D7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9E9FE6-B68F-75CB-7165-DC23AC08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63591-5A55-2ACE-B889-C9B9FB9CF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B995-9B8C-4FC8-B81B-DCC220534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4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005B81-772A-A6EA-931F-AEE91C986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161B-733A-46DB-8C78-B135DD2E76D7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459934-0DE3-5669-C99C-3D86F522F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9F5E4-3034-E39F-EBD5-6DE56579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B995-9B8C-4FC8-B81B-DCC220534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6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FAACC-746A-3D51-12C5-837BF517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97C4C-B11E-19A5-C3B4-C05D127B9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7152E-9E1C-618B-2BC3-B6F19E6C0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88FE7-9DC0-D5FF-A593-643543E82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161B-733A-46DB-8C78-B135DD2E76D7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BB814-43A3-EEBD-CA1E-A03AF520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DACBF-95C9-919E-504F-CCF00500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B995-9B8C-4FC8-B81B-DCC220534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9C4A-8C19-0C7E-D46A-9961677BD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369378-24BE-FCA3-F966-C0E036AAAC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61D1D-69AF-17B1-7115-5D6D7500D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52744-8ADB-46AE-75B3-C14CB35E0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161B-733A-46DB-8C78-B135DD2E76D7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6DCB5-DFE3-A017-167C-E710EF2A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8B468-AC43-A2CA-86DC-03913E4A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B995-9B8C-4FC8-B81B-DCC220534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08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FFBC-84DB-E595-EAB9-A72BB4BE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17636-42E0-CF6C-A121-7DAF44AF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26911-EC6A-64BC-D5D5-052287C51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161B-733A-46DB-8C78-B135DD2E76D7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4688E-DD04-3513-24CA-E4D976FD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F8C8A-A006-E920-8BC5-80B61B1C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B995-9B8C-4FC8-B81B-DCC220534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4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82647-D87D-BC93-3BA1-95CA26A5B3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16D09-5139-D181-F5D6-11632FCBD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D6E79-D18F-9F20-36A2-BAF1B8A9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161B-733A-46DB-8C78-B135DD2E76D7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9FF16-AF51-3E93-3AA5-D8500825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1E077-970B-F784-502D-CEF0C60C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B995-9B8C-4FC8-B81B-DCC220534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9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2FBC29-94A1-66FB-7F56-E1D64CE1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51B66-D1F8-E5D6-F412-D9159C6F8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3B35-2F07-4910-139B-C0B72002D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1161B-733A-46DB-8C78-B135DD2E76D7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EE4BD-C291-8466-A2E0-858F483DF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F88D2-5FAA-08AF-53BB-7E86457F8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CB995-9B8C-4FC8-B81B-DCC220534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4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83BBB-2CC0-9AB7-C76E-2FB12D974D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Company Website</a:t>
            </a:r>
          </a:p>
        </p:txBody>
      </p:sp>
    </p:spTree>
    <p:extLst>
      <p:ext uri="{BB962C8B-B14F-4D97-AF65-F5344CB8AC3E}">
        <p14:creationId xmlns:p14="http://schemas.microsoft.com/office/powerpoint/2010/main" val="3213803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CCB16A-8F22-F2CB-DB51-AF1BC3C9B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382" t="28092" r="44360" b="28129"/>
          <a:stretch/>
        </p:blipFill>
        <p:spPr>
          <a:xfrm>
            <a:off x="2501900" y="253998"/>
            <a:ext cx="7302500" cy="6085419"/>
          </a:xfrm>
        </p:spPr>
      </p:pic>
    </p:spTree>
    <p:extLst>
      <p:ext uri="{BB962C8B-B14F-4D97-AF65-F5344CB8AC3E}">
        <p14:creationId xmlns:p14="http://schemas.microsoft.com/office/powerpoint/2010/main" val="3974944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6AF7D4-EFBD-9D8C-3FEB-186D626FE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173" t="45312" r="36907" b="35425"/>
          <a:stretch/>
        </p:blipFill>
        <p:spPr>
          <a:xfrm>
            <a:off x="1029285" y="2038349"/>
            <a:ext cx="9397415" cy="2781301"/>
          </a:xfrm>
        </p:spPr>
      </p:pic>
    </p:spTree>
    <p:extLst>
      <p:ext uri="{BB962C8B-B14F-4D97-AF65-F5344CB8AC3E}">
        <p14:creationId xmlns:p14="http://schemas.microsoft.com/office/powerpoint/2010/main" val="175659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011EC3-7C05-EE00-F4A5-4D37536356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778" t="31594" r="26433" b="9740"/>
          <a:stretch/>
        </p:blipFill>
        <p:spPr>
          <a:xfrm>
            <a:off x="1984931" y="622300"/>
            <a:ext cx="7971869" cy="5890979"/>
          </a:xfrm>
        </p:spPr>
      </p:pic>
    </p:spTree>
    <p:extLst>
      <p:ext uri="{BB962C8B-B14F-4D97-AF65-F5344CB8AC3E}">
        <p14:creationId xmlns:p14="http://schemas.microsoft.com/office/powerpoint/2010/main" val="2967775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590AB7-D9D1-7F98-9454-954421C6A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979" t="36848" r="18980" b="25209"/>
          <a:stretch/>
        </p:blipFill>
        <p:spPr>
          <a:xfrm>
            <a:off x="228602" y="952499"/>
            <a:ext cx="11734795" cy="4953001"/>
          </a:xfrm>
        </p:spPr>
      </p:pic>
    </p:spTree>
    <p:extLst>
      <p:ext uri="{BB962C8B-B14F-4D97-AF65-F5344CB8AC3E}">
        <p14:creationId xmlns:p14="http://schemas.microsoft.com/office/powerpoint/2010/main" val="2660672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247749-A102-B09E-1F76-C55B3B7A06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173" t="24006" r="18980" b="29880"/>
          <a:stretch/>
        </p:blipFill>
        <p:spPr>
          <a:xfrm>
            <a:off x="415885" y="889000"/>
            <a:ext cx="10507883" cy="5321300"/>
          </a:xfrm>
        </p:spPr>
      </p:pic>
    </p:spTree>
    <p:extLst>
      <p:ext uri="{BB962C8B-B14F-4D97-AF65-F5344CB8AC3E}">
        <p14:creationId xmlns:p14="http://schemas.microsoft.com/office/powerpoint/2010/main" val="95509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1D7519-4A6E-0898-DAB4-1C0FAE4ED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584" t="49106" r="18174" b="17330"/>
          <a:stretch/>
        </p:blipFill>
        <p:spPr>
          <a:xfrm>
            <a:off x="330095" y="1339849"/>
            <a:ext cx="11226906" cy="4178301"/>
          </a:xfrm>
        </p:spPr>
      </p:pic>
    </p:spTree>
    <p:extLst>
      <p:ext uri="{BB962C8B-B14F-4D97-AF65-F5344CB8AC3E}">
        <p14:creationId xmlns:p14="http://schemas.microsoft.com/office/powerpoint/2010/main" val="3548892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AF2B3C-E33A-766D-E0A7-23AC5E8A1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368" t="36848" r="39324" b="40678"/>
          <a:stretch/>
        </p:blipFill>
        <p:spPr>
          <a:xfrm>
            <a:off x="1483762" y="1898650"/>
            <a:ext cx="8546098" cy="3060699"/>
          </a:xfrm>
        </p:spPr>
      </p:pic>
    </p:spTree>
    <p:extLst>
      <p:ext uri="{BB962C8B-B14F-4D97-AF65-F5344CB8AC3E}">
        <p14:creationId xmlns:p14="http://schemas.microsoft.com/office/powerpoint/2010/main" val="248926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79485C-5CFF-3608-418D-E560919CA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569" t="43269" r="17973" b="9449"/>
          <a:stretch/>
        </p:blipFill>
        <p:spPr>
          <a:xfrm>
            <a:off x="1450313" y="1104901"/>
            <a:ext cx="9839987" cy="4981496"/>
          </a:xfrm>
        </p:spPr>
      </p:pic>
    </p:spTree>
    <p:extLst>
      <p:ext uri="{BB962C8B-B14F-4D97-AF65-F5344CB8AC3E}">
        <p14:creationId xmlns:p14="http://schemas.microsoft.com/office/powerpoint/2010/main" val="1149107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8A592D-56D5-5249-1525-9BEA70A31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763" t="46186" r="31871" b="24919"/>
          <a:stretch/>
        </p:blipFill>
        <p:spPr>
          <a:xfrm>
            <a:off x="446045" y="1498600"/>
            <a:ext cx="9879055" cy="3835401"/>
          </a:xfrm>
        </p:spPr>
      </p:pic>
    </p:spTree>
    <p:extLst>
      <p:ext uri="{BB962C8B-B14F-4D97-AF65-F5344CB8AC3E}">
        <p14:creationId xmlns:p14="http://schemas.microsoft.com/office/powerpoint/2010/main" val="1369483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F14B14-56F2-20DC-7D7F-718BE0ABA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576" t="47356" r="19583" b="985"/>
          <a:stretch/>
        </p:blipFill>
        <p:spPr>
          <a:xfrm>
            <a:off x="1651000" y="920727"/>
            <a:ext cx="9042400" cy="5213373"/>
          </a:xfrm>
        </p:spPr>
      </p:pic>
    </p:spTree>
    <p:extLst>
      <p:ext uri="{BB962C8B-B14F-4D97-AF65-F5344CB8AC3E}">
        <p14:creationId xmlns:p14="http://schemas.microsoft.com/office/powerpoint/2010/main" val="153604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85B8B5-5D88-C07D-911E-4B28E81B3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166" t="41810" r="26633" b="25210"/>
          <a:stretch/>
        </p:blipFill>
        <p:spPr>
          <a:xfrm>
            <a:off x="364709" y="1066800"/>
            <a:ext cx="10849391" cy="4394201"/>
          </a:xfrm>
        </p:spPr>
      </p:pic>
    </p:spTree>
    <p:extLst>
      <p:ext uri="{BB962C8B-B14F-4D97-AF65-F5344CB8AC3E}">
        <p14:creationId xmlns:p14="http://schemas.microsoft.com/office/powerpoint/2010/main" val="3681382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561575-8351-7E64-CE5A-86DE49C66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972" t="36848" r="26231" b="29588"/>
          <a:stretch/>
        </p:blipFill>
        <p:spPr>
          <a:xfrm>
            <a:off x="122036" y="1346200"/>
            <a:ext cx="10951366" cy="4546599"/>
          </a:xfrm>
        </p:spPr>
      </p:pic>
    </p:spTree>
    <p:extLst>
      <p:ext uri="{BB962C8B-B14F-4D97-AF65-F5344CB8AC3E}">
        <p14:creationId xmlns:p14="http://schemas.microsoft.com/office/powerpoint/2010/main" val="1973815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048DCC-BA2B-5DEE-E7A1-B9D71A246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068" t="31191" r="18109" b="27222"/>
          <a:stretch/>
        </p:blipFill>
        <p:spPr>
          <a:xfrm>
            <a:off x="743354" y="901700"/>
            <a:ext cx="11258146" cy="5143501"/>
          </a:xfrm>
        </p:spPr>
      </p:pic>
    </p:spTree>
    <p:extLst>
      <p:ext uri="{BB962C8B-B14F-4D97-AF65-F5344CB8AC3E}">
        <p14:creationId xmlns:p14="http://schemas.microsoft.com/office/powerpoint/2010/main" val="841358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EED19E-7F3E-1348-3EA9-E1E0CD4E0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972" t="36848" r="28245" b="26377"/>
          <a:stretch/>
        </p:blipFill>
        <p:spPr>
          <a:xfrm>
            <a:off x="1195921" y="812801"/>
            <a:ext cx="10068979" cy="4751656"/>
          </a:xfrm>
        </p:spPr>
      </p:pic>
    </p:spTree>
    <p:extLst>
      <p:ext uri="{BB962C8B-B14F-4D97-AF65-F5344CB8AC3E}">
        <p14:creationId xmlns:p14="http://schemas.microsoft.com/office/powerpoint/2010/main" val="3038778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D72ED-CFF8-4CEB-DCEB-4666F70DB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0585"/>
            <a:ext cx="10515600" cy="53963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Django has function-based views and class-based views.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problem with function-based views was that there was no easy way to extend or customize them.  As projects grow, this becomes more and more of an issue.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Classes are a fundamental part of Python that rely </a:t>
            </a:r>
            <a:r>
              <a:rPr lang="en-US"/>
              <a:t>on object oriented </a:t>
            </a:r>
            <a:r>
              <a:rPr lang="en-US" dirty="0"/>
              <a:t>programming (OOP) and inheritance, so one class can inherit attributes and methods from another. That means we don’t have to include all the logic for a view in one place but rather can abstract common patterns and then customize or extend them as needed.</a:t>
            </a:r>
          </a:p>
        </p:txBody>
      </p:sp>
    </p:spTree>
    <p:extLst>
      <p:ext uri="{BB962C8B-B14F-4D97-AF65-F5344CB8AC3E}">
        <p14:creationId xmlns:p14="http://schemas.microsoft.com/office/powerpoint/2010/main" val="4224876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433B2-2A31-0CF7-7A3B-65E37219D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Once you have used </a:t>
            </a:r>
            <a:r>
              <a:rPr lang="en-US" b="1" dirty="0"/>
              <a:t>generic class-based views </a:t>
            </a:r>
            <a:r>
              <a:rPr lang="en-US" dirty="0"/>
              <a:t>for a while, they become elegant and efficient ways to write code. You can often modify a single method on one to do custom behavior rather than rewriting everything from scratch, which makes it easier to understand someone else’s code.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However, this comes at the cost of complexity and requires a leap of faith because it takes a </a:t>
            </a:r>
            <a:r>
              <a:rPr lang="en-US" b="1" dirty="0"/>
              <a:t>long time to understand how they work under the hood.</a:t>
            </a:r>
          </a:p>
        </p:txBody>
      </p:sp>
    </p:spTree>
    <p:extLst>
      <p:ext uri="{BB962C8B-B14F-4D97-AF65-F5344CB8AC3E}">
        <p14:creationId xmlns:p14="http://schemas.microsoft.com/office/powerpoint/2010/main" val="1670921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E068D-1E8A-2F95-C8E3-B3A687DDB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70E33-A5E7-4606-0676-84707D04D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second web page for our Company site, this time using </a:t>
            </a:r>
            <a:r>
              <a:rPr lang="en-US" b="1" dirty="0" err="1"/>
              <a:t>TemplateView</a:t>
            </a:r>
            <a:r>
              <a:rPr lang="en-US" dirty="0"/>
              <a:t>, a generic class-based view.</a:t>
            </a:r>
          </a:p>
        </p:txBody>
      </p:sp>
    </p:spTree>
    <p:extLst>
      <p:ext uri="{BB962C8B-B14F-4D97-AF65-F5344CB8AC3E}">
        <p14:creationId xmlns:p14="http://schemas.microsoft.com/office/powerpoint/2010/main" val="4208099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40E698-CB27-9B81-CF85-931C79844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591" t="43852" r="29253" b="14411"/>
          <a:stretch/>
        </p:blipFill>
        <p:spPr>
          <a:xfrm>
            <a:off x="944689" y="889000"/>
            <a:ext cx="9641690" cy="5537199"/>
          </a:xfrm>
        </p:spPr>
      </p:pic>
    </p:spTree>
    <p:extLst>
      <p:ext uri="{BB962C8B-B14F-4D97-AF65-F5344CB8AC3E}">
        <p14:creationId xmlns:p14="http://schemas.microsoft.com/office/powerpoint/2010/main" val="1225535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742AD5-F05E-3437-F5BF-698BEFA624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181" t="54651" r="37108" b="15578"/>
          <a:stretch/>
        </p:blipFill>
        <p:spPr>
          <a:xfrm>
            <a:off x="1035304" y="590549"/>
            <a:ext cx="9429496" cy="443230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0FB26E-750B-614C-8C9C-F5BED94BC3D3}"/>
              </a:ext>
            </a:extLst>
          </p:cNvPr>
          <p:cNvSpPr txBox="1"/>
          <p:nvPr/>
        </p:nvSpPr>
        <p:spPr>
          <a:xfrm>
            <a:off x="2412380" y="54141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Note the addition of the </a:t>
            </a:r>
            <a:r>
              <a:rPr lang="en-US" dirty="0" err="1"/>
              <a:t>as_view</a:t>
            </a:r>
            <a:r>
              <a:rPr lang="en-US" dirty="0"/>
              <a:t>() method that returns a callable view.</a:t>
            </a:r>
          </a:p>
        </p:txBody>
      </p:sp>
    </p:spTree>
    <p:extLst>
      <p:ext uri="{BB962C8B-B14F-4D97-AF65-F5344CB8AC3E}">
        <p14:creationId xmlns:p14="http://schemas.microsoft.com/office/powerpoint/2010/main" val="3152200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0B1AC6-B2B1-8DB9-AD1B-E0A1965DA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8766" t="37141" r="34702" b="49711"/>
          <a:stretch/>
        </p:blipFill>
        <p:spPr>
          <a:xfrm>
            <a:off x="1066592" y="2387599"/>
            <a:ext cx="8140908" cy="1587501"/>
          </a:xfrm>
        </p:spPr>
      </p:pic>
    </p:spTree>
    <p:extLst>
      <p:ext uri="{BB962C8B-B14F-4D97-AF65-F5344CB8AC3E}">
        <p14:creationId xmlns:p14="http://schemas.microsoft.com/office/powerpoint/2010/main" val="1572679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C98722-7266-2304-7B2F-E5A959937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562" t="53192" r="19180" b="22584"/>
          <a:stretch/>
        </p:blipFill>
        <p:spPr>
          <a:xfrm>
            <a:off x="1193120" y="1866901"/>
            <a:ext cx="9176430" cy="2387600"/>
          </a:xfrm>
        </p:spPr>
      </p:pic>
    </p:spTree>
    <p:extLst>
      <p:ext uri="{BB962C8B-B14F-4D97-AF65-F5344CB8AC3E}">
        <p14:creationId xmlns:p14="http://schemas.microsoft.com/office/powerpoint/2010/main" val="2681081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D69A6A-CF47-CBD5-6446-E5B64908C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465" t="31481" r="32360" b="36237"/>
          <a:stretch/>
        </p:blipFill>
        <p:spPr>
          <a:xfrm>
            <a:off x="1056736" y="1422400"/>
            <a:ext cx="9306464" cy="4216401"/>
          </a:xfrm>
        </p:spPr>
      </p:pic>
    </p:spTree>
    <p:extLst>
      <p:ext uri="{BB962C8B-B14F-4D97-AF65-F5344CB8AC3E}">
        <p14:creationId xmlns:p14="http://schemas.microsoft.com/office/powerpoint/2010/main" val="3729993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8FEADC-7320-4F3A-0DF6-FADBE3C2B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562" t="42394" r="18778" b="10616"/>
          <a:stretch/>
        </p:blipFill>
        <p:spPr>
          <a:xfrm>
            <a:off x="693455" y="850900"/>
            <a:ext cx="10609545" cy="5321301"/>
          </a:xfrm>
        </p:spPr>
      </p:pic>
    </p:spTree>
    <p:extLst>
      <p:ext uri="{BB962C8B-B14F-4D97-AF65-F5344CB8AC3E}">
        <p14:creationId xmlns:p14="http://schemas.microsoft.com/office/powerpoint/2010/main" val="1824919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60DBA8-FBE9-02C1-6E83-4A5874330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188" t="43561" r="19986" b="13243"/>
          <a:stretch/>
        </p:blipFill>
        <p:spPr>
          <a:xfrm>
            <a:off x="1300468" y="1346201"/>
            <a:ext cx="9812032" cy="4889500"/>
          </a:xfrm>
        </p:spPr>
      </p:pic>
    </p:spTree>
    <p:extLst>
      <p:ext uri="{BB962C8B-B14F-4D97-AF65-F5344CB8AC3E}">
        <p14:creationId xmlns:p14="http://schemas.microsoft.com/office/powerpoint/2010/main" val="3486847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AA2DE-4FE7-321E-69B0-EF67A29D9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extends tag allows us to establish parent/child relationships between our templates by specifying the parent template.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 it to the top of the home.html and about.html templates. Then define our child template content with {% block content %} and {% </a:t>
            </a:r>
            <a:r>
              <a:rPr lang="en-US" dirty="0" err="1"/>
              <a:t>endblock</a:t>
            </a:r>
            <a:r>
              <a:rPr lang="en-US" dirty="0"/>
              <a:t> %} tags.</a:t>
            </a:r>
          </a:p>
        </p:txBody>
      </p:sp>
    </p:spTree>
    <p:extLst>
      <p:ext uri="{BB962C8B-B14F-4D97-AF65-F5344CB8AC3E}">
        <p14:creationId xmlns:p14="http://schemas.microsoft.com/office/powerpoint/2010/main" val="920128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57C465-21E0-9F39-55EC-81B0FF7D6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174" t="27507" r="22202" b="3028"/>
          <a:stretch/>
        </p:blipFill>
        <p:spPr>
          <a:xfrm>
            <a:off x="1852281" y="259835"/>
            <a:ext cx="8206119" cy="6598165"/>
          </a:xfrm>
        </p:spPr>
      </p:pic>
    </p:spTree>
    <p:extLst>
      <p:ext uri="{BB962C8B-B14F-4D97-AF65-F5344CB8AC3E}">
        <p14:creationId xmlns:p14="http://schemas.microsoft.com/office/powerpoint/2010/main" val="3864242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43700D-868F-A723-302F-F8CA9E36F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159" t="18461" r="19986" b="12952"/>
          <a:stretch/>
        </p:blipFill>
        <p:spPr>
          <a:xfrm>
            <a:off x="1181100" y="364473"/>
            <a:ext cx="8267700" cy="6129054"/>
          </a:xfrm>
        </p:spPr>
      </p:pic>
    </p:spTree>
    <p:extLst>
      <p:ext uri="{BB962C8B-B14F-4D97-AF65-F5344CB8AC3E}">
        <p14:creationId xmlns:p14="http://schemas.microsoft.com/office/powerpoint/2010/main" val="2791830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2D179A-3694-9557-68D8-0A06D55EC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376" t="24006" r="19784" b="12951"/>
          <a:stretch/>
        </p:blipFill>
        <p:spPr>
          <a:xfrm>
            <a:off x="1199859" y="348277"/>
            <a:ext cx="9252241" cy="6509723"/>
          </a:xfrm>
        </p:spPr>
      </p:pic>
    </p:spTree>
    <p:extLst>
      <p:ext uri="{BB962C8B-B14F-4D97-AF65-F5344CB8AC3E}">
        <p14:creationId xmlns:p14="http://schemas.microsoft.com/office/powerpoint/2010/main" val="712460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A16D40-0BF9-0CC9-BC9C-61E2D9BDA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584" t="36848" r="34490" b="24626"/>
          <a:stretch/>
        </p:blipFill>
        <p:spPr>
          <a:xfrm>
            <a:off x="850900" y="838201"/>
            <a:ext cx="9829800" cy="5690940"/>
          </a:xfrm>
        </p:spPr>
      </p:pic>
    </p:spTree>
    <p:extLst>
      <p:ext uri="{BB962C8B-B14F-4D97-AF65-F5344CB8AC3E}">
        <p14:creationId xmlns:p14="http://schemas.microsoft.com/office/powerpoint/2010/main" val="1243198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D752EF-D96B-2975-F7EE-2AADF29D9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181" t="52608" r="39928" b="21708"/>
          <a:stretch/>
        </p:blipFill>
        <p:spPr>
          <a:xfrm>
            <a:off x="1102310" y="1676401"/>
            <a:ext cx="8613190" cy="3733800"/>
          </a:xfrm>
        </p:spPr>
      </p:pic>
    </p:spTree>
    <p:extLst>
      <p:ext uri="{BB962C8B-B14F-4D97-AF65-F5344CB8AC3E}">
        <p14:creationId xmlns:p14="http://schemas.microsoft.com/office/powerpoint/2010/main" val="3652435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C12ECF-A034-D803-7070-5E7083BD2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980" t="24881" r="37913" b="12951"/>
          <a:stretch/>
        </p:blipFill>
        <p:spPr>
          <a:xfrm>
            <a:off x="2500948" y="-16054"/>
            <a:ext cx="6922452" cy="6890107"/>
          </a:xfrm>
        </p:spPr>
      </p:pic>
    </p:spTree>
    <p:extLst>
      <p:ext uri="{BB962C8B-B14F-4D97-AF65-F5344CB8AC3E}">
        <p14:creationId xmlns:p14="http://schemas.microsoft.com/office/powerpoint/2010/main" val="1922962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A3AA40-A30D-C8FC-6F14-D1CC9B676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584" t="42685" r="31871" b="31047"/>
          <a:stretch/>
        </p:blipFill>
        <p:spPr>
          <a:xfrm>
            <a:off x="1568740" y="1714501"/>
            <a:ext cx="8603960" cy="3213100"/>
          </a:xfrm>
        </p:spPr>
      </p:pic>
    </p:spTree>
    <p:extLst>
      <p:ext uri="{BB962C8B-B14F-4D97-AF65-F5344CB8AC3E}">
        <p14:creationId xmlns:p14="http://schemas.microsoft.com/office/powerpoint/2010/main" val="29021756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8EC0AA-3FC9-CBA7-A1FD-32AD84916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390" t="22838" r="24015" b="19372"/>
          <a:stretch/>
        </p:blipFill>
        <p:spPr>
          <a:xfrm>
            <a:off x="1500912" y="127001"/>
            <a:ext cx="8900388" cy="6385064"/>
          </a:xfrm>
        </p:spPr>
      </p:pic>
    </p:spTree>
    <p:extLst>
      <p:ext uri="{BB962C8B-B14F-4D97-AF65-F5344CB8AC3E}">
        <p14:creationId xmlns:p14="http://schemas.microsoft.com/office/powerpoint/2010/main" val="15430296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50D918-B1CA-8CFD-AE96-E0E74A98C0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563" t="16709" r="24014" b="7406"/>
          <a:stretch/>
        </p:blipFill>
        <p:spPr>
          <a:xfrm>
            <a:off x="1361100" y="241300"/>
            <a:ext cx="7198700" cy="6344619"/>
          </a:xfrm>
        </p:spPr>
      </p:pic>
    </p:spTree>
    <p:extLst>
      <p:ext uri="{BB962C8B-B14F-4D97-AF65-F5344CB8AC3E}">
        <p14:creationId xmlns:p14="http://schemas.microsoft.com/office/powerpoint/2010/main" val="619517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DBA2EF-E066-EF0A-95A4-ECEC5D7B2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930" t="24162" r="20581" b="17151"/>
          <a:stretch/>
        </p:blipFill>
        <p:spPr>
          <a:xfrm>
            <a:off x="545092" y="256478"/>
            <a:ext cx="9959357" cy="6668690"/>
          </a:xfrm>
        </p:spPr>
      </p:pic>
    </p:spTree>
    <p:extLst>
      <p:ext uri="{BB962C8B-B14F-4D97-AF65-F5344CB8AC3E}">
        <p14:creationId xmlns:p14="http://schemas.microsoft.com/office/powerpoint/2010/main" val="1664140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796A3E-16B9-7852-1DF2-CE9B6D40E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980" t="31011" r="19180" b="10617"/>
          <a:stretch/>
        </p:blipFill>
        <p:spPr>
          <a:xfrm>
            <a:off x="1230697" y="444500"/>
            <a:ext cx="9437303" cy="6148083"/>
          </a:xfrm>
        </p:spPr>
      </p:pic>
    </p:spTree>
    <p:extLst>
      <p:ext uri="{BB962C8B-B14F-4D97-AF65-F5344CB8AC3E}">
        <p14:creationId xmlns:p14="http://schemas.microsoft.com/office/powerpoint/2010/main" val="3075688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275</Words>
  <Application>Microsoft Office PowerPoint</Application>
  <PresentationFormat>Widescreen</PresentationFormat>
  <Paragraphs>16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Company Website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Template 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Website</dc:title>
  <dc:creator>Duce, Patricia</dc:creator>
  <cp:lastModifiedBy>Duce, Patricia</cp:lastModifiedBy>
  <cp:revision>1</cp:revision>
  <dcterms:created xsi:type="dcterms:W3CDTF">2024-09-18T23:52:20Z</dcterms:created>
  <dcterms:modified xsi:type="dcterms:W3CDTF">2024-09-24T02:17:51Z</dcterms:modified>
</cp:coreProperties>
</file>