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83" r:id="rId9"/>
    <p:sldId id="282" r:id="rId10"/>
    <p:sldId id="284" r:id="rId11"/>
    <p:sldId id="281" r:id="rId12"/>
    <p:sldId id="263" r:id="rId13"/>
    <p:sldId id="264" r:id="rId14"/>
    <p:sldId id="268" r:id="rId15"/>
    <p:sldId id="286" r:id="rId16"/>
    <p:sldId id="265" r:id="rId17"/>
    <p:sldId id="287" r:id="rId18"/>
    <p:sldId id="271" r:id="rId19"/>
    <p:sldId id="272" r:id="rId20"/>
    <p:sldId id="278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FB88A60E-BA32-48BE-B5EF-C1EEA5696C20}"/>
    <pc:docChg chg="modSld">
      <pc:chgData name="Duce, Patricia" userId="63213659-433f-4003-8b64-f125efbf754c" providerId="ADAL" clId="{FB88A60E-BA32-48BE-B5EF-C1EEA5696C20}" dt="2024-09-19T15:42:25.688" v="15" actId="20577"/>
      <pc:docMkLst>
        <pc:docMk/>
      </pc:docMkLst>
      <pc:sldChg chg="modSp mod">
        <pc:chgData name="Duce, Patricia" userId="63213659-433f-4003-8b64-f125efbf754c" providerId="ADAL" clId="{FB88A60E-BA32-48BE-B5EF-C1EEA5696C20}" dt="2024-09-19T15:42:25.688" v="15" actId="20577"/>
        <pc:sldMkLst>
          <pc:docMk/>
          <pc:sldMk cId="578152880" sldId="278"/>
        </pc:sldMkLst>
        <pc:spChg chg="mod">
          <ac:chgData name="Duce, Patricia" userId="63213659-433f-4003-8b64-f125efbf754c" providerId="ADAL" clId="{FB88A60E-BA32-48BE-B5EF-C1EEA5696C20}" dt="2024-09-19T15:42:25.688" v="15" actId="20577"/>
          <ac:spMkLst>
            <pc:docMk/>
            <pc:sldMk cId="578152880" sldId="278"/>
            <ac:spMk id="3" creationId="{00000000-0000-0000-0000-000000000000}"/>
          </ac:spMkLst>
        </pc:spChg>
      </pc:sldChg>
    </pc:docChg>
  </pc:docChgLst>
  <pc:docChgLst>
    <pc:chgData name="Duce, Patricia" userId="63213659-433f-4003-8b64-f125efbf754c" providerId="ADAL" clId="{06783D5D-31E2-4B9D-AAE2-03BB5B644447}"/>
    <pc:docChg chg="custSel addSld delSld modSld sldOrd">
      <pc:chgData name="Duce, Patricia" userId="63213659-433f-4003-8b64-f125efbf754c" providerId="ADAL" clId="{06783D5D-31E2-4B9D-AAE2-03BB5B644447}" dt="2021-09-27T19:32:18.262" v="194" actId="47"/>
      <pc:docMkLst>
        <pc:docMk/>
      </pc:docMkLst>
      <pc:sldChg chg="modSp mod">
        <pc:chgData name="Duce, Patricia" userId="63213659-433f-4003-8b64-f125efbf754c" providerId="ADAL" clId="{06783D5D-31E2-4B9D-AAE2-03BB5B644447}" dt="2021-09-26T03:50:01.773" v="45" actId="113"/>
        <pc:sldMkLst>
          <pc:docMk/>
          <pc:sldMk cId="3780263747" sldId="257"/>
        </pc:sldMkLst>
        <pc:spChg chg="mod">
          <ac:chgData name="Duce, Patricia" userId="63213659-433f-4003-8b64-f125efbf754c" providerId="ADAL" clId="{06783D5D-31E2-4B9D-AAE2-03BB5B644447}" dt="2021-09-26T03:49:50.109" v="44" actId="20577"/>
          <ac:spMkLst>
            <pc:docMk/>
            <pc:sldMk cId="3780263747" sldId="257"/>
            <ac:spMk id="2" creationId="{00000000-0000-0000-0000-000000000000}"/>
          </ac:spMkLst>
        </pc:spChg>
        <pc:spChg chg="mod">
          <ac:chgData name="Duce, Patricia" userId="63213659-433f-4003-8b64-f125efbf754c" providerId="ADAL" clId="{06783D5D-31E2-4B9D-AAE2-03BB5B644447}" dt="2021-09-26T03:50:01.773" v="45" actId="113"/>
          <ac:spMkLst>
            <pc:docMk/>
            <pc:sldMk cId="3780263747" sldId="257"/>
            <ac:spMk id="3" creationId="{00000000-0000-0000-0000-000000000000}"/>
          </ac:spMkLst>
        </pc:spChg>
      </pc:sldChg>
      <pc:sldChg chg="modSp mod">
        <pc:chgData name="Duce, Patricia" userId="63213659-433f-4003-8b64-f125efbf754c" providerId="ADAL" clId="{06783D5D-31E2-4B9D-AAE2-03BB5B644447}" dt="2021-09-26T04:49:28.812" v="52" actId="20577"/>
        <pc:sldMkLst>
          <pc:docMk/>
          <pc:sldMk cId="212989665" sldId="258"/>
        </pc:sldMkLst>
        <pc:spChg chg="mod">
          <ac:chgData name="Duce, Patricia" userId="63213659-433f-4003-8b64-f125efbf754c" providerId="ADAL" clId="{06783D5D-31E2-4B9D-AAE2-03BB5B644447}" dt="2021-09-26T04:49:28.812" v="52" actId="20577"/>
          <ac:spMkLst>
            <pc:docMk/>
            <pc:sldMk cId="212989665" sldId="258"/>
            <ac:spMk id="3" creationId="{00000000-0000-0000-0000-000000000000}"/>
          </ac:spMkLst>
        </pc:spChg>
      </pc:sldChg>
      <pc:sldChg chg="modSp mod">
        <pc:chgData name="Duce, Patricia" userId="63213659-433f-4003-8b64-f125efbf754c" providerId="ADAL" clId="{06783D5D-31E2-4B9D-AAE2-03BB5B644447}" dt="2021-09-27T19:12:27.338" v="54" actId="20577"/>
        <pc:sldMkLst>
          <pc:docMk/>
          <pc:sldMk cId="2831052216" sldId="261"/>
        </pc:sldMkLst>
        <pc:spChg chg="mod">
          <ac:chgData name="Duce, Patricia" userId="63213659-433f-4003-8b64-f125efbf754c" providerId="ADAL" clId="{06783D5D-31E2-4B9D-AAE2-03BB5B644447}" dt="2021-09-27T19:12:27.338" v="54" actId="20577"/>
          <ac:spMkLst>
            <pc:docMk/>
            <pc:sldMk cId="2831052216" sldId="261"/>
            <ac:spMk id="3" creationId="{00000000-0000-0000-0000-000000000000}"/>
          </ac:spMkLst>
        </pc:spChg>
      </pc:sldChg>
      <pc:sldChg chg="del">
        <pc:chgData name="Duce, Patricia" userId="63213659-433f-4003-8b64-f125efbf754c" providerId="ADAL" clId="{06783D5D-31E2-4B9D-AAE2-03BB5B644447}" dt="2021-09-27T19:19:46.767" v="168" actId="47"/>
        <pc:sldMkLst>
          <pc:docMk/>
          <pc:sldMk cId="4072309437" sldId="262"/>
        </pc:sldMkLst>
      </pc:sldChg>
      <pc:sldChg chg="modSp mod ord">
        <pc:chgData name="Duce, Patricia" userId="63213659-433f-4003-8b64-f125efbf754c" providerId="ADAL" clId="{06783D5D-31E2-4B9D-AAE2-03BB5B644447}" dt="2021-09-27T19:25:01.290" v="182"/>
        <pc:sldMkLst>
          <pc:docMk/>
          <pc:sldMk cId="3945819398" sldId="263"/>
        </pc:sldMkLst>
        <pc:spChg chg="mod">
          <ac:chgData name="Duce, Patricia" userId="63213659-433f-4003-8b64-f125efbf754c" providerId="ADAL" clId="{06783D5D-31E2-4B9D-AAE2-03BB5B644447}" dt="2021-09-27T19:24:20.799" v="176" actId="20577"/>
          <ac:spMkLst>
            <pc:docMk/>
            <pc:sldMk cId="3945819398" sldId="263"/>
            <ac:spMk id="3" creationId="{00000000-0000-0000-0000-000000000000}"/>
          </ac:spMkLst>
        </pc:spChg>
      </pc:sldChg>
      <pc:sldChg chg="modSp mod ord">
        <pc:chgData name="Duce, Patricia" userId="63213659-433f-4003-8b64-f125efbf754c" providerId="ADAL" clId="{06783D5D-31E2-4B9D-AAE2-03BB5B644447}" dt="2021-09-27T19:25:01.290" v="182"/>
        <pc:sldMkLst>
          <pc:docMk/>
          <pc:sldMk cId="926999467" sldId="264"/>
        </pc:sldMkLst>
        <pc:spChg chg="mod">
          <ac:chgData name="Duce, Patricia" userId="63213659-433f-4003-8b64-f125efbf754c" providerId="ADAL" clId="{06783D5D-31E2-4B9D-AAE2-03BB5B644447}" dt="2021-09-27T19:24:10.003" v="173" actId="20577"/>
          <ac:spMkLst>
            <pc:docMk/>
            <pc:sldMk cId="926999467" sldId="264"/>
            <ac:spMk id="3" creationId="{00000000-0000-0000-0000-000000000000}"/>
          </ac:spMkLst>
        </pc:spChg>
      </pc:sldChg>
      <pc:sldChg chg="ord">
        <pc:chgData name="Duce, Patricia" userId="63213659-433f-4003-8b64-f125efbf754c" providerId="ADAL" clId="{06783D5D-31E2-4B9D-AAE2-03BB5B644447}" dt="2021-09-27T19:27:43.229" v="186"/>
        <pc:sldMkLst>
          <pc:docMk/>
          <pc:sldMk cId="474620225" sldId="265"/>
        </pc:sldMkLst>
      </pc:sldChg>
      <pc:sldChg chg="ord">
        <pc:chgData name="Duce, Patricia" userId="63213659-433f-4003-8b64-f125efbf754c" providerId="ADAL" clId="{06783D5D-31E2-4B9D-AAE2-03BB5B644447}" dt="2021-09-27T19:27:15.209" v="184"/>
        <pc:sldMkLst>
          <pc:docMk/>
          <pc:sldMk cId="4188050528" sldId="268"/>
        </pc:sldMkLst>
      </pc:sldChg>
      <pc:sldChg chg="del">
        <pc:chgData name="Duce, Patricia" userId="63213659-433f-4003-8b64-f125efbf754c" providerId="ADAL" clId="{06783D5D-31E2-4B9D-AAE2-03BB5B644447}" dt="2021-09-27T19:27:54.639" v="188" actId="47"/>
        <pc:sldMkLst>
          <pc:docMk/>
          <pc:sldMk cId="368954346" sldId="269"/>
        </pc:sldMkLst>
      </pc:sldChg>
      <pc:sldChg chg="del">
        <pc:chgData name="Duce, Patricia" userId="63213659-433f-4003-8b64-f125efbf754c" providerId="ADAL" clId="{06783D5D-31E2-4B9D-AAE2-03BB5B644447}" dt="2021-09-27T19:27:53.520" v="187" actId="47"/>
        <pc:sldMkLst>
          <pc:docMk/>
          <pc:sldMk cId="948398526" sldId="270"/>
        </pc:sldMkLst>
      </pc:sldChg>
      <pc:sldChg chg="del">
        <pc:chgData name="Duce, Patricia" userId="63213659-433f-4003-8b64-f125efbf754c" providerId="ADAL" clId="{06783D5D-31E2-4B9D-AAE2-03BB5B644447}" dt="2021-09-27T19:32:18.262" v="194" actId="47"/>
        <pc:sldMkLst>
          <pc:docMk/>
          <pc:sldMk cId="2003168503" sldId="276"/>
        </pc:sldMkLst>
      </pc:sldChg>
      <pc:sldChg chg="addSp delSp modSp mod">
        <pc:chgData name="Duce, Patricia" userId="63213659-433f-4003-8b64-f125efbf754c" providerId="ADAL" clId="{06783D5D-31E2-4B9D-AAE2-03BB5B644447}" dt="2021-09-27T19:32:13.742" v="193" actId="1076"/>
        <pc:sldMkLst>
          <pc:docMk/>
          <pc:sldMk cId="3656551847" sldId="277"/>
        </pc:sldMkLst>
        <pc:spChg chg="add del mod">
          <ac:chgData name="Duce, Patricia" userId="63213659-433f-4003-8b64-f125efbf754c" providerId="ADAL" clId="{06783D5D-31E2-4B9D-AAE2-03BB5B644447}" dt="2021-09-27T19:32:04.980" v="190" actId="22"/>
          <ac:spMkLst>
            <pc:docMk/>
            <pc:sldMk cId="3656551847" sldId="277"/>
            <ac:spMk id="3" creationId="{48D31292-E74A-4E18-A7A5-BD3B23505E6B}"/>
          </ac:spMkLst>
        </pc:spChg>
        <pc:picChg chg="del">
          <ac:chgData name="Duce, Patricia" userId="63213659-433f-4003-8b64-f125efbf754c" providerId="ADAL" clId="{06783D5D-31E2-4B9D-AAE2-03BB5B644447}" dt="2021-09-27T19:32:02.685" v="189" actId="478"/>
          <ac:picMkLst>
            <pc:docMk/>
            <pc:sldMk cId="3656551847" sldId="277"/>
            <ac:picMk id="4" creationId="{00000000-0000-0000-0000-000000000000}"/>
          </ac:picMkLst>
        </pc:picChg>
        <pc:picChg chg="add mod ord">
          <ac:chgData name="Duce, Patricia" userId="63213659-433f-4003-8b64-f125efbf754c" providerId="ADAL" clId="{06783D5D-31E2-4B9D-AAE2-03BB5B644447}" dt="2021-09-27T19:32:13.742" v="193" actId="1076"/>
          <ac:picMkLst>
            <pc:docMk/>
            <pc:sldMk cId="3656551847" sldId="277"/>
            <ac:picMk id="6" creationId="{3244F809-659D-49F5-8D26-669CD75E48F2}"/>
          </ac:picMkLst>
        </pc:picChg>
      </pc:sldChg>
      <pc:sldChg chg="delSp modSp new mod">
        <pc:chgData name="Duce, Patricia" userId="63213659-433f-4003-8b64-f125efbf754c" providerId="ADAL" clId="{06783D5D-31E2-4B9D-AAE2-03BB5B644447}" dt="2021-09-26T04:06:57.586" v="50" actId="478"/>
        <pc:sldMkLst>
          <pc:docMk/>
          <pc:sldMk cId="2245178089" sldId="280"/>
        </pc:sldMkLst>
        <pc:spChg chg="del">
          <ac:chgData name="Duce, Patricia" userId="63213659-433f-4003-8b64-f125efbf754c" providerId="ADAL" clId="{06783D5D-31E2-4B9D-AAE2-03BB5B644447}" dt="2021-09-26T04:06:57.586" v="50" actId="478"/>
          <ac:spMkLst>
            <pc:docMk/>
            <pc:sldMk cId="2245178089" sldId="280"/>
            <ac:spMk id="2" creationId="{2234DF1D-197B-401B-A2A1-ACCB88C3DD31}"/>
          </ac:spMkLst>
        </pc:spChg>
        <pc:spChg chg="mod">
          <ac:chgData name="Duce, Patricia" userId="63213659-433f-4003-8b64-f125efbf754c" providerId="ADAL" clId="{06783D5D-31E2-4B9D-AAE2-03BB5B644447}" dt="2021-09-26T04:06:54.119" v="49" actId="5793"/>
          <ac:spMkLst>
            <pc:docMk/>
            <pc:sldMk cId="2245178089" sldId="280"/>
            <ac:spMk id="3" creationId="{4B46412B-6D48-4C61-91F0-008ACEFFC57D}"/>
          </ac:spMkLst>
        </pc:spChg>
      </pc:sldChg>
      <pc:sldChg chg="modSp mod ord">
        <pc:chgData name="Duce, Patricia" userId="63213659-433f-4003-8b64-f125efbf754c" providerId="ADAL" clId="{06783D5D-31E2-4B9D-AAE2-03BB5B644447}" dt="2021-09-27T19:20:20.991" v="172" actId="113"/>
        <pc:sldMkLst>
          <pc:docMk/>
          <pc:sldMk cId="3826474550" sldId="281"/>
        </pc:sldMkLst>
        <pc:spChg chg="mod">
          <ac:chgData name="Duce, Patricia" userId="63213659-433f-4003-8b64-f125efbf754c" providerId="ADAL" clId="{06783D5D-31E2-4B9D-AAE2-03BB5B644447}" dt="2021-09-27T19:20:20.991" v="172" actId="113"/>
          <ac:spMkLst>
            <pc:docMk/>
            <pc:sldMk cId="3826474550" sldId="281"/>
            <ac:spMk id="3" creationId="{A42D534D-0293-4CB0-B834-D82826BB098A}"/>
          </ac:spMkLst>
        </pc:spChg>
      </pc:sldChg>
      <pc:sldChg chg="delSp modSp add mod">
        <pc:chgData name="Duce, Patricia" userId="63213659-433f-4003-8b64-f125efbf754c" providerId="ADAL" clId="{06783D5D-31E2-4B9D-AAE2-03BB5B644447}" dt="2021-09-27T19:14:05.419" v="84" actId="478"/>
        <pc:sldMkLst>
          <pc:docMk/>
          <pc:sldMk cId="1517212939" sldId="282"/>
        </pc:sldMkLst>
        <pc:spChg chg="del mod">
          <ac:chgData name="Duce, Patricia" userId="63213659-433f-4003-8b64-f125efbf754c" providerId="ADAL" clId="{06783D5D-31E2-4B9D-AAE2-03BB5B644447}" dt="2021-09-27T19:14:05.419" v="84" actId="478"/>
          <ac:spMkLst>
            <pc:docMk/>
            <pc:sldMk cId="1517212939" sldId="282"/>
            <ac:spMk id="2" creationId="{00000000-0000-0000-0000-000000000000}"/>
          </ac:spMkLst>
        </pc:spChg>
        <pc:spChg chg="mod">
          <ac:chgData name="Duce, Patricia" userId="63213659-433f-4003-8b64-f125efbf754c" providerId="ADAL" clId="{06783D5D-31E2-4B9D-AAE2-03BB5B644447}" dt="2021-09-27T19:12:38.449" v="55" actId="20577"/>
          <ac:spMkLst>
            <pc:docMk/>
            <pc:sldMk cId="1517212939" sldId="282"/>
            <ac:spMk id="3" creationId="{00000000-0000-0000-0000-000000000000}"/>
          </ac:spMkLst>
        </pc:spChg>
      </pc:sldChg>
      <pc:sldChg chg="addSp delSp modSp new mod">
        <pc:chgData name="Duce, Patricia" userId="63213659-433f-4003-8b64-f125efbf754c" providerId="ADAL" clId="{06783D5D-31E2-4B9D-AAE2-03BB5B644447}" dt="2021-09-27T19:13:52.706" v="72" actId="1076"/>
        <pc:sldMkLst>
          <pc:docMk/>
          <pc:sldMk cId="2154609828" sldId="283"/>
        </pc:sldMkLst>
        <pc:spChg chg="mod">
          <ac:chgData name="Duce, Patricia" userId="63213659-433f-4003-8b64-f125efbf754c" providerId="ADAL" clId="{06783D5D-31E2-4B9D-AAE2-03BB5B644447}" dt="2021-09-27T19:12:50.401" v="67" actId="20577"/>
          <ac:spMkLst>
            <pc:docMk/>
            <pc:sldMk cId="2154609828" sldId="283"/>
            <ac:spMk id="2" creationId="{36E6EF1D-3D08-4C5D-9807-A82C5E5ED331}"/>
          </ac:spMkLst>
        </pc:spChg>
        <pc:spChg chg="del">
          <ac:chgData name="Duce, Patricia" userId="63213659-433f-4003-8b64-f125efbf754c" providerId="ADAL" clId="{06783D5D-31E2-4B9D-AAE2-03BB5B644447}" dt="2021-09-27T19:13:18.939" v="68" actId="22"/>
          <ac:spMkLst>
            <pc:docMk/>
            <pc:sldMk cId="2154609828" sldId="283"/>
            <ac:spMk id="3" creationId="{1E104FA8-FCCB-49FD-820D-18B7D4295B77}"/>
          </ac:spMkLst>
        </pc:spChg>
        <pc:picChg chg="add mod ord">
          <ac:chgData name="Duce, Patricia" userId="63213659-433f-4003-8b64-f125efbf754c" providerId="ADAL" clId="{06783D5D-31E2-4B9D-AAE2-03BB5B644447}" dt="2021-09-27T19:13:52.706" v="72" actId="1076"/>
          <ac:picMkLst>
            <pc:docMk/>
            <pc:sldMk cId="2154609828" sldId="283"/>
            <ac:picMk id="5" creationId="{DFD54762-ED48-4FE8-8821-23752768E66E}"/>
          </ac:picMkLst>
        </pc:picChg>
        <pc:picChg chg="add mod">
          <ac:chgData name="Duce, Patricia" userId="63213659-433f-4003-8b64-f125efbf754c" providerId="ADAL" clId="{06783D5D-31E2-4B9D-AAE2-03BB5B644447}" dt="2021-09-27T19:13:50.212" v="71" actId="1076"/>
          <ac:picMkLst>
            <pc:docMk/>
            <pc:sldMk cId="2154609828" sldId="283"/>
            <ac:picMk id="7" creationId="{132C737C-3DEE-4001-A8CD-0822EAB6B9AD}"/>
          </ac:picMkLst>
        </pc:picChg>
      </pc:sldChg>
      <pc:sldChg chg="addSp delSp modSp new mod">
        <pc:chgData name="Duce, Patricia" userId="63213659-433f-4003-8b64-f125efbf754c" providerId="ADAL" clId="{06783D5D-31E2-4B9D-AAE2-03BB5B644447}" dt="2021-09-27T19:15:30.433" v="98" actId="22"/>
        <pc:sldMkLst>
          <pc:docMk/>
          <pc:sldMk cId="792656901" sldId="284"/>
        </pc:sldMkLst>
        <pc:spChg chg="mod">
          <ac:chgData name="Duce, Patricia" userId="63213659-433f-4003-8b64-f125efbf754c" providerId="ADAL" clId="{06783D5D-31E2-4B9D-AAE2-03BB5B644447}" dt="2021-09-27T19:14:43.906" v="97" actId="20577"/>
          <ac:spMkLst>
            <pc:docMk/>
            <pc:sldMk cId="792656901" sldId="284"/>
            <ac:spMk id="2" creationId="{F5345DA6-D389-4C6E-AB19-440658269D5B}"/>
          </ac:spMkLst>
        </pc:spChg>
        <pc:spChg chg="del">
          <ac:chgData name="Duce, Patricia" userId="63213659-433f-4003-8b64-f125efbf754c" providerId="ADAL" clId="{06783D5D-31E2-4B9D-AAE2-03BB5B644447}" dt="2021-09-27T19:15:30.433" v="98" actId="22"/>
          <ac:spMkLst>
            <pc:docMk/>
            <pc:sldMk cId="792656901" sldId="284"/>
            <ac:spMk id="3" creationId="{4DA2AD14-3EB0-400A-9C32-2A624AB65119}"/>
          </ac:spMkLst>
        </pc:spChg>
        <pc:picChg chg="add mod ord">
          <ac:chgData name="Duce, Patricia" userId="63213659-433f-4003-8b64-f125efbf754c" providerId="ADAL" clId="{06783D5D-31E2-4B9D-AAE2-03BB5B644447}" dt="2021-09-27T19:15:30.433" v="98" actId="22"/>
          <ac:picMkLst>
            <pc:docMk/>
            <pc:sldMk cId="792656901" sldId="284"/>
            <ac:picMk id="5" creationId="{82B0373B-AE55-498B-BDDB-902DAE0A3673}"/>
          </ac:picMkLst>
        </pc:picChg>
      </pc:sldChg>
      <pc:sldChg chg="addSp modSp add del mod ord">
        <pc:chgData name="Duce, Patricia" userId="63213659-433f-4003-8b64-f125efbf754c" providerId="ADAL" clId="{06783D5D-31E2-4B9D-AAE2-03BB5B644447}" dt="2021-09-27T19:20:12.478" v="171" actId="47"/>
        <pc:sldMkLst>
          <pc:docMk/>
          <pc:sldMk cId="1069129603" sldId="285"/>
        </pc:sldMkLst>
        <pc:spChg chg="mod">
          <ac:chgData name="Duce, Patricia" userId="63213659-433f-4003-8b64-f125efbf754c" providerId="ADAL" clId="{06783D5D-31E2-4B9D-AAE2-03BB5B644447}" dt="2021-09-27T19:16:13.259" v="146" actId="20577"/>
          <ac:spMkLst>
            <pc:docMk/>
            <pc:sldMk cId="1069129603" sldId="285"/>
            <ac:spMk id="3" creationId="{00000000-0000-0000-0000-000000000000}"/>
          </ac:spMkLst>
        </pc:spChg>
        <pc:picChg chg="add mod modCrop">
          <ac:chgData name="Duce, Patricia" userId="63213659-433f-4003-8b64-f125efbf754c" providerId="ADAL" clId="{06783D5D-31E2-4B9D-AAE2-03BB5B644447}" dt="2021-09-27T19:16:02.648" v="129" actId="1076"/>
          <ac:picMkLst>
            <pc:docMk/>
            <pc:sldMk cId="1069129603" sldId="285"/>
            <ac:picMk id="4" creationId="{5D9FCAE7-3600-483C-8458-CEF976D4704D}"/>
          </ac:picMkLst>
        </pc:picChg>
      </pc:sldChg>
      <pc:sldChg chg="addSp delSp modSp new mod">
        <pc:chgData name="Duce, Patricia" userId="63213659-433f-4003-8b64-f125efbf754c" providerId="ADAL" clId="{06783D5D-31E2-4B9D-AAE2-03BB5B644447}" dt="2021-09-27T19:19:08.022" v="162" actId="14100"/>
        <pc:sldMkLst>
          <pc:docMk/>
          <pc:sldMk cId="2535889293" sldId="286"/>
        </pc:sldMkLst>
        <pc:spChg chg="mod">
          <ac:chgData name="Duce, Patricia" userId="63213659-433f-4003-8b64-f125efbf754c" providerId="ADAL" clId="{06783D5D-31E2-4B9D-AAE2-03BB5B644447}" dt="2021-09-27T19:18:00.605" v="158" actId="20577"/>
          <ac:spMkLst>
            <pc:docMk/>
            <pc:sldMk cId="2535889293" sldId="286"/>
            <ac:spMk id="2" creationId="{A5A59D00-DF6C-4527-9643-09AF02112D62}"/>
          </ac:spMkLst>
        </pc:spChg>
        <pc:spChg chg="del">
          <ac:chgData name="Duce, Patricia" userId="63213659-433f-4003-8b64-f125efbf754c" providerId="ADAL" clId="{06783D5D-31E2-4B9D-AAE2-03BB5B644447}" dt="2021-09-27T19:18:33.951" v="159" actId="22"/>
          <ac:spMkLst>
            <pc:docMk/>
            <pc:sldMk cId="2535889293" sldId="286"/>
            <ac:spMk id="3" creationId="{AAA9B776-F9AE-4345-9AA8-65492A8421D7}"/>
          </ac:spMkLst>
        </pc:spChg>
        <pc:picChg chg="add mod ord">
          <ac:chgData name="Duce, Patricia" userId="63213659-433f-4003-8b64-f125efbf754c" providerId="ADAL" clId="{06783D5D-31E2-4B9D-AAE2-03BB5B644447}" dt="2021-09-27T19:19:08.022" v="162" actId="14100"/>
          <ac:picMkLst>
            <pc:docMk/>
            <pc:sldMk cId="2535889293" sldId="286"/>
            <ac:picMk id="5" creationId="{1B199C85-3AF8-41F6-A000-3F949D7C3440}"/>
          </ac:picMkLst>
        </pc:picChg>
      </pc:sldChg>
      <pc:sldChg chg="addSp delSp modSp new mod">
        <pc:chgData name="Duce, Patricia" userId="63213659-433f-4003-8b64-f125efbf754c" providerId="ADAL" clId="{06783D5D-31E2-4B9D-AAE2-03BB5B644447}" dt="2021-09-27T19:19:29.630" v="167" actId="1076"/>
        <pc:sldMkLst>
          <pc:docMk/>
          <pc:sldMk cId="1699130063" sldId="287"/>
        </pc:sldMkLst>
        <pc:spChg chg="del">
          <ac:chgData name="Duce, Patricia" userId="63213659-433f-4003-8b64-f125efbf754c" providerId="ADAL" clId="{06783D5D-31E2-4B9D-AAE2-03BB5B644447}" dt="2021-09-27T19:19:23.084" v="165" actId="478"/>
          <ac:spMkLst>
            <pc:docMk/>
            <pc:sldMk cId="1699130063" sldId="287"/>
            <ac:spMk id="2" creationId="{686507BD-FE20-4E00-BF43-0787B294D6C7}"/>
          </ac:spMkLst>
        </pc:spChg>
        <pc:spChg chg="del">
          <ac:chgData name="Duce, Patricia" userId="63213659-433f-4003-8b64-f125efbf754c" providerId="ADAL" clId="{06783D5D-31E2-4B9D-AAE2-03BB5B644447}" dt="2021-09-27T19:19:18.335" v="164" actId="22"/>
          <ac:spMkLst>
            <pc:docMk/>
            <pc:sldMk cId="1699130063" sldId="287"/>
            <ac:spMk id="3" creationId="{75582FFC-63EA-4FA5-9615-B2B9CD6BBBE7}"/>
          </ac:spMkLst>
        </pc:spChg>
        <pc:picChg chg="add mod ord">
          <ac:chgData name="Duce, Patricia" userId="63213659-433f-4003-8b64-f125efbf754c" providerId="ADAL" clId="{06783D5D-31E2-4B9D-AAE2-03BB5B644447}" dt="2021-09-27T19:19:29.630" v="167" actId="1076"/>
          <ac:picMkLst>
            <pc:docMk/>
            <pc:sldMk cId="1699130063" sldId="287"/>
            <ac:picMk id="5" creationId="{7C5E3100-C353-4695-B0DE-6932C1B42BC3}"/>
          </ac:picMkLst>
        </pc:picChg>
      </pc:sldChg>
    </pc:docChg>
  </pc:docChgLst>
  <pc:docChgLst>
    <pc:chgData name="Duce, Patricia" userId="63213659-433f-4003-8b64-f125efbf754c" providerId="ADAL" clId="{D88A238B-F15A-4191-B60D-02E4F121B6AC}"/>
    <pc:docChg chg="custSel addSld delSld modSld">
      <pc:chgData name="Duce, Patricia" userId="63213659-433f-4003-8b64-f125efbf754c" providerId="ADAL" clId="{D88A238B-F15A-4191-B60D-02E4F121B6AC}" dt="2022-09-22T15:57:11.403" v="77" actId="2696"/>
      <pc:docMkLst>
        <pc:docMk/>
      </pc:docMkLst>
      <pc:sldChg chg="modSp mod">
        <pc:chgData name="Duce, Patricia" userId="63213659-433f-4003-8b64-f125efbf754c" providerId="ADAL" clId="{D88A238B-F15A-4191-B60D-02E4F121B6AC}" dt="2021-09-27T04:32:58.852" v="75"/>
        <pc:sldMkLst>
          <pc:docMk/>
          <pc:sldMk cId="1138665049" sldId="260"/>
        </pc:sldMkLst>
        <pc:spChg chg="mod">
          <ac:chgData name="Duce, Patricia" userId="63213659-433f-4003-8b64-f125efbf754c" providerId="ADAL" clId="{D88A238B-F15A-4191-B60D-02E4F121B6AC}" dt="2021-09-27T04:32:58.852" v="75"/>
          <ac:spMkLst>
            <pc:docMk/>
            <pc:sldMk cId="1138665049" sldId="260"/>
            <ac:spMk id="3" creationId="{00000000-0000-0000-0000-000000000000}"/>
          </ac:spMkLst>
        </pc:spChg>
      </pc:sldChg>
      <pc:sldChg chg="modSp mod">
        <pc:chgData name="Duce, Patricia" userId="63213659-433f-4003-8b64-f125efbf754c" providerId="ADAL" clId="{D88A238B-F15A-4191-B60D-02E4F121B6AC}" dt="2021-09-27T04:26:33.291" v="57" actId="20577"/>
        <pc:sldMkLst>
          <pc:docMk/>
          <pc:sldMk cId="2831052216" sldId="261"/>
        </pc:sldMkLst>
        <pc:spChg chg="mod">
          <ac:chgData name="Duce, Patricia" userId="63213659-433f-4003-8b64-f125efbf754c" providerId="ADAL" clId="{D88A238B-F15A-4191-B60D-02E4F121B6AC}" dt="2021-09-27T04:26:33.291" v="57" actId="20577"/>
          <ac:spMkLst>
            <pc:docMk/>
            <pc:sldMk cId="2831052216" sldId="261"/>
            <ac:spMk id="3" creationId="{00000000-0000-0000-0000-000000000000}"/>
          </ac:spMkLst>
        </pc:spChg>
      </pc:sldChg>
      <pc:sldChg chg="del">
        <pc:chgData name="Duce, Patricia" userId="63213659-433f-4003-8b64-f125efbf754c" providerId="ADAL" clId="{D88A238B-F15A-4191-B60D-02E4F121B6AC}" dt="2021-09-27T04:40:03.549" v="76" actId="2696"/>
        <pc:sldMkLst>
          <pc:docMk/>
          <pc:sldMk cId="1747652577" sldId="266"/>
        </pc:sldMkLst>
      </pc:sldChg>
      <pc:sldChg chg="del">
        <pc:chgData name="Duce, Patricia" userId="63213659-433f-4003-8b64-f125efbf754c" providerId="ADAL" clId="{D88A238B-F15A-4191-B60D-02E4F121B6AC}" dt="2022-09-22T15:57:11.403" v="77" actId="2696"/>
        <pc:sldMkLst>
          <pc:docMk/>
          <pc:sldMk cId="236900175" sldId="267"/>
        </pc:sldMkLst>
      </pc:sldChg>
      <pc:sldChg chg="del">
        <pc:chgData name="Duce, Patricia" userId="63213659-433f-4003-8b64-f125efbf754c" providerId="ADAL" clId="{D88A238B-F15A-4191-B60D-02E4F121B6AC}" dt="2022-09-22T15:57:11.403" v="77" actId="2696"/>
        <pc:sldMkLst>
          <pc:docMk/>
          <pc:sldMk cId="547470155" sldId="274"/>
        </pc:sldMkLst>
      </pc:sldChg>
      <pc:sldChg chg="del">
        <pc:chgData name="Duce, Patricia" userId="63213659-433f-4003-8b64-f125efbf754c" providerId="ADAL" clId="{D88A238B-F15A-4191-B60D-02E4F121B6AC}" dt="2022-09-22T15:57:11.403" v="77" actId="2696"/>
        <pc:sldMkLst>
          <pc:docMk/>
          <pc:sldMk cId="802457037" sldId="275"/>
        </pc:sldMkLst>
      </pc:sldChg>
      <pc:sldChg chg="del">
        <pc:chgData name="Duce, Patricia" userId="63213659-433f-4003-8b64-f125efbf754c" providerId="ADAL" clId="{D88A238B-F15A-4191-B60D-02E4F121B6AC}" dt="2022-09-22T15:57:11.403" v="77" actId="2696"/>
        <pc:sldMkLst>
          <pc:docMk/>
          <pc:sldMk cId="3656551847" sldId="277"/>
        </pc:sldMkLst>
      </pc:sldChg>
      <pc:sldChg chg="del">
        <pc:chgData name="Duce, Patricia" userId="63213659-433f-4003-8b64-f125efbf754c" providerId="ADAL" clId="{D88A238B-F15A-4191-B60D-02E4F121B6AC}" dt="2022-09-22T15:57:11.403" v="77" actId="2696"/>
        <pc:sldMkLst>
          <pc:docMk/>
          <pc:sldMk cId="2201156043" sldId="279"/>
        </pc:sldMkLst>
      </pc:sldChg>
      <pc:sldChg chg="delSp modSp new mod">
        <pc:chgData name="Duce, Patricia" userId="63213659-433f-4003-8b64-f125efbf754c" providerId="ADAL" clId="{D88A238B-F15A-4191-B60D-02E4F121B6AC}" dt="2021-09-27T04:29:03.182" v="72" actId="5793"/>
        <pc:sldMkLst>
          <pc:docMk/>
          <pc:sldMk cId="3826474550" sldId="281"/>
        </pc:sldMkLst>
        <pc:spChg chg="del">
          <ac:chgData name="Duce, Patricia" userId="63213659-433f-4003-8b64-f125efbf754c" providerId="ADAL" clId="{D88A238B-F15A-4191-B60D-02E4F121B6AC}" dt="2021-09-27T04:28:59.635" v="70" actId="478"/>
          <ac:spMkLst>
            <pc:docMk/>
            <pc:sldMk cId="3826474550" sldId="281"/>
            <ac:spMk id="2" creationId="{55DB7976-7AEB-4AA1-B331-B3866BB0D930}"/>
          </ac:spMkLst>
        </pc:spChg>
        <pc:spChg chg="mod">
          <ac:chgData name="Duce, Patricia" userId="63213659-433f-4003-8b64-f125efbf754c" providerId="ADAL" clId="{D88A238B-F15A-4191-B60D-02E4F121B6AC}" dt="2021-09-27T04:29:03.182" v="72" actId="5793"/>
          <ac:spMkLst>
            <pc:docMk/>
            <pc:sldMk cId="3826474550" sldId="281"/>
            <ac:spMk id="3" creationId="{A42D534D-0293-4CB0-B834-D82826BB09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0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7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9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9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1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4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6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1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96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7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2BF46-C595-4B18-BA6B-9B66D772CE21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2AAE-3806-4B32-8F1D-9E2B8E809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9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58312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unittest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Python’s </a:t>
            </a:r>
            <a:r>
              <a:rPr lang="en-US" b="1" dirty="0"/>
              <a:t>unit testing framework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Supports test automation, sharing of setup and shutdown code for tests, aggregation of tests into collections, and independence of the tests from the reporting framework.</a:t>
            </a:r>
          </a:p>
        </p:txBody>
      </p:sp>
    </p:spTree>
    <p:extLst>
      <p:ext uri="{BB962C8B-B14F-4D97-AF65-F5344CB8AC3E}">
        <p14:creationId xmlns:p14="http://schemas.microsoft.com/office/powerpoint/2010/main" val="378026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6412B-6D48-4C61-91F0-008ACEFFC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achieve this, </a:t>
            </a:r>
            <a:r>
              <a:rPr lang="en-US" dirty="0" err="1"/>
              <a:t>unittest</a:t>
            </a:r>
            <a:r>
              <a:rPr lang="en-US" dirty="0"/>
              <a:t> supports some important concepts in an object-oriented way:</a:t>
            </a:r>
          </a:p>
        </p:txBody>
      </p:sp>
    </p:spTree>
    <p:extLst>
      <p:ext uri="{BB962C8B-B14F-4D97-AF65-F5344CB8AC3E}">
        <p14:creationId xmlns:p14="http://schemas.microsoft.com/office/powerpoint/2010/main" val="224517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 </a:t>
            </a:r>
            <a:r>
              <a:rPr lang="en-US" b="1" i="1" dirty="0"/>
              <a:t>test fixture</a:t>
            </a:r>
            <a:r>
              <a:rPr lang="en-US" dirty="0"/>
              <a:t> represents the preparation needed to perform one or more tests, and any associated cleanup actions. This may involve, for example, creating temporary databases, directories, or starting a server process.</a:t>
            </a:r>
          </a:p>
        </p:txBody>
      </p:sp>
    </p:spTree>
    <p:extLst>
      <p:ext uri="{BB962C8B-B14F-4D97-AF65-F5344CB8AC3E}">
        <p14:creationId xmlns:p14="http://schemas.microsoft.com/office/powerpoint/2010/main" val="21298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test case </a:t>
            </a:r>
            <a:r>
              <a:rPr lang="en-US" dirty="0"/>
              <a:t>is the individual unit of testing. It checks for a specific response to a particular set of inputs. </a:t>
            </a:r>
            <a:r>
              <a:rPr lang="en-US" b="1" dirty="0" err="1"/>
              <a:t>unittest</a:t>
            </a:r>
            <a:r>
              <a:rPr lang="en-US" b="1" dirty="0"/>
              <a:t> </a:t>
            </a:r>
            <a:r>
              <a:rPr lang="en-US" dirty="0"/>
              <a:t>provides a base class, </a:t>
            </a:r>
            <a:r>
              <a:rPr lang="en-US" b="1" dirty="0" err="1"/>
              <a:t>TestCase</a:t>
            </a:r>
            <a:r>
              <a:rPr lang="en-US" dirty="0"/>
              <a:t>, which may be used to create new test cases.</a:t>
            </a:r>
          </a:p>
        </p:txBody>
      </p:sp>
    </p:spTree>
    <p:extLst>
      <p:ext uri="{BB962C8B-B14F-4D97-AF65-F5344CB8AC3E}">
        <p14:creationId xmlns:p14="http://schemas.microsoft.com/office/powerpoint/2010/main" val="1759925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test suite </a:t>
            </a:r>
            <a:r>
              <a:rPr lang="en-US" dirty="0"/>
              <a:t>is a collection of test cases, test suites, or both. It is used to aggregate tests that should be executed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test suite allows you to categorize test cases in such a way that they match your planning and analysis needs. Do you run functional and performance tests? Create two suites and label them accordingly. </a:t>
            </a:r>
          </a:p>
        </p:txBody>
      </p:sp>
    </p:spTree>
    <p:extLst>
      <p:ext uri="{BB962C8B-B14F-4D97-AF65-F5344CB8AC3E}">
        <p14:creationId xmlns:p14="http://schemas.microsoft.com/office/powerpoint/2010/main" val="113866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test runner </a:t>
            </a:r>
            <a:r>
              <a:rPr lang="en-US" dirty="0"/>
              <a:t>is a component which orchestrates the execution of tests and provides the outcome to the user.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05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EF1D-3D08-4C5D-9807-A82C5E5E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D54762-ED48-4FE8-8821-23752768E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62" y="4242877"/>
            <a:ext cx="4581525" cy="2314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C737C-3DEE-4001-A8CD-0822EAB6B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74" y="718627"/>
            <a:ext cx="79248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0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your file is test.py:</a:t>
            </a:r>
          </a:p>
          <a:p>
            <a:pPr marL="0" indent="0">
              <a:buNone/>
            </a:pPr>
            <a:r>
              <a:rPr lang="en-US" dirty="0"/>
              <a:t>python –m </a:t>
            </a:r>
            <a:r>
              <a:rPr lang="en-US" dirty="0" err="1"/>
              <a:t>unittest</a:t>
            </a:r>
            <a:r>
              <a:rPr lang="en-US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151721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5DA6-D389-4C6E-AB19-44065826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0373B-AE55-498B-BDDB-902DAE0A3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695" y="1825625"/>
            <a:ext cx="6676610" cy="4351338"/>
          </a:xfrm>
        </p:spPr>
      </p:pic>
    </p:spTree>
    <p:extLst>
      <p:ext uri="{BB962C8B-B14F-4D97-AF65-F5344CB8AC3E}">
        <p14:creationId xmlns:p14="http://schemas.microsoft.com/office/powerpoint/2010/main" val="79265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D534D-0293-4CB0-B834-D82826BB0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__name__ == '__main__’: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unittest.main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command line entry point. It means that if you execute the script alone by running </a:t>
            </a:r>
            <a:r>
              <a:rPr lang="en-US" b="1" dirty="0"/>
              <a:t>python test.py </a:t>
            </a:r>
            <a:r>
              <a:rPr lang="en-US" dirty="0"/>
              <a:t>at the command line, it will call </a:t>
            </a:r>
            <a:r>
              <a:rPr lang="en-US" dirty="0" err="1"/>
              <a:t>unittest.main</a:t>
            </a:r>
            <a:r>
              <a:rPr lang="en-US" dirty="0"/>
              <a:t>(). This executes the test runner by discovering all classes in this file that inherit from </a:t>
            </a:r>
            <a:r>
              <a:rPr lang="en-US" dirty="0" err="1"/>
              <a:t>unittest.TestCase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647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 err="1"/>
              <a:t>testcase</a:t>
            </a:r>
            <a:r>
              <a:rPr lang="en-US" dirty="0"/>
              <a:t> is created by </a:t>
            </a:r>
            <a:r>
              <a:rPr lang="en-US" dirty="0" err="1"/>
              <a:t>subclassing</a:t>
            </a:r>
            <a:r>
              <a:rPr lang="en-US" dirty="0"/>
              <a:t> </a:t>
            </a:r>
            <a:r>
              <a:rPr lang="en-US" b="1" dirty="0" err="1"/>
              <a:t>unittest.TestCase</a:t>
            </a:r>
            <a:r>
              <a:rPr lang="en-US" dirty="0"/>
              <a:t>. The two individual tests are defined with methods whose names start with the letters test. This naming convention informs the test runner about which methods represent tests.</a:t>
            </a:r>
          </a:p>
        </p:txBody>
      </p:sp>
    </p:spTree>
    <p:extLst>
      <p:ext uri="{BB962C8B-B14F-4D97-AF65-F5344CB8AC3E}">
        <p14:creationId xmlns:p14="http://schemas.microsoft.com/office/powerpoint/2010/main" val="394581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92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assertEqual</a:t>
            </a:r>
            <a:r>
              <a:rPr lang="en-US" b="1" dirty="0"/>
              <a:t>() </a:t>
            </a:r>
            <a:r>
              <a:rPr lang="en-US" dirty="0"/>
              <a:t>to check for an expected result</a:t>
            </a:r>
          </a:p>
          <a:p>
            <a:pPr marL="0" indent="0">
              <a:buNone/>
            </a:pPr>
            <a:r>
              <a:rPr lang="en-US" b="1" dirty="0" err="1"/>
              <a:t>assertTrue</a:t>
            </a:r>
            <a:r>
              <a:rPr lang="en-US" b="1" dirty="0"/>
              <a:t>() </a:t>
            </a:r>
            <a:r>
              <a:rPr lang="en-US" dirty="0"/>
              <a:t>or </a:t>
            </a:r>
            <a:r>
              <a:rPr lang="en-US" dirty="0" err="1"/>
              <a:t>assertFalse</a:t>
            </a:r>
            <a:r>
              <a:rPr lang="en-US" dirty="0"/>
              <a:t>() to verify a condition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methods are used so the test runner can accumulate all test results and produce a report.</a:t>
            </a:r>
          </a:p>
        </p:txBody>
      </p:sp>
    </p:spTree>
    <p:extLst>
      <p:ext uri="{BB962C8B-B14F-4D97-AF65-F5344CB8AC3E}">
        <p14:creationId xmlns:p14="http://schemas.microsoft.com/office/powerpoint/2010/main" val="926999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190" t="29066" r="25832" b="19052"/>
          <a:stretch/>
        </p:blipFill>
        <p:spPr>
          <a:xfrm>
            <a:off x="562405" y="625033"/>
            <a:ext cx="10339420" cy="584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50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9D00-DF6C-4527-9643-09AF0211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199C85-3AF8-41F6-A000-3F949D7C3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133" y="2151346"/>
            <a:ext cx="10393391" cy="4049038"/>
          </a:xfrm>
        </p:spPr>
      </p:pic>
    </p:spTree>
    <p:extLst>
      <p:ext uri="{BB962C8B-B14F-4D97-AF65-F5344CB8AC3E}">
        <p14:creationId xmlns:p14="http://schemas.microsoft.com/office/powerpoint/2010/main" val="253588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setUp</a:t>
            </a:r>
            <a:r>
              <a:rPr lang="en-US" b="1" dirty="0"/>
              <a:t>() </a:t>
            </a:r>
            <a:r>
              <a:rPr lang="en-US" dirty="0"/>
              <a:t>and </a:t>
            </a:r>
            <a:r>
              <a:rPr lang="en-US" b="1" dirty="0" err="1"/>
              <a:t>tearDown</a:t>
            </a:r>
            <a:r>
              <a:rPr lang="en-US" b="1" dirty="0"/>
              <a:t>() </a:t>
            </a:r>
            <a:r>
              <a:rPr lang="en-US" dirty="0"/>
              <a:t>methods allow you to define instructions that will be executed before and after each test method. </a:t>
            </a:r>
          </a:p>
        </p:txBody>
      </p:sp>
    </p:spTree>
    <p:extLst>
      <p:ext uri="{BB962C8B-B14F-4D97-AF65-F5344CB8AC3E}">
        <p14:creationId xmlns:p14="http://schemas.microsoft.com/office/powerpoint/2010/main" val="47462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5E3100-C353-4695-B0DE-6932C1B42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609" y="772666"/>
            <a:ext cx="8723958" cy="5312667"/>
          </a:xfrm>
        </p:spPr>
      </p:pic>
    </p:spTree>
    <p:extLst>
      <p:ext uri="{BB962C8B-B14F-4D97-AF65-F5344CB8AC3E}">
        <p14:creationId xmlns:p14="http://schemas.microsoft.com/office/powerpoint/2010/main" val="169913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Django’s unit tests uses Python’s standard library module: </a:t>
            </a:r>
            <a:r>
              <a:rPr lang="en-US" dirty="0" err="1"/>
              <a:t>unittest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Here is an example which subclasses from </a:t>
            </a:r>
            <a:r>
              <a:rPr lang="en-US" dirty="0" err="1"/>
              <a:t>django.test.TestCase</a:t>
            </a:r>
            <a:r>
              <a:rPr lang="en-US" dirty="0"/>
              <a:t>, which is a subclass of </a:t>
            </a:r>
            <a:r>
              <a:rPr lang="en-US" dirty="0" err="1"/>
              <a:t>unittest.TestCase</a:t>
            </a:r>
            <a:r>
              <a:rPr lang="en-US" dirty="0"/>
              <a:t> that runs each test inside a transaction to provide isolation:</a:t>
            </a:r>
          </a:p>
        </p:txBody>
      </p:sp>
    </p:spTree>
    <p:extLst>
      <p:ext uri="{BB962C8B-B14F-4D97-AF65-F5344CB8AC3E}">
        <p14:creationId xmlns:p14="http://schemas.microsoft.com/office/powerpoint/2010/main" val="118855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13" t="35984" r="56385" b="26510"/>
          <a:stretch/>
        </p:blipFill>
        <p:spPr>
          <a:xfrm>
            <a:off x="1851949" y="902825"/>
            <a:ext cx="8348708" cy="488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88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methods that you can use for pre-test configuration (for example, to create any models or other objects you will need for the test):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setUpTestData</a:t>
            </a:r>
            <a:r>
              <a:rPr lang="en-US" b="1" dirty="0"/>
              <a:t>() </a:t>
            </a:r>
            <a:r>
              <a:rPr lang="en-US" dirty="0"/>
              <a:t>is called once at the beginning of the test run for class-level setup. You'd use this to create objects that aren't going to be modified or changed in any of the test methods.</a:t>
            </a:r>
          </a:p>
          <a:p>
            <a:pPr marL="0" indent="0">
              <a:buNone/>
            </a:pPr>
            <a:r>
              <a:rPr lang="en-US" b="1" dirty="0" err="1"/>
              <a:t>setUp</a:t>
            </a:r>
            <a:r>
              <a:rPr lang="en-US" b="1" dirty="0"/>
              <a:t>() </a:t>
            </a:r>
            <a:r>
              <a:rPr lang="en-US" dirty="0"/>
              <a:t>is called before every test method to set up any objects that may be modified by the test (every test method will get a "fresh" version of these objects).</a:t>
            </a:r>
          </a:p>
        </p:txBody>
      </p:sp>
    </p:spTree>
    <p:extLst>
      <p:ext uri="{BB962C8B-B14F-4D97-AF65-F5344CB8AC3E}">
        <p14:creationId xmlns:p14="http://schemas.microsoft.com/office/powerpoint/2010/main" val="578152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Once you’ve written tests, run them using the test command of your project’s manage.py utility: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$ </a:t>
            </a:r>
            <a:r>
              <a:rPr lang="en-US" b="1" dirty="0"/>
              <a:t>python manage.py 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discovery is based on the </a:t>
            </a:r>
            <a:r>
              <a:rPr lang="en-US" dirty="0" err="1"/>
              <a:t>unittest</a:t>
            </a:r>
            <a:r>
              <a:rPr lang="en-US" dirty="0"/>
              <a:t> module’s built-in test discovery. This will discover tests in any file named “test*.</a:t>
            </a:r>
            <a:r>
              <a:rPr lang="en-US" dirty="0" err="1"/>
              <a:t>py</a:t>
            </a:r>
            <a:r>
              <a:rPr lang="en-US" dirty="0"/>
              <a:t>” under the current project.</a:t>
            </a:r>
          </a:p>
        </p:txBody>
      </p:sp>
    </p:spTree>
    <p:extLst>
      <p:ext uri="{BB962C8B-B14F-4D97-AF65-F5344CB8AC3E}">
        <p14:creationId xmlns:p14="http://schemas.microsoft.com/office/powerpoint/2010/main" val="76267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609</Words>
  <Application>Microsoft Office PowerPoint</Application>
  <PresentationFormat>Widescreen</PresentationFormat>
  <Paragraphs>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Testing</vt:lpstr>
      <vt:lpstr>unittest </vt:lpstr>
      <vt:lpstr>PowerPoint Presentation</vt:lpstr>
      <vt:lpstr>Test fixture</vt:lpstr>
      <vt:lpstr>Test case</vt:lpstr>
      <vt:lpstr>Test suite</vt:lpstr>
      <vt:lpstr>Test runner</vt:lpstr>
      <vt:lpstr>Example 1</vt:lpstr>
      <vt:lpstr>PowerPoint Presentation</vt:lpstr>
      <vt:lpstr>Example 2 </vt:lpstr>
      <vt:lpstr>PowerPoint Presentation</vt:lpstr>
      <vt:lpstr>PowerPoint Presentation</vt:lpstr>
      <vt:lpstr>PowerPoint Presentation</vt:lpstr>
      <vt:lpstr>PowerPoint Presentation</vt:lpstr>
      <vt:lpstr>Example 3</vt:lpstr>
      <vt:lpstr>PowerPoint Presentation</vt:lpstr>
      <vt:lpstr>PowerPoint Presentation</vt:lpstr>
      <vt:lpstr>Django Testing</vt:lpstr>
      <vt:lpstr>PowerPoint Presentation</vt:lpstr>
      <vt:lpstr>PowerPoint Presentation</vt:lpstr>
      <vt:lpstr>Running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</dc:title>
  <dc:creator>Duce, Patricia</dc:creator>
  <cp:lastModifiedBy>Duce, Patricia</cp:lastModifiedBy>
  <cp:revision>12</cp:revision>
  <dcterms:created xsi:type="dcterms:W3CDTF">2020-10-07T04:44:27Z</dcterms:created>
  <dcterms:modified xsi:type="dcterms:W3CDTF">2024-09-19T15:42:34Z</dcterms:modified>
</cp:coreProperties>
</file>