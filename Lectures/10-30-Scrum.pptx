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54" r:id="rId2"/>
    <p:sldId id="355" r:id="rId3"/>
    <p:sldId id="356" r:id="rId4"/>
    <p:sldId id="357" r:id="rId5"/>
    <p:sldId id="358" r:id="rId6"/>
    <p:sldId id="382" r:id="rId7"/>
    <p:sldId id="381" r:id="rId8"/>
    <p:sldId id="359" r:id="rId9"/>
    <p:sldId id="360" r:id="rId10"/>
    <p:sldId id="361" r:id="rId11"/>
    <p:sldId id="362" r:id="rId12"/>
    <p:sldId id="363" r:id="rId13"/>
    <p:sldId id="364" r:id="rId14"/>
    <p:sldId id="383" r:id="rId15"/>
    <p:sldId id="365" r:id="rId16"/>
    <p:sldId id="366" r:id="rId17"/>
    <p:sldId id="367" r:id="rId18"/>
    <p:sldId id="368" r:id="rId19"/>
    <p:sldId id="372" r:id="rId20"/>
    <p:sldId id="369" r:id="rId21"/>
    <p:sldId id="37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502" autoAdjust="0"/>
    <p:restoredTop sz="94660"/>
  </p:normalViewPr>
  <p:slideViewPr>
    <p:cSldViewPr snapToGrid="0">
      <p:cViewPr varScale="1">
        <p:scale>
          <a:sx n="73" d="100"/>
          <a:sy n="73" d="100"/>
        </p:scale>
        <p:origin x="60" y="7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ce, Patricia" userId="63213659-433f-4003-8b64-f125efbf754c" providerId="ADAL" clId="{51F651A9-2638-4B6A-B4C2-28362E95EDDB}"/>
    <pc:docChg chg="delSld">
      <pc:chgData name="Duce, Patricia" userId="63213659-433f-4003-8b64-f125efbf754c" providerId="ADAL" clId="{51F651A9-2638-4B6A-B4C2-28362E95EDDB}" dt="2022-10-19T16:22:03.760" v="2" actId="47"/>
      <pc:docMkLst>
        <pc:docMk/>
      </pc:docMkLst>
      <pc:sldChg chg="del">
        <pc:chgData name="Duce, Patricia" userId="63213659-433f-4003-8b64-f125efbf754c" providerId="ADAL" clId="{51F651A9-2638-4B6A-B4C2-28362E95EDDB}" dt="2022-10-19T16:22:03.113" v="1" actId="47"/>
        <pc:sldMkLst>
          <pc:docMk/>
          <pc:sldMk cId="3739161293" sldId="256"/>
        </pc:sldMkLst>
      </pc:sldChg>
      <pc:sldChg chg="del">
        <pc:chgData name="Duce, Patricia" userId="63213659-433f-4003-8b64-f125efbf754c" providerId="ADAL" clId="{51F651A9-2638-4B6A-B4C2-28362E95EDDB}" dt="2022-10-17T23:27:08.085" v="0" actId="2696"/>
        <pc:sldMkLst>
          <pc:docMk/>
          <pc:sldMk cId="878593589" sldId="303"/>
        </pc:sldMkLst>
      </pc:sldChg>
      <pc:sldChg chg="del">
        <pc:chgData name="Duce, Patricia" userId="63213659-433f-4003-8b64-f125efbf754c" providerId="ADAL" clId="{51F651A9-2638-4B6A-B4C2-28362E95EDDB}" dt="2022-10-17T23:27:08.085" v="0" actId="2696"/>
        <pc:sldMkLst>
          <pc:docMk/>
          <pc:sldMk cId="2971654446" sldId="304"/>
        </pc:sldMkLst>
      </pc:sldChg>
      <pc:sldChg chg="del">
        <pc:chgData name="Duce, Patricia" userId="63213659-433f-4003-8b64-f125efbf754c" providerId="ADAL" clId="{51F651A9-2638-4B6A-B4C2-28362E95EDDB}" dt="2022-10-17T23:27:08.085" v="0" actId="2696"/>
        <pc:sldMkLst>
          <pc:docMk/>
          <pc:sldMk cId="2731375067" sldId="305"/>
        </pc:sldMkLst>
      </pc:sldChg>
      <pc:sldChg chg="del">
        <pc:chgData name="Duce, Patricia" userId="63213659-433f-4003-8b64-f125efbf754c" providerId="ADAL" clId="{51F651A9-2638-4B6A-B4C2-28362E95EDDB}" dt="2022-10-17T23:27:08.085" v="0" actId="2696"/>
        <pc:sldMkLst>
          <pc:docMk/>
          <pc:sldMk cId="3711885248" sldId="306"/>
        </pc:sldMkLst>
      </pc:sldChg>
      <pc:sldChg chg="del">
        <pc:chgData name="Duce, Patricia" userId="63213659-433f-4003-8b64-f125efbf754c" providerId="ADAL" clId="{51F651A9-2638-4B6A-B4C2-28362E95EDDB}" dt="2022-10-17T23:27:08.085" v="0" actId="2696"/>
        <pc:sldMkLst>
          <pc:docMk/>
          <pc:sldMk cId="2476980398" sldId="307"/>
        </pc:sldMkLst>
      </pc:sldChg>
      <pc:sldChg chg="del">
        <pc:chgData name="Duce, Patricia" userId="63213659-433f-4003-8b64-f125efbf754c" providerId="ADAL" clId="{51F651A9-2638-4B6A-B4C2-28362E95EDDB}" dt="2022-10-17T23:27:08.085" v="0" actId="2696"/>
        <pc:sldMkLst>
          <pc:docMk/>
          <pc:sldMk cId="1218526243" sldId="308"/>
        </pc:sldMkLst>
      </pc:sldChg>
      <pc:sldChg chg="del">
        <pc:chgData name="Duce, Patricia" userId="63213659-433f-4003-8b64-f125efbf754c" providerId="ADAL" clId="{51F651A9-2638-4B6A-B4C2-28362E95EDDB}" dt="2022-10-19T16:22:03.760" v="2" actId="47"/>
        <pc:sldMkLst>
          <pc:docMk/>
          <pc:sldMk cId="3033350374" sldId="309"/>
        </pc:sldMkLst>
      </pc:sldChg>
    </pc:docChg>
  </pc:docChgLst>
  <pc:docChgLst>
    <pc:chgData name="Duce, Patricia" userId="63213659-433f-4003-8b64-f125efbf754c" providerId="ADAL" clId="{AB52CBB6-2590-4B76-BB1D-E94FE988FFB6}"/>
    <pc:docChg chg="delSld modSld sldOrd">
      <pc:chgData name="Duce, Patricia" userId="63213659-433f-4003-8b64-f125efbf754c" providerId="ADAL" clId="{AB52CBB6-2590-4B76-BB1D-E94FE988FFB6}" dt="2024-10-31T02:08:18.371" v="2"/>
      <pc:docMkLst>
        <pc:docMk/>
      </pc:docMkLst>
      <pc:sldChg chg="del">
        <pc:chgData name="Duce, Patricia" userId="63213659-433f-4003-8b64-f125efbf754c" providerId="ADAL" clId="{AB52CBB6-2590-4B76-BB1D-E94FE988FFB6}" dt="2024-10-27T14:09:36.586" v="0" actId="2696"/>
        <pc:sldMkLst>
          <pc:docMk/>
          <pc:sldMk cId="288916907" sldId="265"/>
        </pc:sldMkLst>
      </pc:sldChg>
      <pc:sldChg chg="del">
        <pc:chgData name="Duce, Patricia" userId="63213659-433f-4003-8b64-f125efbf754c" providerId="ADAL" clId="{AB52CBB6-2590-4B76-BB1D-E94FE988FFB6}" dt="2024-10-27T14:09:36.586" v="0" actId="2696"/>
        <pc:sldMkLst>
          <pc:docMk/>
          <pc:sldMk cId="3161549546" sldId="266"/>
        </pc:sldMkLst>
      </pc:sldChg>
      <pc:sldChg chg="del">
        <pc:chgData name="Duce, Patricia" userId="63213659-433f-4003-8b64-f125efbf754c" providerId="ADAL" clId="{AB52CBB6-2590-4B76-BB1D-E94FE988FFB6}" dt="2024-10-27T14:09:36.586" v="0" actId="2696"/>
        <pc:sldMkLst>
          <pc:docMk/>
          <pc:sldMk cId="4159009718" sldId="267"/>
        </pc:sldMkLst>
      </pc:sldChg>
      <pc:sldChg chg="del">
        <pc:chgData name="Duce, Patricia" userId="63213659-433f-4003-8b64-f125efbf754c" providerId="ADAL" clId="{AB52CBB6-2590-4B76-BB1D-E94FE988FFB6}" dt="2024-10-27T14:09:36.586" v="0" actId="2696"/>
        <pc:sldMkLst>
          <pc:docMk/>
          <pc:sldMk cId="2513528569" sldId="272"/>
        </pc:sldMkLst>
      </pc:sldChg>
      <pc:sldChg chg="del">
        <pc:chgData name="Duce, Patricia" userId="63213659-433f-4003-8b64-f125efbf754c" providerId="ADAL" clId="{AB52CBB6-2590-4B76-BB1D-E94FE988FFB6}" dt="2024-10-27T14:09:36.586" v="0" actId="2696"/>
        <pc:sldMkLst>
          <pc:docMk/>
          <pc:sldMk cId="585657616" sldId="274"/>
        </pc:sldMkLst>
      </pc:sldChg>
      <pc:sldChg chg="del">
        <pc:chgData name="Duce, Patricia" userId="63213659-433f-4003-8b64-f125efbf754c" providerId="ADAL" clId="{AB52CBB6-2590-4B76-BB1D-E94FE988FFB6}" dt="2024-10-27T14:09:36.586" v="0" actId="2696"/>
        <pc:sldMkLst>
          <pc:docMk/>
          <pc:sldMk cId="2248546900" sldId="279"/>
        </pc:sldMkLst>
      </pc:sldChg>
      <pc:sldChg chg="del">
        <pc:chgData name="Duce, Patricia" userId="63213659-433f-4003-8b64-f125efbf754c" providerId="ADAL" clId="{AB52CBB6-2590-4B76-BB1D-E94FE988FFB6}" dt="2024-10-27T14:09:36.586" v="0" actId="2696"/>
        <pc:sldMkLst>
          <pc:docMk/>
          <pc:sldMk cId="2083788199" sldId="280"/>
        </pc:sldMkLst>
      </pc:sldChg>
      <pc:sldChg chg="del">
        <pc:chgData name="Duce, Patricia" userId="63213659-433f-4003-8b64-f125efbf754c" providerId="ADAL" clId="{AB52CBB6-2590-4B76-BB1D-E94FE988FFB6}" dt="2024-10-27T14:09:36.586" v="0" actId="2696"/>
        <pc:sldMkLst>
          <pc:docMk/>
          <pc:sldMk cId="3512465327" sldId="281"/>
        </pc:sldMkLst>
      </pc:sldChg>
      <pc:sldChg chg="del">
        <pc:chgData name="Duce, Patricia" userId="63213659-433f-4003-8b64-f125efbf754c" providerId="ADAL" clId="{AB52CBB6-2590-4B76-BB1D-E94FE988FFB6}" dt="2024-10-27T14:09:36.586" v="0" actId="2696"/>
        <pc:sldMkLst>
          <pc:docMk/>
          <pc:sldMk cId="1297125841" sldId="282"/>
        </pc:sldMkLst>
      </pc:sldChg>
      <pc:sldChg chg="del">
        <pc:chgData name="Duce, Patricia" userId="63213659-433f-4003-8b64-f125efbf754c" providerId="ADAL" clId="{AB52CBB6-2590-4B76-BB1D-E94FE988FFB6}" dt="2024-10-27T14:09:36.586" v="0" actId="2696"/>
        <pc:sldMkLst>
          <pc:docMk/>
          <pc:sldMk cId="2186478487" sldId="283"/>
        </pc:sldMkLst>
      </pc:sldChg>
      <pc:sldChg chg="del">
        <pc:chgData name="Duce, Patricia" userId="63213659-433f-4003-8b64-f125efbf754c" providerId="ADAL" clId="{AB52CBB6-2590-4B76-BB1D-E94FE988FFB6}" dt="2024-10-27T14:09:36.586" v="0" actId="2696"/>
        <pc:sldMkLst>
          <pc:docMk/>
          <pc:sldMk cId="2567757376" sldId="284"/>
        </pc:sldMkLst>
      </pc:sldChg>
      <pc:sldChg chg="del">
        <pc:chgData name="Duce, Patricia" userId="63213659-433f-4003-8b64-f125efbf754c" providerId="ADAL" clId="{AB52CBB6-2590-4B76-BB1D-E94FE988FFB6}" dt="2024-10-27T14:09:36.586" v="0" actId="2696"/>
        <pc:sldMkLst>
          <pc:docMk/>
          <pc:sldMk cId="2421779269" sldId="285"/>
        </pc:sldMkLst>
      </pc:sldChg>
      <pc:sldChg chg="del">
        <pc:chgData name="Duce, Patricia" userId="63213659-433f-4003-8b64-f125efbf754c" providerId="ADAL" clId="{AB52CBB6-2590-4B76-BB1D-E94FE988FFB6}" dt="2024-10-27T14:09:36.586" v="0" actId="2696"/>
        <pc:sldMkLst>
          <pc:docMk/>
          <pc:sldMk cId="879671490" sldId="286"/>
        </pc:sldMkLst>
      </pc:sldChg>
      <pc:sldChg chg="del">
        <pc:chgData name="Duce, Patricia" userId="63213659-433f-4003-8b64-f125efbf754c" providerId="ADAL" clId="{AB52CBB6-2590-4B76-BB1D-E94FE988FFB6}" dt="2024-10-27T14:09:36.586" v="0" actId="2696"/>
        <pc:sldMkLst>
          <pc:docMk/>
          <pc:sldMk cId="784997588" sldId="287"/>
        </pc:sldMkLst>
      </pc:sldChg>
      <pc:sldChg chg="del">
        <pc:chgData name="Duce, Patricia" userId="63213659-433f-4003-8b64-f125efbf754c" providerId="ADAL" clId="{AB52CBB6-2590-4B76-BB1D-E94FE988FFB6}" dt="2024-10-27T14:09:36.586" v="0" actId="2696"/>
        <pc:sldMkLst>
          <pc:docMk/>
          <pc:sldMk cId="1041470214" sldId="290"/>
        </pc:sldMkLst>
      </pc:sldChg>
      <pc:sldChg chg="del">
        <pc:chgData name="Duce, Patricia" userId="63213659-433f-4003-8b64-f125efbf754c" providerId="ADAL" clId="{AB52CBB6-2590-4B76-BB1D-E94FE988FFB6}" dt="2024-10-27T14:09:36.586" v="0" actId="2696"/>
        <pc:sldMkLst>
          <pc:docMk/>
          <pc:sldMk cId="3119475791" sldId="291"/>
        </pc:sldMkLst>
      </pc:sldChg>
      <pc:sldChg chg="del">
        <pc:chgData name="Duce, Patricia" userId="63213659-433f-4003-8b64-f125efbf754c" providerId="ADAL" clId="{AB52CBB6-2590-4B76-BB1D-E94FE988FFB6}" dt="2024-10-27T14:09:36.586" v="0" actId="2696"/>
        <pc:sldMkLst>
          <pc:docMk/>
          <pc:sldMk cId="4225126698" sldId="292"/>
        </pc:sldMkLst>
      </pc:sldChg>
      <pc:sldChg chg="del">
        <pc:chgData name="Duce, Patricia" userId="63213659-433f-4003-8b64-f125efbf754c" providerId="ADAL" clId="{AB52CBB6-2590-4B76-BB1D-E94FE988FFB6}" dt="2024-10-27T14:09:36.586" v="0" actId="2696"/>
        <pc:sldMkLst>
          <pc:docMk/>
          <pc:sldMk cId="308772071" sldId="293"/>
        </pc:sldMkLst>
      </pc:sldChg>
      <pc:sldChg chg="del">
        <pc:chgData name="Duce, Patricia" userId="63213659-433f-4003-8b64-f125efbf754c" providerId="ADAL" clId="{AB52CBB6-2590-4B76-BB1D-E94FE988FFB6}" dt="2024-10-27T14:09:36.586" v="0" actId="2696"/>
        <pc:sldMkLst>
          <pc:docMk/>
          <pc:sldMk cId="1834240671" sldId="294"/>
        </pc:sldMkLst>
      </pc:sldChg>
      <pc:sldChg chg="del">
        <pc:chgData name="Duce, Patricia" userId="63213659-433f-4003-8b64-f125efbf754c" providerId="ADAL" clId="{AB52CBB6-2590-4B76-BB1D-E94FE988FFB6}" dt="2024-10-27T14:09:36.586" v="0" actId="2696"/>
        <pc:sldMkLst>
          <pc:docMk/>
          <pc:sldMk cId="1716873003" sldId="296"/>
        </pc:sldMkLst>
      </pc:sldChg>
      <pc:sldChg chg="del">
        <pc:chgData name="Duce, Patricia" userId="63213659-433f-4003-8b64-f125efbf754c" providerId="ADAL" clId="{AB52CBB6-2590-4B76-BB1D-E94FE988FFB6}" dt="2024-10-27T14:09:36.586" v="0" actId="2696"/>
        <pc:sldMkLst>
          <pc:docMk/>
          <pc:sldMk cId="4036599441" sldId="297"/>
        </pc:sldMkLst>
      </pc:sldChg>
      <pc:sldChg chg="del">
        <pc:chgData name="Duce, Patricia" userId="63213659-433f-4003-8b64-f125efbf754c" providerId="ADAL" clId="{AB52CBB6-2590-4B76-BB1D-E94FE988FFB6}" dt="2024-10-27T14:09:36.586" v="0" actId="2696"/>
        <pc:sldMkLst>
          <pc:docMk/>
          <pc:sldMk cId="3433964568" sldId="298"/>
        </pc:sldMkLst>
      </pc:sldChg>
      <pc:sldChg chg="del">
        <pc:chgData name="Duce, Patricia" userId="63213659-433f-4003-8b64-f125efbf754c" providerId="ADAL" clId="{AB52CBB6-2590-4B76-BB1D-E94FE988FFB6}" dt="2024-10-27T14:09:36.586" v="0" actId="2696"/>
        <pc:sldMkLst>
          <pc:docMk/>
          <pc:sldMk cId="2798836124" sldId="300"/>
        </pc:sldMkLst>
      </pc:sldChg>
      <pc:sldChg chg="del">
        <pc:chgData name="Duce, Patricia" userId="63213659-433f-4003-8b64-f125efbf754c" providerId="ADAL" clId="{AB52CBB6-2590-4B76-BB1D-E94FE988FFB6}" dt="2024-10-27T14:09:36.586" v="0" actId="2696"/>
        <pc:sldMkLst>
          <pc:docMk/>
          <pc:sldMk cId="2235728635" sldId="301"/>
        </pc:sldMkLst>
      </pc:sldChg>
      <pc:sldChg chg="del">
        <pc:chgData name="Duce, Patricia" userId="63213659-433f-4003-8b64-f125efbf754c" providerId="ADAL" clId="{AB52CBB6-2590-4B76-BB1D-E94FE988FFB6}" dt="2024-10-27T14:09:36.586" v="0" actId="2696"/>
        <pc:sldMkLst>
          <pc:docMk/>
          <pc:sldMk cId="1107526460" sldId="310"/>
        </pc:sldMkLst>
      </pc:sldChg>
      <pc:sldChg chg="del">
        <pc:chgData name="Duce, Patricia" userId="63213659-433f-4003-8b64-f125efbf754c" providerId="ADAL" clId="{AB52CBB6-2590-4B76-BB1D-E94FE988FFB6}" dt="2024-10-27T14:09:36.586" v="0" actId="2696"/>
        <pc:sldMkLst>
          <pc:docMk/>
          <pc:sldMk cId="2707621110" sldId="311"/>
        </pc:sldMkLst>
      </pc:sldChg>
      <pc:sldChg chg="del">
        <pc:chgData name="Duce, Patricia" userId="63213659-433f-4003-8b64-f125efbf754c" providerId="ADAL" clId="{AB52CBB6-2590-4B76-BB1D-E94FE988FFB6}" dt="2024-10-27T14:09:36.586" v="0" actId="2696"/>
        <pc:sldMkLst>
          <pc:docMk/>
          <pc:sldMk cId="1838585282" sldId="312"/>
        </pc:sldMkLst>
      </pc:sldChg>
      <pc:sldChg chg="ord">
        <pc:chgData name="Duce, Patricia" userId="63213659-433f-4003-8b64-f125efbf754c" providerId="ADAL" clId="{AB52CBB6-2590-4B76-BB1D-E94FE988FFB6}" dt="2024-10-31T02:08:18.371" v="2"/>
        <pc:sldMkLst>
          <pc:docMk/>
          <pc:sldMk cId="3795520738" sldId="372"/>
        </pc:sldMkLst>
      </pc:sldChg>
      <pc:sldChg chg="del">
        <pc:chgData name="Duce, Patricia" userId="63213659-433f-4003-8b64-f125efbf754c" providerId="ADAL" clId="{AB52CBB6-2590-4B76-BB1D-E94FE988FFB6}" dt="2024-10-27T14:09:36.586" v="0" actId="2696"/>
        <pc:sldMkLst>
          <pc:docMk/>
          <pc:sldMk cId="2930683555" sldId="373"/>
        </pc:sldMkLst>
      </pc:sldChg>
    </pc:docChg>
  </pc:docChgLst>
  <pc:docChgLst>
    <pc:chgData name="Duce, Patricia" userId="63213659-433f-4003-8b64-f125efbf754c" providerId="ADAL" clId="{B06FB293-519D-47FB-8777-106EE90A7668}"/>
    <pc:docChg chg="undo custSel addSld delSld modSld">
      <pc:chgData name="Duce, Patricia" userId="63213659-433f-4003-8b64-f125efbf754c" providerId="ADAL" clId="{B06FB293-519D-47FB-8777-106EE90A7668}" dt="2022-10-20T17:08:38.394" v="72" actId="680"/>
      <pc:docMkLst>
        <pc:docMk/>
      </pc:docMkLst>
      <pc:sldChg chg="modSp mod">
        <pc:chgData name="Duce, Patricia" userId="63213659-433f-4003-8b64-f125efbf754c" providerId="ADAL" clId="{B06FB293-519D-47FB-8777-106EE90A7668}" dt="2022-10-19T16:23:29.328" v="1" actId="1076"/>
        <pc:sldMkLst>
          <pc:docMk/>
          <pc:sldMk cId="1297125841" sldId="282"/>
        </pc:sldMkLst>
        <pc:picChg chg="mod">
          <ac:chgData name="Duce, Patricia" userId="63213659-433f-4003-8b64-f125efbf754c" providerId="ADAL" clId="{B06FB293-519D-47FB-8777-106EE90A7668}" dt="2022-10-19T16:23:29.328" v="1" actId="1076"/>
          <ac:picMkLst>
            <pc:docMk/>
            <pc:sldMk cId="1297125841" sldId="282"/>
            <ac:picMk id="5" creationId="{00000000-0000-0000-0000-000000000000}"/>
          </ac:picMkLst>
        </pc:picChg>
      </pc:sldChg>
      <pc:sldChg chg="modSp mod">
        <pc:chgData name="Duce, Patricia" userId="63213659-433f-4003-8b64-f125efbf754c" providerId="ADAL" clId="{B06FB293-519D-47FB-8777-106EE90A7668}" dt="2022-10-19T17:40:22.144" v="12" actId="20577"/>
        <pc:sldMkLst>
          <pc:docMk/>
          <pc:sldMk cId="2186478487" sldId="283"/>
        </pc:sldMkLst>
        <pc:spChg chg="mod">
          <ac:chgData name="Duce, Patricia" userId="63213659-433f-4003-8b64-f125efbf754c" providerId="ADAL" clId="{B06FB293-519D-47FB-8777-106EE90A7668}" dt="2022-10-19T17:40:22.144" v="12" actId="20577"/>
          <ac:spMkLst>
            <pc:docMk/>
            <pc:sldMk cId="2186478487" sldId="283"/>
            <ac:spMk id="3" creationId="{00000000-0000-0000-0000-000000000000}"/>
          </ac:spMkLst>
        </pc:spChg>
      </pc:sldChg>
      <pc:sldChg chg="modSp mod">
        <pc:chgData name="Duce, Patricia" userId="63213659-433f-4003-8b64-f125efbf754c" providerId="ADAL" clId="{B06FB293-519D-47FB-8777-106EE90A7668}" dt="2022-10-19T17:42:13.579" v="13" actId="21"/>
        <pc:sldMkLst>
          <pc:docMk/>
          <pc:sldMk cId="2421779269" sldId="285"/>
        </pc:sldMkLst>
        <pc:spChg chg="mod">
          <ac:chgData name="Duce, Patricia" userId="63213659-433f-4003-8b64-f125efbf754c" providerId="ADAL" clId="{B06FB293-519D-47FB-8777-106EE90A7668}" dt="2022-10-19T17:42:13.579" v="13" actId="21"/>
          <ac:spMkLst>
            <pc:docMk/>
            <pc:sldMk cId="2421779269" sldId="285"/>
            <ac:spMk id="3" creationId="{00000000-0000-0000-0000-000000000000}"/>
          </ac:spMkLst>
        </pc:spChg>
      </pc:sldChg>
      <pc:sldChg chg="modSp mod">
        <pc:chgData name="Duce, Patricia" userId="63213659-433f-4003-8b64-f125efbf754c" providerId="ADAL" clId="{B06FB293-519D-47FB-8777-106EE90A7668}" dt="2022-10-19T17:44:05.581" v="55" actId="27636"/>
        <pc:sldMkLst>
          <pc:docMk/>
          <pc:sldMk cId="879671490" sldId="286"/>
        </pc:sldMkLst>
        <pc:spChg chg="mod">
          <ac:chgData name="Duce, Patricia" userId="63213659-433f-4003-8b64-f125efbf754c" providerId="ADAL" clId="{B06FB293-519D-47FB-8777-106EE90A7668}" dt="2022-10-19T17:44:05.581" v="55" actId="27636"/>
          <ac:spMkLst>
            <pc:docMk/>
            <pc:sldMk cId="879671490" sldId="286"/>
            <ac:spMk id="3" creationId="{00000000-0000-0000-0000-000000000000}"/>
          </ac:spMkLst>
        </pc:spChg>
      </pc:sldChg>
      <pc:sldChg chg="modSp mod">
        <pc:chgData name="Duce, Patricia" userId="63213659-433f-4003-8b64-f125efbf754c" providerId="ADAL" clId="{B06FB293-519D-47FB-8777-106EE90A7668}" dt="2022-10-19T16:40:43.800" v="2" actId="20577"/>
        <pc:sldMkLst>
          <pc:docMk/>
          <pc:sldMk cId="784997588" sldId="287"/>
        </pc:sldMkLst>
        <pc:spChg chg="mod">
          <ac:chgData name="Duce, Patricia" userId="63213659-433f-4003-8b64-f125efbf754c" providerId="ADAL" clId="{B06FB293-519D-47FB-8777-106EE90A7668}" dt="2022-10-19T16:40:43.800" v="2" actId="20577"/>
          <ac:spMkLst>
            <pc:docMk/>
            <pc:sldMk cId="784997588" sldId="287"/>
            <ac:spMk id="3" creationId="{00000000-0000-0000-0000-000000000000}"/>
          </ac:spMkLst>
        </pc:spChg>
      </pc:sldChg>
      <pc:sldChg chg="modSp mod">
        <pc:chgData name="Duce, Patricia" userId="63213659-433f-4003-8b64-f125efbf754c" providerId="ADAL" clId="{B06FB293-519D-47FB-8777-106EE90A7668}" dt="2022-10-20T16:46:19.890" v="70" actId="1076"/>
        <pc:sldMkLst>
          <pc:docMk/>
          <pc:sldMk cId="3119475791" sldId="291"/>
        </pc:sldMkLst>
        <pc:picChg chg="mod">
          <ac:chgData name="Duce, Patricia" userId="63213659-433f-4003-8b64-f125efbf754c" providerId="ADAL" clId="{B06FB293-519D-47FB-8777-106EE90A7668}" dt="2022-10-20T16:46:19.890" v="70" actId="1076"/>
          <ac:picMkLst>
            <pc:docMk/>
            <pc:sldMk cId="3119475791" sldId="291"/>
            <ac:picMk id="5" creationId="{00000000-0000-0000-0000-000000000000}"/>
          </ac:picMkLst>
        </pc:picChg>
      </pc:sldChg>
      <pc:sldChg chg="modSp mod">
        <pc:chgData name="Duce, Patricia" userId="63213659-433f-4003-8b64-f125efbf754c" providerId="ADAL" clId="{B06FB293-519D-47FB-8777-106EE90A7668}" dt="2022-10-19T16:43:26.825" v="4" actId="27636"/>
        <pc:sldMkLst>
          <pc:docMk/>
          <pc:sldMk cId="4225126698" sldId="292"/>
        </pc:sldMkLst>
        <pc:spChg chg="mod">
          <ac:chgData name="Duce, Patricia" userId="63213659-433f-4003-8b64-f125efbf754c" providerId="ADAL" clId="{B06FB293-519D-47FB-8777-106EE90A7668}" dt="2022-10-19T16:43:26.825" v="4" actId="27636"/>
          <ac:spMkLst>
            <pc:docMk/>
            <pc:sldMk cId="4225126698" sldId="292"/>
            <ac:spMk id="3" creationId="{00000000-0000-0000-0000-000000000000}"/>
          </ac:spMkLst>
        </pc:spChg>
      </pc:sldChg>
      <pc:sldChg chg="modSp mod">
        <pc:chgData name="Duce, Patricia" userId="63213659-433f-4003-8b64-f125efbf754c" providerId="ADAL" clId="{B06FB293-519D-47FB-8777-106EE90A7668}" dt="2022-10-19T16:44:16.937" v="7" actId="20577"/>
        <pc:sldMkLst>
          <pc:docMk/>
          <pc:sldMk cId="1834240671" sldId="294"/>
        </pc:sldMkLst>
        <pc:spChg chg="mod">
          <ac:chgData name="Duce, Patricia" userId="63213659-433f-4003-8b64-f125efbf754c" providerId="ADAL" clId="{B06FB293-519D-47FB-8777-106EE90A7668}" dt="2022-10-19T16:44:16.937" v="7" actId="20577"/>
          <ac:spMkLst>
            <pc:docMk/>
            <pc:sldMk cId="1834240671" sldId="294"/>
            <ac:spMk id="3" creationId="{00000000-0000-0000-0000-000000000000}"/>
          </ac:spMkLst>
        </pc:spChg>
      </pc:sldChg>
      <pc:sldChg chg="addSp delSp modSp mod">
        <pc:chgData name="Duce, Patricia" userId="63213659-433f-4003-8b64-f125efbf754c" providerId="ADAL" clId="{B06FB293-519D-47FB-8777-106EE90A7668}" dt="2022-10-19T17:48:52.472" v="66" actId="14100"/>
        <pc:sldMkLst>
          <pc:docMk/>
          <pc:sldMk cId="3433964568" sldId="298"/>
        </pc:sldMkLst>
        <pc:spChg chg="mod">
          <ac:chgData name="Duce, Patricia" userId="63213659-433f-4003-8b64-f125efbf754c" providerId="ADAL" clId="{B06FB293-519D-47FB-8777-106EE90A7668}" dt="2022-10-19T17:48:52.472" v="66" actId="14100"/>
          <ac:spMkLst>
            <pc:docMk/>
            <pc:sldMk cId="3433964568" sldId="298"/>
            <ac:spMk id="3" creationId="{00000000-0000-0000-0000-000000000000}"/>
          </ac:spMkLst>
        </pc:spChg>
        <pc:spChg chg="add del mod">
          <ac:chgData name="Duce, Patricia" userId="63213659-433f-4003-8b64-f125efbf754c" providerId="ADAL" clId="{B06FB293-519D-47FB-8777-106EE90A7668}" dt="2022-10-19T17:48:39.960" v="62"/>
          <ac:spMkLst>
            <pc:docMk/>
            <pc:sldMk cId="3433964568" sldId="298"/>
            <ac:spMk id="5" creationId="{E23EACE2-740C-C585-BECA-EC32034EEB83}"/>
          </ac:spMkLst>
        </pc:spChg>
        <pc:spChg chg="add mod">
          <ac:chgData name="Duce, Patricia" userId="63213659-433f-4003-8b64-f125efbf754c" providerId="ADAL" clId="{B06FB293-519D-47FB-8777-106EE90A7668}" dt="2022-10-19T17:48:49.215" v="65" actId="14100"/>
          <ac:spMkLst>
            <pc:docMk/>
            <pc:sldMk cId="3433964568" sldId="298"/>
            <ac:spMk id="6" creationId="{4D313B7F-891A-5AA2-D6C1-EEE29AC4A240}"/>
          </ac:spMkLst>
        </pc:spChg>
      </pc:sldChg>
      <pc:sldChg chg="delSp del mod">
        <pc:chgData name="Duce, Patricia" userId="63213659-433f-4003-8b64-f125efbf754c" providerId="ADAL" clId="{B06FB293-519D-47FB-8777-106EE90A7668}" dt="2022-10-19T17:48:59.323" v="67" actId="47"/>
        <pc:sldMkLst>
          <pc:docMk/>
          <pc:sldMk cId="799915479" sldId="299"/>
        </pc:sldMkLst>
        <pc:spChg chg="del">
          <ac:chgData name="Duce, Patricia" userId="63213659-433f-4003-8b64-f125efbf754c" providerId="ADAL" clId="{B06FB293-519D-47FB-8777-106EE90A7668}" dt="2022-10-19T17:48:32.007" v="58" actId="21"/>
          <ac:spMkLst>
            <pc:docMk/>
            <pc:sldMk cId="799915479" sldId="299"/>
            <ac:spMk id="3" creationId="{00000000-0000-0000-0000-000000000000}"/>
          </ac:spMkLst>
        </pc:spChg>
      </pc:sldChg>
      <pc:sldChg chg="modSp mod">
        <pc:chgData name="Duce, Patricia" userId="63213659-433f-4003-8b64-f125efbf754c" providerId="ADAL" clId="{B06FB293-519D-47FB-8777-106EE90A7668}" dt="2022-10-19T17:39:25.415" v="10" actId="20577"/>
        <pc:sldMkLst>
          <pc:docMk/>
          <pc:sldMk cId="2707621110" sldId="311"/>
        </pc:sldMkLst>
        <pc:spChg chg="mod">
          <ac:chgData name="Duce, Patricia" userId="63213659-433f-4003-8b64-f125efbf754c" providerId="ADAL" clId="{B06FB293-519D-47FB-8777-106EE90A7668}" dt="2022-10-19T17:39:25.415" v="10" actId="20577"/>
          <ac:spMkLst>
            <pc:docMk/>
            <pc:sldMk cId="2707621110" sldId="311"/>
            <ac:spMk id="3" creationId="{00000000-0000-0000-0000-000000000000}"/>
          </ac:spMkLst>
        </pc:spChg>
      </pc:sldChg>
      <pc:sldChg chg="modSp mod">
        <pc:chgData name="Duce, Patricia" userId="63213659-433f-4003-8b64-f125efbf754c" providerId="ADAL" clId="{B06FB293-519D-47FB-8777-106EE90A7668}" dt="2022-10-19T17:49:32.541" v="68" actId="1076"/>
        <pc:sldMkLst>
          <pc:docMk/>
          <pc:sldMk cId="245505108" sldId="354"/>
        </pc:sldMkLst>
        <pc:spChg chg="mod">
          <ac:chgData name="Duce, Patricia" userId="63213659-433f-4003-8b64-f125efbf754c" providerId="ADAL" clId="{B06FB293-519D-47FB-8777-106EE90A7668}" dt="2022-10-19T17:49:32.541" v="68" actId="1076"/>
          <ac:spMkLst>
            <pc:docMk/>
            <pc:sldMk cId="245505108" sldId="354"/>
            <ac:spMk id="3" creationId="{00000000-0000-0000-0000-000000000000}"/>
          </ac:spMkLst>
        </pc:spChg>
      </pc:sldChg>
      <pc:sldChg chg="new del">
        <pc:chgData name="Duce, Patricia" userId="63213659-433f-4003-8b64-f125efbf754c" providerId="ADAL" clId="{B06FB293-519D-47FB-8777-106EE90A7668}" dt="2022-10-20T17:08:38.394" v="72" actId="680"/>
        <pc:sldMkLst>
          <pc:docMk/>
          <pc:sldMk cId="666989481" sldId="384"/>
        </pc:sldMkLst>
      </pc:sldChg>
    </pc:docChg>
  </pc:docChgLst>
  <pc:docChgLst>
    <pc:chgData name="Duce, Patricia" userId="63213659-433f-4003-8b64-f125efbf754c" providerId="ADAL" clId="{75FD2563-2DB3-47CF-BE8E-65C29DB3F260}"/>
    <pc:docChg chg="undo custSel addSld delSld modSld sldOrd">
      <pc:chgData name="Duce, Patricia" userId="63213659-433f-4003-8b64-f125efbf754c" providerId="ADAL" clId="{75FD2563-2DB3-47CF-BE8E-65C29DB3F260}" dt="2021-10-18T14:15:12.735" v="318" actId="20577"/>
      <pc:docMkLst>
        <pc:docMk/>
      </pc:docMkLst>
      <pc:sldChg chg="del">
        <pc:chgData name="Duce, Patricia" userId="63213659-433f-4003-8b64-f125efbf754c" providerId="ADAL" clId="{75FD2563-2DB3-47CF-BE8E-65C29DB3F260}" dt="2021-10-18T13:01:25.068" v="1" actId="2696"/>
        <pc:sldMkLst>
          <pc:docMk/>
          <pc:sldMk cId="3499071635" sldId="256"/>
        </pc:sldMkLst>
      </pc:sldChg>
      <pc:sldChg chg="del">
        <pc:chgData name="Duce, Patricia" userId="63213659-433f-4003-8b64-f125efbf754c" providerId="ADAL" clId="{75FD2563-2DB3-47CF-BE8E-65C29DB3F260}" dt="2021-10-18T13:01:19.676" v="0" actId="2696"/>
        <pc:sldMkLst>
          <pc:docMk/>
          <pc:sldMk cId="3585783778" sldId="275"/>
        </pc:sldMkLst>
      </pc:sldChg>
      <pc:sldChg chg="del">
        <pc:chgData name="Duce, Patricia" userId="63213659-433f-4003-8b64-f125efbf754c" providerId="ADAL" clId="{75FD2563-2DB3-47CF-BE8E-65C29DB3F260}" dt="2021-10-18T13:01:19.676" v="0" actId="2696"/>
        <pc:sldMkLst>
          <pc:docMk/>
          <pc:sldMk cId="2246824078" sldId="276"/>
        </pc:sldMkLst>
      </pc:sldChg>
      <pc:sldChg chg="del">
        <pc:chgData name="Duce, Patricia" userId="63213659-433f-4003-8b64-f125efbf754c" providerId="ADAL" clId="{75FD2563-2DB3-47CF-BE8E-65C29DB3F260}" dt="2021-10-18T13:01:19.676" v="0" actId="2696"/>
        <pc:sldMkLst>
          <pc:docMk/>
          <pc:sldMk cId="335826657" sldId="277"/>
        </pc:sldMkLst>
      </pc:sldChg>
      <pc:sldChg chg="del">
        <pc:chgData name="Duce, Patricia" userId="63213659-433f-4003-8b64-f125efbf754c" providerId="ADAL" clId="{75FD2563-2DB3-47CF-BE8E-65C29DB3F260}" dt="2021-10-18T13:01:19.676" v="0" actId="2696"/>
        <pc:sldMkLst>
          <pc:docMk/>
          <pc:sldMk cId="4276684643" sldId="278"/>
        </pc:sldMkLst>
      </pc:sldChg>
      <pc:sldChg chg="modSp mod">
        <pc:chgData name="Duce, Patricia" userId="63213659-433f-4003-8b64-f125efbf754c" providerId="ADAL" clId="{75FD2563-2DB3-47CF-BE8E-65C29DB3F260}" dt="2021-10-18T13:56:54.672" v="194" actId="27636"/>
        <pc:sldMkLst>
          <pc:docMk/>
          <pc:sldMk cId="2248546900" sldId="279"/>
        </pc:sldMkLst>
        <pc:spChg chg="mod">
          <ac:chgData name="Duce, Patricia" userId="63213659-433f-4003-8b64-f125efbf754c" providerId="ADAL" clId="{75FD2563-2DB3-47CF-BE8E-65C29DB3F260}" dt="2021-10-18T13:56:54.672" v="194" actId="27636"/>
          <ac:spMkLst>
            <pc:docMk/>
            <pc:sldMk cId="2248546900" sldId="279"/>
            <ac:spMk id="3" creationId="{00000000-0000-0000-0000-000000000000}"/>
          </ac:spMkLst>
        </pc:spChg>
      </pc:sldChg>
      <pc:sldChg chg="modSp mod">
        <pc:chgData name="Duce, Patricia" userId="63213659-433f-4003-8b64-f125efbf754c" providerId="ADAL" clId="{75FD2563-2DB3-47CF-BE8E-65C29DB3F260}" dt="2021-10-18T13:58:09.227" v="206" actId="5793"/>
        <pc:sldMkLst>
          <pc:docMk/>
          <pc:sldMk cId="2083788199" sldId="280"/>
        </pc:sldMkLst>
        <pc:spChg chg="mod">
          <ac:chgData name="Duce, Patricia" userId="63213659-433f-4003-8b64-f125efbf754c" providerId="ADAL" clId="{75FD2563-2DB3-47CF-BE8E-65C29DB3F260}" dt="2021-10-18T13:58:09.227" v="206" actId="5793"/>
          <ac:spMkLst>
            <pc:docMk/>
            <pc:sldMk cId="2083788199" sldId="280"/>
            <ac:spMk id="3" creationId="{00000000-0000-0000-0000-000000000000}"/>
          </ac:spMkLst>
        </pc:spChg>
      </pc:sldChg>
      <pc:sldChg chg="modSp mod ord">
        <pc:chgData name="Duce, Patricia" userId="63213659-433f-4003-8b64-f125efbf754c" providerId="ADAL" clId="{75FD2563-2DB3-47CF-BE8E-65C29DB3F260}" dt="2021-10-18T14:09:18.500" v="294" actId="20577"/>
        <pc:sldMkLst>
          <pc:docMk/>
          <pc:sldMk cId="3512465327" sldId="281"/>
        </pc:sldMkLst>
        <pc:spChg chg="mod">
          <ac:chgData name="Duce, Patricia" userId="63213659-433f-4003-8b64-f125efbf754c" providerId="ADAL" clId="{75FD2563-2DB3-47CF-BE8E-65C29DB3F260}" dt="2021-10-18T14:09:18.500" v="294" actId="20577"/>
          <ac:spMkLst>
            <pc:docMk/>
            <pc:sldMk cId="3512465327" sldId="281"/>
            <ac:spMk id="3" creationId="{00000000-0000-0000-0000-000000000000}"/>
          </ac:spMkLst>
        </pc:spChg>
      </pc:sldChg>
      <pc:sldChg chg="modSp mod">
        <pc:chgData name="Duce, Patricia" userId="63213659-433f-4003-8b64-f125efbf754c" providerId="ADAL" clId="{75FD2563-2DB3-47CF-BE8E-65C29DB3F260}" dt="2021-10-18T14:04:11.423" v="247" actId="5793"/>
        <pc:sldMkLst>
          <pc:docMk/>
          <pc:sldMk cId="2186478487" sldId="283"/>
        </pc:sldMkLst>
        <pc:spChg chg="mod">
          <ac:chgData name="Duce, Patricia" userId="63213659-433f-4003-8b64-f125efbf754c" providerId="ADAL" clId="{75FD2563-2DB3-47CF-BE8E-65C29DB3F260}" dt="2021-10-18T14:04:11.423" v="247" actId="5793"/>
          <ac:spMkLst>
            <pc:docMk/>
            <pc:sldMk cId="2186478487" sldId="283"/>
            <ac:spMk id="3" creationId="{00000000-0000-0000-0000-000000000000}"/>
          </ac:spMkLst>
        </pc:spChg>
      </pc:sldChg>
      <pc:sldChg chg="modSp mod">
        <pc:chgData name="Duce, Patricia" userId="63213659-433f-4003-8b64-f125efbf754c" providerId="ADAL" clId="{75FD2563-2DB3-47CF-BE8E-65C29DB3F260}" dt="2021-10-18T14:04:39.241" v="255" actId="20577"/>
        <pc:sldMkLst>
          <pc:docMk/>
          <pc:sldMk cId="2567757376" sldId="284"/>
        </pc:sldMkLst>
        <pc:spChg chg="mod">
          <ac:chgData name="Duce, Patricia" userId="63213659-433f-4003-8b64-f125efbf754c" providerId="ADAL" clId="{75FD2563-2DB3-47CF-BE8E-65C29DB3F260}" dt="2021-10-18T14:04:39.241" v="255" actId="20577"/>
          <ac:spMkLst>
            <pc:docMk/>
            <pc:sldMk cId="2567757376" sldId="284"/>
            <ac:spMk id="3" creationId="{00000000-0000-0000-0000-000000000000}"/>
          </ac:spMkLst>
        </pc:spChg>
      </pc:sldChg>
      <pc:sldChg chg="modSp mod">
        <pc:chgData name="Duce, Patricia" userId="63213659-433f-4003-8b64-f125efbf754c" providerId="ADAL" clId="{75FD2563-2DB3-47CF-BE8E-65C29DB3F260}" dt="2021-10-18T14:04:48.307" v="256" actId="5793"/>
        <pc:sldMkLst>
          <pc:docMk/>
          <pc:sldMk cId="2421779269" sldId="285"/>
        </pc:sldMkLst>
        <pc:spChg chg="mod">
          <ac:chgData name="Duce, Patricia" userId="63213659-433f-4003-8b64-f125efbf754c" providerId="ADAL" clId="{75FD2563-2DB3-47CF-BE8E-65C29DB3F260}" dt="2021-10-18T14:04:48.307" v="256" actId="5793"/>
          <ac:spMkLst>
            <pc:docMk/>
            <pc:sldMk cId="2421779269" sldId="285"/>
            <ac:spMk id="3" creationId="{00000000-0000-0000-0000-000000000000}"/>
          </ac:spMkLst>
        </pc:spChg>
      </pc:sldChg>
      <pc:sldChg chg="modSp mod">
        <pc:chgData name="Duce, Patricia" userId="63213659-433f-4003-8b64-f125efbf754c" providerId="ADAL" clId="{75FD2563-2DB3-47CF-BE8E-65C29DB3F260}" dt="2021-10-18T14:05:29.555" v="263" actId="20577"/>
        <pc:sldMkLst>
          <pc:docMk/>
          <pc:sldMk cId="879671490" sldId="286"/>
        </pc:sldMkLst>
        <pc:spChg chg="mod">
          <ac:chgData name="Duce, Patricia" userId="63213659-433f-4003-8b64-f125efbf754c" providerId="ADAL" clId="{75FD2563-2DB3-47CF-BE8E-65C29DB3F260}" dt="2021-10-18T14:05:29.555" v="263" actId="20577"/>
          <ac:spMkLst>
            <pc:docMk/>
            <pc:sldMk cId="879671490" sldId="286"/>
            <ac:spMk id="3" creationId="{00000000-0000-0000-0000-000000000000}"/>
          </ac:spMkLst>
        </pc:spChg>
      </pc:sldChg>
      <pc:sldChg chg="modSp mod">
        <pc:chgData name="Duce, Patricia" userId="63213659-433f-4003-8b64-f125efbf754c" providerId="ADAL" clId="{75FD2563-2DB3-47CF-BE8E-65C29DB3F260}" dt="2021-10-18T14:07:32.866" v="277" actId="113"/>
        <pc:sldMkLst>
          <pc:docMk/>
          <pc:sldMk cId="784997588" sldId="287"/>
        </pc:sldMkLst>
        <pc:spChg chg="mod">
          <ac:chgData name="Duce, Patricia" userId="63213659-433f-4003-8b64-f125efbf754c" providerId="ADAL" clId="{75FD2563-2DB3-47CF-BE8E-65C29DB3F260}" dt="2021-10-18T14:07:32.866" v="277" actId="113"/>
          <ac:spMkLst>
            <pc:docMk/>
            <pc:sldMk cId="784997588" sldId="287"/>
            <ac:spMk id="3" creationId="{00000000-0000-0000-0000-000000000000}"/>
          </ac:spMkLst>
        </pc:spChg>
      </pc:sldChg>
      <pc:sldChg chg="del">
        <pc:chgData name="Duce, Patricia" userId="63213659-433f-4003-8b64-f125efbf754c" providerId="ADAL" clId="{75FD2563-2DB3-47CF-BE8E-65C29DB3F260}" dt="2021-10-18T14:06:45.782" v="270" actId="2696"/>
        <pc:sldMkLst>
          <pc:docMk/>
          <pc:sldMk cId="2353129092" sldId="288"/>
        </pc:sldMkLst>
      </pc:sldChg>
      <pc:sldChg chg="modSp del mod">
        <pc:chgData name="Duce, Patricia" userId="63213659-433f-4003-8b64-f125efbf754c" providerId="ADAL" clId="{75FD2563-2DB3-47CF-BE8E-65C29DB3F260}" dt="2021-10-18T14:07:46.587" v="278" actId="2696"/>
        <pc:sldMkLst>
          <pc:docMk/>
          <pc:sldMk cId="3849594457" sldId="289"/>
        </pc:sldMkLst>
        <pc:spChg chg="mod">
          <ac:chgData name="Duce, Patricia" userId="63213659-433f-4003-8b64-f125efbf754c" providerId="ADAL" clId="{75FD2563-2DB3-47CF-BE8E-65C29DB3F260}" dt="2021-10-18T14:07:20.084" v="271" actId="21"/>
          <ac:spMkLst>
            <pc:docMk/>
            <pc:sldMk cId="3849594457" sldId="289"/>
            <ac:spMk id="3" creationId="{00000000-0000-0000-0000-000000000000}"/>
          </ac:spMkLst>
        </pc:spChg>
      </pc:sldChg>
      <pc:sldChg chg="modSp mod">
        <pc:chgData name="Duce, Patricia" userId="63213659-433f-4003-8b64-f125efbf754c" providerId="ADAL" clId="{75FD2563-2DB3-47CF-BE8E-65C29DB3F260}" dt="2021-10-18T14:09:47.550" v="296" actId="113"/>
        <pc:sldMkLst>
          <pc:docMk/>
          <pc:sldMk cId="1041470214" sldId="290"/>
        </pc:sldMkLst>
        <pc:spChg chg="mod">
          <ac:chgData name="Duce, Patricia" userId="63213659-433f-4003-8b64-f125efbf754c" providerId="ADAL" clId="{75FD2563-2DB3-47CF-BE8E-65C29DB3F260}" dt="2021-10-18T14:09:47.550" v="296" actId="113"/>
          <ac:spMkLst>
            <pc:docMk/>
            <pc:sldMk cId="1041470214" sldId="290"/>
            <ac:spMk id="3" creationId="{00000000-0000-0000-0000-000000000000}"/>
          </ac:spMkLst>
        </pc:spChg>
      </pc:sldChg>
      <pc:sldChg chg="modSp mod">
        <pc:chgData name="Duce, Patricia" userId="63213659-433f-4003-8b64-f125efbf754c" providerId="ADAL" clId="{75FD2563-2DB3-47CF-BE8E-65C29DB3F260}" dt="2021-10-18T14:11:01.251" v="304" actId="5793"/>
        <pc:sldMkLst>
          <pc:docMk/>
          <pc:sldMk cId="308772071" sldId="293"/>
        </pc:sldMkLst>
        <pc:spChg chg="mod">
          <ac:chgData name="Duce, Patricia" userId="63213659-433f-4003-8b64-f125efbf754c" providerId="ADAL" clId="{75FD2563-2DB3-47CF-BE8E-65C29DB3F260}" dt="2021-10-18T14:11:01.251" v="304" actId="5793"/>
          <ac:spMkLst>
            <pc:docMk/>
            <pc:sldMk cId="308772071" sldId="293"/>
            <ac:spMk id="3" creationId="{00000000-0000-0000-0000-000000000000}"/>
          </ac:spMkLst>
        </pc:spChg>
      </pc:sldChg>
      <pc:sldChg chg="modSp mod">
        <pc:chgData name="Duce, Patricia" userId="63213659-433f-4003-8b64-f125efbf754c" providerId="ADAL" clId="{75FD2563-2DB3-47CF-BE8E-65C29DB3F260}" dt="2021-10-18T14:12:34.626" v="312" actId="20577"/>
        <pc:sldMkLst>
          <pc:docMk/>
          <pc:sldMk cId="1834240671" sldId="294"/>
        </pc:sldMkLst>
        <pc:spChg chg="mod">
          <ac:chgData name="Duce, Patricia" userId="63213659-433f-4003-8b64-f125efbf754c" providerId="ADAL" clId="{75FD2563-2DB3-47CF-BE8E-65C29DB3F260}" dt="2021-10-18T14:12:34.626" v="312" actId="20577"/>
          <ac:spMkLst>
            <pc:docMk/>
            <pc:sldMk cId="1834240671" sldId="294"/>
            <ac:spMk id="3" creationId="{00000000-0000-0000-0000-000000000000}"/>
          </ac:spMkLst>
        </pc:spChg>
      </pc:sldChg>
      <pc:sldChg chg="del">
        <pc:chgData name="Duce, Patricia" userId="63213659-433f-4003-8b64-f125efbf754c" providerId="ADAL" clId="{75FD2563-2DB3-47CF-BE8E-65C29DB3F260}" dt="2021-10-18T14:14:07.520" v="316" actId="2696"/>
        <pc:sldMkLst>
          <pc:docMk/>
          <pc:sldMk cId="1505749219" sldId="295"/>
        </pc:sldMkLst>
      </pc:sldChg>
      <pc:sldChg chg="modSp mod">
        <pc:chgData name="Duce, Patricia" userId="63213659-433f-4003-8b64-f125efbf754c" providerId="ADAL" clId="{75FD2563-2DB3-47CF-BE8E-65C29DB3F260}" dt="2021-10-18T14:15:12.735" v="318" actId="20577"/>
        <pc:sldMkLst>
          <pc:docMk/>
          <pc:sldMk cId="1716873003" sldId="296"/>
        </pc:sldMkLst>
        <pc:spChg chg="mod">
          <ac:chgData name="Duce, Patricia" userId="63213659-433f-4003-8b64-f125efbf754c" providerId="ADAL" clId="{75FD2563-2DB3-47CF-BE8E-65C29DB3F260}" dt="2021-10-18T14:15:12.735" v="318" actId="20577"/>
          <ac:spMkLst>
            <pc:docMk/>
            <pc:sldMk cId="1716873003" sldId="296"/>
            <ac:spMk id="3" creationId="{00000000-0000-0000-0000-000000000000}"/>
          </ac:spMkLst>
        </pc:spChg>
      </pc:sldChg>
      <pc:sldChg chg="new del">
        <pc:chgData name="Duce, Patricia" userId="63213659-433f-4003-8b64-f125efbf754c" providerId="ADAL" clId="{75FD2563-2DB3-47CF-BE8E-65C29DB3F260}" dt="2021-10-18T13:49:06.239" v="170" actId="2696"/>
        <pc:sldMkLst>
          <pc:docMk/>
          <pc:sldMk cId="824665421" sldId="302"/>
        </pc:sldMkLst>
      </pc:sldChg>
      <pc:sldChg chg="addSp delSp modSp new mod">
        <pc:chgData name="Duce, Patricia" userId="63213659-433f-4003-8b64-f125efbf754c" providerId="ADAL" clId="{75FD2563-2DB3-47CF-BE8E-65C29DB3F260}" dt="2021-10-18T13:38:10.980" v="14" actId="1076"/>
        <pc:sldMkLst>
          <pc:docMk/>
          <pc:sldMk cId="878593589" sldId="303"/>
        </pc:sldMkLst>
        <pc:spChg chg="del">
          <ac:chgData name="Duce, Patricia" userId="63213659-433f-4003-8b64-f125efbf754c" providerId="ADAL" clId="{75FD2563-2DB3-47CF-BE8E-65C29DB3F260}" dt="2021-10-18T13:37:48.273" v="8" actId="478"/>
          <ac:spMkLst>
            <pc:docMk/>
            <pc:sldMk cId="878593589" sldId="303"/>
            <ac:spMk id="2" creationId="{6218F4A4-628C-488C-AD9A-D592C15FB9E8}"/>
          </ac:spMkLst>
        </pc:spChg>
        <pc:spChg chg="del">
          <ac:chgData name="Duce, Patricia" userId="63213659-433f-4003-8b64-f125efbf754c" providerId="ADAL" clId="{75FD2563-2DB3-47CF-BE8E-65C29DB3F260}" dt="2021-10-18T13:37:32.214" v="5" actId="22"/>
          <ac:spMkLst>
            <pc:docMk/>
            <pc:sldMk cId="878593589" sldId="303"/>
            <ac:spMk id="3" creationId="{445C3F4F-E105-4F72-A449-BED888257686}"/>
          </ac:spMkLst>
        </pc:spChg>
        <pc:picChg chg="add mod ord modCrop">
          <ac:chgData name="Duce, Patricia" userId="63213659-433f-4003-8b64-f125efbf754c" providerId="ADAL" clId="{75FD2563-2DB3-47CF-BE8E-65C29DB3F260}" dt="2021-10-18T13:38:10.980" v="14" actId="1076"/>
          <ac:picMkLst>
            <pc:docMk/>
            <pc:sldMk cId="878593589" sldId="303"/>
            <ac:picMk id="5" creationId="{1C9E1ADD-3D0C-476F-B15F-7C68C0094776}"/>
          </ac:picMkLst>
        </pc:picChg>
      </pc:sldChg>
      <pc:sldChg chg="addSp delSp modSp new mod">
        <pc:chgData name="Duce, Patricia" userId="63213659-433f-4003-8b64-f125efbf754c" providerId="ADAL" clId="{75FD2563-2DB3-47CF-BE8E-65C29DB3F260}" dt="2021-10-18T13:41:48.255" v="119" actId="1076"/>
        <pc:sldMkLst>
          <pc:docMk/>
          <pc:sldMk cId="2971654446" sldId="304"/>
        </pc:sldMkLst>
        <pc:spChg chg="del">
          <ac:chgData name="Duce, Patricia" userId="63213659-433f-4003-8b64-f125efbf754c" providerId="ADAL" clId="{75FD2563-2DB3-47CF-BE8E-65C29DB3F260}" dt="2021-10-18T13:38:51.924" v="15" actId="478"/>
          <ac:spMkLst>
            <pc:docMk/>
            <pc:sldMk cId="2971654446" sldId="304"/>
            <ac:spMk id="2" creationId="{CEBC9985-CAB1-4AA8-95AC-1AA7D9110AAF}"/>
          </ac:spMkLst>
        </pc:spChg>
        <pc:spChg chg="mod">
          <ac:chgData name="Duce, Patricia" userId="63213659-433f-4003-8b64-f125efbf754c" providerId="ADAL" clId="{75FD2563-2DB3-47CF-BE8E-65C29DB3F260}" dt="2021-10-18T13:41:28.445" v="113" actId="20577"/>
          <ac:spMkLst>
            <pc:docMk/>
            <pc:sldMk cId="2971654446" sldId="304"/>
            <ac:spMk id="3" creationId="{FDA2BA57-0E58-431C-BB89-10AA44DEC1FC}"/>
          </ac:spMkLst>
        </pc:spChg>
        <pc:picChg chg="add mod modCrop">
          <ac:chgData name="Duce, Patricia" userId="63213659-433f-4003-8b64-f125efbf754c" providerId="ADAL" clId="{75FD2563-2DB3-47CF-BE8E-65C29DB3F260}" dt="2021-10-18T13:41:48.255" v="119" actId="1076"/>
          <ac:picMkLst>
            <pc:docMk/>
            <pc:sldMk cId="2971654446" sldId="304"/>
            <ac:picMk id="5" creationId="{C9B2890B-46DF-4760-95DA-F590C978C761}"/>
          </ac:picMkLst>
        </pc:picChg>
      </pc:sldChg>
      <pc:sldChg chg="addSp delSp modSp new mod">
        <pc:chgData name="Duce, Patricia" userId="63213659-433f-4003-8b64-f125efbf754c" providerId="ADAL" clId="{75FD2563-2DB3-47CF-BE8E-65C29DB3F260}" dt="2021-10-18T13:42:25.031" v="128" actId="1076"/>
        <pc:sldMkLst>
          <pc:docMk/>
          <pc:sldMk cId="2731375067" sldId="305"/>
        </pc:sldMkLst>
        <pc:spChg chg="del">
          <ac:chgData name="Duce, Patricia" userId="63213659-433f-4003-8b64-f125efbf754c" providerId="ADAL" clId="{75FD2563-2DB3-47CF-BE8E-65C29DB3F260}" dt="2021-10-18T13:41:57.375" v="122" actId="478"/>
          <ac:spMkLst>
            <pc:docMk/>
            <pc:sldMk cId="2731375067" sldId="305"/>
            <ac:spMk id="2" creationId="{ED27953E-31F1-4B21-B203-6BB2A8C249DC}"/>
          </ac:spMkLst>
        </pc:spChg>
        <pc:spChg chg="del">
          <ac:chgData name="Duce, Patricia" userId="63213659-433f-4003-8b64-f125efbf754c" providerId="ADAL" clId="{75FD2563-2DB3-47CF-BE8E-65C29DB3F260}" dt="2021-10-18T13:41:53.718" v="121" actId="22"/>
          <ac:spMkLst>
            <pc:docMk/>
            <pc:sldMk cId="2731375067" sldId="305"/>
            <ac:spMk id="3" creationId="{DF2F052D-CE19-430E-8306-B9FEC7EF89B2}"/>
          </ac:spMkLst>
        </pc:spChg>
        <pc:picChg chg="add mod ord modCrop">
          <ac:chgData name="Duce, Patricia" userId="63213659-433f-4003-8b64-f125efbf754c" providerId="ADAL" clId="{75FD2563-2DB3-47CF-BE8E-65C29DB3F260}" dt="2021-10-18T13:42:25.031" v="128" actId="1076"/>
          <ac:picMkLst>
            <pc:docMk/>
            <pc:sldMk cId="2731375067" sldId="305"/>
            <ac:picMk id="5" creationId="{F3E0A23B-B13B-422A-8AEB-B164B96035C7}"/>
          </ac:picMkLst>
        </pc:picChg>
      </pc:sldChg>
      <pc:sldChg chg="addSp delSp modSp new mod">
        <pc:chgData name="Duce, Patricia" userId="63213659-433f-4003-8b64-f125efbf754c" providerId="ADAL" clId="{75FD2563-2DB3-47CF-BE8E-65C29DB3F260}" dt="2021-10-18T13:48:42.146" v="169" actId="113"/>
        <pc:sldMkLst>
          <pc:docMk/>
          <pc:sldMk cId="3711885248" sldId="306"/>
        </pc:sldMkLst>
        <pc:spChg chg="del">
          <ac:chgData name="Duce, Patricia" userId="63213659-433f-4003-8b64-f125efbf754c" providerId="ADAL" clId="{75FD2563-2DB3-47CF-BE8E-65C29DB3F260}" dt="2021-10-18T13:43:09.385" v="131" actId="478"/>
          <ac:spMkLst>
            <pc:docMk/>
            <pc:sldMk cId="3711885248" sldId="306"/>
            <ac:spMk id="2" creationId="{B98FB943-0E93-44A2-AED6-A1C9C4C23950}"/>
          </ac:spMkLst>
        </pc:spChg>
        <pc:spChg chg="del">
          <ac:chgData name="Duce, Patricia" userId="63213659-433f-4003-8b64-f125efbf754c" providerId="ADAL" clId="{75FD2563-2DB3-47CF-BE8E-65C29DB3F260}" dt="2021-10-18T13:43:05.652" v="130" actId="22"/>
          <ac:spMkLst>
            <pc:docMk/>
            <pc:sldMk cId="3711885248" sldId="306"/>
            <ac:spMk id="3" creationId="{03A1EE05-A5D1-4A76-B149-86FF898903B9}"/>
          </ac:spMkLst>
        </pc:spChg>
        <pc:spChg chg="add mod">
          <ac:chgData name="Duce, Patricia" userId="63213659-433f-4003-8b64-f125efbf754c" providerId="ADAL" clId="{75FD2563-2DB3-47CF-BE8E-65C29DB3F260}" dt="2021-10-18T13:48:42.146" v="169" actId="113"/>
          <ac:spMkLst>
            <pc:docMk/>
            <pc:sldMk cId="3711885248" sldId="306"/>
            <ac:spMk id="7" creationId="{067A57F9-D848-4BF8-A1A9-9B1297ED40EF}"/>
          </ac:spMkLst>
        </pc:spChg>
        <pc:picChg chg="add mod ord modCrop">
          <ac:chgData name="Duce, Patricia" userId="63213659-433f-4003-8b64-f125efbf754c" providerId="ADAL" clId="{75FD2563-2DB3-47CF-BE8E-65C29DB3F260}" dt="2021-10-18T13:46:51.067" v="157" actId="1076"/>
          <ac:picMkLst>
            <pc:docMk/>
            <pc:sldMk cId="3711885248" sldId="306"/>
            <ac:picMk id="5" creationId="{2519CDD6-A2DD-45A8-8C7E-EE13FD88F470}"/>
          </ac:picMkLst>
        </pc:picChg>
      </pc:sldChg>
      <pc:sldChg chg="addSp delSp modSp new mod">
        <pc:chgData name="Duce, Patricia" userId="63213659-433f-4003-8b64-f125efbf754c" providerId="ADAL" clId="{75FD2563-2DB3-47CF-BE8E-65C29DB3F260}" dt="2021-10-18T13:44:19.802" v="145" actId="1076"/>
        <pc:sldMkLst>
          <pc:docMk/>
          <pc:sldMk cId="2476980398" sldId="307"/>
        </pc:sldMkLst>
        <pc:spChg chg="del">
          <ac:chgData name="Duce, Patricia" userId="63213659-433f-4003-8b64-f125efbf754c" providerId="ADAL" clId="{75FD2563-2DB3-47CF-BE8E-65C29DB3F260}" dt="2021-10-18T13:44:16.660" v="143" actId="478"/>
          <ac:spMkLst>
            <pc:docMk/>
            <pc:sldMk cId="2476980398" sldId="307"/>
            <ac:spMk id="2" creationId="{AD743610-2AE3-49C6-B53F-E8A037763421}"/>
          </ac:spMkLst>
        </pc:spChg>
        <pc:spChg chg="del">
          <ac:chgData name="Duce, Patricia" userId="63213659-433f-4003-8b64-f125efbf754c" providerId="ADAL" clId="{75FD2563-2DB3-47CF-BE8E-65C29DB3F260}" dt="2021-10-18T13:44:07.696" v="141"/>
          <ac:spMkLst>
            <pc:docMk/>
            <pc:sldMk cId="2476980398" sldId="307"/>
            <ac:spMk id="3" creationId="{8469CF3A-28B6-40AC-9A69-A1EF3E279B20}"/>
          </ac:spMkLst>
        </pc:spChg>
        <pc:picChg chg="add mod modCrop">
          <ac:chgData name="Duce, Patricia" userId="63213659-433f-4003-8b64-f125efbf754c" providerId="ADAL" clId="{75FD2563-2DB3-47CF-BE8E-65C29DB3F260}" dt="2021-10-18T13:44:19.802" v="145" actId="1076"/>
          <ac:picMkLst>
            <pc:docMk/>
            <pc:sldMk cId="2476980398" sldId="307"/>
            <ac:picMk id="4" creationId="{8EC5C38B-CADC-4E59-9542-EF7D3137F799}"/>
          </ac:picMkLst>
        </pc:picChg>
      </pc:sldChg>
      <pc:sldChg chg="addSp delSp modSp new mod">
        <pc:chgData name="Duce, Patricia" userId="63213659-433f-4003-8b64-f125efbf754c" providerId="ADAL" clId="{75FD2563-2DB3-47CF-BE8E-65C29DB3F260}" dt="2021-10-18T13:45:55.988" v="152" actId="1076"/>
        <pc:sldMkLst>
          <pc:docMk/>
          <pc:sldMk cId="1218526243" sldId="308"/>
        </pc:sldMkLst>
        <pc:spChg chg="del">
          <ac:chgData name="Duce, Patricia" userId="63213659-433f-4003-8b64-f125efbf754c" providerId="ADAL" clId="{75FD2563-2DB3-47CF-BE8E-65C29DB3F260}" dt="2021-10-18T13:45:43.429" v="148" actId="478"/>
          <ac:spMkLst>
            <pc:docMk/>
            <pc:sldMk cId="1218526243" sldId="308"/>
            <ac:spMk id="2" creationId="{F168F4DE-C46A-42F7-BDD9-49CA9BB89F41}"/>
          </ac:spMkLst>
        </pc:spChg>
        <pc:spChg chg="del">
          <ac:chgData name="Duce, Patricia" userId="63213659-433f-4003-8b64-f125efbf754c" providerId="ADAL" clId="{75FD2563-2DB3-47CF-BE8E-65C29DB3F260}" dt="2021-10-18T13:45:41.110" v="147" actId="22"/>
          <ac:spMkLst>
            <pc:docMk/>
            <pc:sldMk cId="1218526243" sldId="308"/>
            <ac:spMk id="3" creationId="{A654F213-79C8-4113-99DE-0E93F1DD60F3}"/>
          </ac:spMkLst>
        </pc:spChg>
        <pc:picChg chg="add mod ord modCrop">
          <ac:chgData name="Duce, Patricia" userId="63213659-433f-4003-8b64-f125efbf754c" providerId="ADAL" clId="{75FD2563-2DB3-47CF-BE8E-65C29DB3F260}" dt="2021-10-18T13:45:55.988" v="152" actId="1076"/>
          <ac:picMkLst>
            <pc:docMk/>
            <pc:sldMk cId="1218526243" sldId="308"/>
            <ac:picMk id="5" creationId="{5E381600-C793-4987-94B7-39D62D8B5A91}"/>
          </ac:picMkLst>
        </pc:picChg>
      </pc:sldChg>
      <pc:sldChg chg="delSp modSp new mod">
        <pc:chgData name="Duce, Patricia" userId="63213659-433f-4003-8b64-f125efbf754c" providerId="ADAL" clId="{75FD2563-2DB3-47CF-BE8E-65C29DB3F260}" dt="2021-10-18T13:56:02.977" v="192" actId="20577"/>
        <pc:sldMkLst>
          <pc:docMk/>
          <pc:sldMk cId="3033350374" sldId="309"/>
        </pc:sldMkLst>
        <pc:spChg chg="del">
          <ac:chgData name="Duce, Patricia" userId="63213659-433f-4003-8b64-f125efbf754c" providerId="ADAL" clId="{75FD2563-2DB3-47CF-BE8E-65C29DB3F260}" dt="2021-10-18T13:55:36.274" v="186" actId="478"/>
          <ac:spMkLst>
            <pc:docMk/>
            <pc:sldMk cId="3033350374" sldId="309"/>
            <ac:spMk id="2" creationId="{06ACD0C9-7854-4CD9-A4D4-18CAD67456FF}"/>
          </ac:spMkLst>
        </pc:spChg>
        <pc:spChg chg="mod">
          <ac:chgData name="Duce, Patricia" userId="63213659-433f-4003-8b64-f125efbf754c" providerId="ADAL" clId="{75FD2563-2DB3-47CF-BE8E-65C29DB3F260}" dt="2021-10-18T13:56:02.977" v="192" actId="20577"/>
          <ac:spMkLst>
            <pc:docMk/>
            <pc:sldMk cId="3033350374" sldId="309"/>
            <ac:spMk id="3" creationId="{A945951B-93CD-4100-A378-149CBFD7F1B6}"/>
          </ac:spMkLst>
        </pc:spChg>
      </pc:sldChg>
      <pc:sldChg chg="modSp add mod">
        <pc:chgData name="Duce, Patricia" userId="63213659-433f-4003-8b64-f125efbf754c" providerId="ADAL" clId="{75FD2563-2DB3-47CF-BE8E-65C29DB3F260}" dt="2021-10-18T13:58:15.343" v="208" actId="5793"/>
        <pc:sldMkLst>
          <pc:docMk/>
          <pc:sldMk cId="1107526460" sldId="310"/>
        </pc:sldMkLst>
        <pc:spChg chg="mod">
          <ac:chgData name="Duce, Patricia" userId="63213659-433f-4003-8b64-f125efbf754c" providerId="ADAL" clId="{75FD2563-2DB3-47CF-BE8E-65C29DB3F260}" dt="2021-10-18T13:58:15.343" v="208" actId="5793"/>
          <ac:spMkLst>
            <pc:docMk/>
            <pc:sldMk cId="1107526460" sldId="310"/>
            <ac:spMk id="3" creationId="{00000000-0000-0000-0000-000000000000}"/>
          </ac:spMkLst>
        </pc:spChg>
      </pc:sldChg>
      <pc:sldChg chg="modSp add mod ord">
        <pc:chgData name="Duce, Patricia" userId="63213659-433f-4003-8b64-f125efbf754c" providerId="ADAL" clId="{75FD2563-2DB3-47CF-BE8E-65C29DB3F260}" dt="2021-10-18T14:01:54.580" v="241"/>
        <pc:sldMkLst>
          <pc:docMk/>
          <pc:sldMk cId="2707621110" sldId="311"/>
        </pc:sldMkLst>
        <pc:spChg chg="mod">
          <ac:chgData name="Duce, Patricia" userId="63213659-433f-4003-8b64-f125efbf754c" providerId="ADAL" clId="{75FD2563-2DB3-47CF-BE8E-65C29DB3F260}" dt="2021-10-18T14:01:20.111" v="239" actId="207"/>
          <ac:spMkLst>
            <pc:docMk/>
            <pc:sldMk cId="2707621110" sldId="311"/>
            <ac:spMk id="3" creationId="{00000000-0000-0000-0000-000000000000}"/>
          </ac:spMkLst>
        </pc:spChg>
      </pc:sldChg>
      <pc:sldChg chg="modSp add mod ord">
        <pc:chgData name="Duce, Patricia" userId="63213659-433f-4003-8b64-f125efbf754c" providerId="ADAL" clId="{75FD2563-2DB3-47CF-BE8E-65C29DB3F260}" dt="2021-10-18T14:14:02.286" v="315"/>
        <pc:sldMkLst>
          <pc:docMk/>
          <pc:sldMk cId="1838585282" sldId="312"/>
        </pc:sldMkLst>
        <pc:spChg chg="mod">
          <ac:chgData name="Duce, Patricia" userId="63213659-433f-4003-8b64-f125efbf754c" providerId="ADAL" clId="{75FD2563-2DB3-47CF-BE8E-65C29DB3F260}" dt="2021-10-18T14:14:02.286" v="315"/>
          <ac:spMkLst>
            <pc:docMk/>
            <pc:sldMk cId="1838585282" sldId="312"/>
            <ac:spMk id="3" creationId="{00000000-0000-0000-0000-000000000000}"/>
          </ac:spMkLst>
        </pc:spChg>
      </pc:sldChg>
    </pc:docChg>
  </pc:docChgLst>
  <pc:docChgLst>
    <pc:chgData name="Duce, Patricia" userId="63213659-433f-4003-8b64-f125efbf754c" providerId="ADAL" clId="{D6C08421-AA20-4FE8-BDFB-A70BE32769D0}"/>
    <pc:docChg chg="delSld modSld">
      <pc:chgData name="Duce, Patricia" userId="63213659-433f-4003-8b64-f125efbf754c" providerId="ADAL" clId="{D6C08421-AA20-4FE8-BDFB-A70BE32769D0}" dt="2021-10-17T05:56:30.630" v="3" actId="2696"/>
      <pc:docMkLst>
        <pc:docMk/>
      </pc:docMkLst>
      <pc:sldChg chg="del">
        <pc:chgData name="Duce, Patricia" userId="63213659-433f-4003-8b64-f125efbf754c" providerId="ADAL" clId="{D6C08421-AA20-4FE8-BDFB-A70BE32769D0}" dt="2021-10-13T16:26:34.269" v="0" actId="2696"/>
        <pc:sldMkLst>
          <pc:docMk/>
          <pc:sldMk cId="1618419098" sldId="257"/>
        </pc:sldMkLst>
      </pc:sldChg>
      <pc:sldChg chg="del">
        <pc:chgData name="Duce, Patricia" userId="63213659-433f-4003-8b64-f125efbf754c" providerId="ADAL" clId="{D6C08421-AA20-4FE8-BDFB-A70BE32769D0}" dt="2021-10-13T16:26:34.269" v="0" actId="2696"/>
        <pc:sldMkLst>
          <pc:docMk/>
          <pc:sldMk cId="2355316571" sldId="258"/>
        </pc:sldMkLst>
      </pc:sldChg>
      <pc:sldChg chg="del">
        <pc:chgData name="Duce, Patricia" userId="63213659-433f-4003-8b64-f125efbf754c" providerId="ADAL" clId="{D6C08421-AA20-4FE8-BDFB-A70BE32769D0}" dt="2021-10-13T16:26:34.269" v="0" actId="2696"/>
        <pc:sldMkLst>
          <pc:docMk/>
          <pc:sldMk cId="4207874200" sldId="259"/>
        </pc:sldMkLst>
      </pc:sldChg>
      <pc:sldChg chg="del">
        <pc:chgData name="Duce, Patricia" userId="63213659-433f-4003-8b64-f125efbf754c" providerId="ADAL" clId="{D6C08421-AA20-4FE8-BDFB-A70BE32769D0}" dt="2021-10-13T16:26:34.269" v="0" actId="2696"/>
        <pc:sldMkLst>
          <pc:docMk/>
          <pc:sldMk cId="1557403167" sldId="260"/>
        </pc:sldMkLst>
      </pc:sldChg>
      <pc:sldChg chg="del">
        <pc:chgData name="Duce, Patricia" userId="63213659-433f-4003-8b64-f125efbf754c" providerId="ADAL" clId="{D6C08421-AA20-4FE8-BDFB-A70BE32769D0}" dt="2021-10-13T16:26:34.269" v="0" actId="2696"/>
        <pc:sldMkLst>
          <pc:docMk/>
          <pc:sldMk cId="3018710938" sldId="261"/>
        </pc:sldMkLst>
      </pc:sldChg>
      <pc:sldChg chg="del">
        <pc:chgData name="Duce, Patricia" userId="63213659-433f-4003-8b64-f125efbf754c" providerId="ADAL" clId="{D6C08421-AA20-4FE8-BDFB-A70BE32769D0}" dt="2021-10-13T16:26:34.269" v="0" actId="2696"/>
        <pc:sldMkLst>
          <pc:docMk/>
          <pc:sldMk cId="428378688" sldId="262"/>
        </pc:sldMkLst>
      </pc:sldChg>
      <pc:sldChg chg="del">
        <pc:chgData name="Duce, Patricia" userId="63213659-433f-4003-8b64-f125efbf754c" providerId="ADAL" clId="{D6C08421-AA20-4FE8-BDFB-A70BE32769D0}" dt="2021-10-13T16:26:34.269" v="0" actId="2696"/>
        <pc:sldMkLst>
          <pc:docMk/>
          <pc:sldMk cId="3958300495" sldId="263"/>
        </pc:sldMkLst>
      </pc:sldChg>
      <pc:sldChg chg="del">
        <pc:chgData name="Duce, Patricia" userId="63213659-433f-4003-8b64-f125efbf754c" providerId="ADAL" clId="{D6C08421-AA20-4FE8-BDFB-A70BE32769D0}" dt="2021-10-13T16:26:34.269" v="0" actId="2696"/>
        <pc:sldMkLst>
          <pc:docMk/>
          <pc:sldMk cId="2003559117" sldId="264"/>
        </pc:sldMkLst>
      </pc:sldChg>
      <pc:sldChg chg="del">
        <pc:chgData name="Duce, Patricia" userId="63213659-433f-4003-8b64-f125efbf754c" providerId="ADAL" clId="{D6C08421-AA20-4FE8-BDFB-A70BE32769D0}" dt="2021-10-13T16:26:34.269" v="0" actId="2696"/>
        <pc:sldMkLst>
          <pc:docMk/>
          <pc:sldMk cId="288916907" sldId="265"/>
        </pc:sldMkLst>
      </pc:sldChg>
      <pc:sldChg chg="del">
        <pc:chgData name="Duce, Patricia" userId="63213659-433f-4003-8b64-f125efbf754c" providerId="ADAL" clId="{D6C08421-AA20-4FE8-BDFB-A70BE32769D0}" dt="2021-10-13T16:26:34.269" v="0" actId="2696"/>
        <pc:sldMkLst>
          <pc:docMk/>
          <pc:sldMk cId="3161549546" sldId="266"/>
        </pc:sldMkLst>
      </pc:sldChg>
      <pc:sldChg chg="del">
        <pc:chgData name="Duce, Patricia" userId="63213659-433f-4003-8b64-f125efbf754c" providerId="ADAL" clId="{D6C08421-AA20-4FE8-BDFB-A70BE32769D0}" dt="2021-10-13T16:26:34.269" v="0" actId="2696"/>
        <pc:sldMkLst>
          <pc:docMk/>
          <pc:sldMk cId="4159009718" sldId="267"/>
        </pc:sldMkLst>
      </pc:sldChg>
      <pc:sldChg chg="del">
        <pc:chgData name="Duce, Patricia" userId="63213659-433f-4003-8b64-f125efbf754c" providerId="ADAL" clId="{D6C08421-AA20-4FE8-BDFB-A70BE32769D0}" dt="2021-10-13T16:26:34.269" v="0" actId="2696"/>
        <pc:sldMkLst>
          <pc:docMk/>
          <pc:sldMk cId="2748675955" sldId="268"/>
        </pc:sldMkLst>
      </pc:sldChg>
      <pc:sldChg chg="del">
        <pc:chgData name="Duce, Patricia" userId="63213659-433f-4003-8b64-f125efbf754c" providerId="ADAL" clId="{D6C08421-AA20-4FE8-BDFB-A70BE32769D0}" dt="2021-10-13T16:26:34.269" v="0" actId="2696"/>
        <pc:sldMkLst>
          <pc:docMk/>
          <pc:sldMk cId="1216170583" sldId="269"/>
        </pc:sldMkLst>
      </pc:sldChg>
      <pc:sldChg chg="del">
        <pc:chgData name="Duce, Patricia" userId="63213659-433f-4003-8b64-f125efbf754c" providerId="ADAL" clId="{D6C08421-AA20-4FE8-BDFB-A70BE32769D0}" dt="2021-10-13T16:26:34.269" v="0" actId="2696"/>
        <pc:sldMkLst>
          <pc:docMk/>
          <pc:sldMk cId="3598503299" sldId="270"/>
        </pc:sldMkLst>
      </pc:sldChg>
      <pc:sldChg chg="del">
        <pc:chgData name="Duce, Patricia" userId="63213659-433f-4003-8b64-f125efbf754c" providerId="ADAL" clId="{D6C08421-AA20-4FE8-BDFB-A70BE32769D0}" dt="2021-10-13T16:26:34.269" v="0" actId="2696"/>
        <pc:sldMkLst>
          <pc:docMk/>
          <pc:sldMk cId="3571909197" sldId="271"/>
        </pc:sldMkLst>
      </pc:sldChg>
      <pc:sldChg chg="del">
        <pc:chgData name="Duce, Patricia" userId="63213659-433f-4003-8b64-f125efbf754c" providerId="ADAL" clId="{D6C08421-AA20-4FE8-BDFB-A70BE32769D0}" dt="2021-10-13T16:26:34.269" v="0" actId="2696"/>
        <pc:sldMkLst>
          <pc:docMk/>
          <pc:sldMk cId="2513528569" sldId="272"/>
        </pc:sldMkLst>
      </pc:sldChg>
      <pc:sldChg chg="del">
        <pc:chgData name="Duce, Patricia" userId="63213659-433f-4003-8b64-f125efbf754c" providerId="ADAL" clId="{D6C08421-AA20-4FE8-BDFB-A70BE32769D0}" dt="2021-10-13T16:26:34.269" v="0" actId="2696"/>
        <pc:sldMkLst>
          <pc:docMk/>
          <pc:sldMk cId="3289912891" sldId="273"/>
        </pc:sldMkLst>
      </pc:sldChg>
      <pc:sldChg chg="del">
        <pc:chgData name="Duce, Patricia" userId="63213659-433f-4003-8b64-f125efbf754c" providerId="ADAL" clId="{D6C08421-AA20-4FE8-BDFB-A70BE32769D0}" dt="2021-10-13T16:26:34.269" v="0" actId="2696"/>
        <pc:sldMkLst>
          <pc:docMk/>
          <pc:sldMk cId="585657616" sldId="274"/>
        </pc:sldMkLst>
      </pc:sldChg>
      <pc:sldChg chg="modSp del mod">
        <pc:chgData name="Duce, Patricia" userId="63213659-433f-4003-8b64-f125efbf754c" providerId="ADAL" clId="{D6C08421-AA20-4FE8-BDFB-A70BE32769D0}" dt="2021-10-17T05:56:30.630" v="3" actId="2696"/>
        <pc:sldMkLst>
          <pc:docMk/>
          <pc:sldMk cId="28996016" sldId="275"/>
        </pc:sldMkLst>
        <pc:spChg chg="mod">
          <ac:chgData name="Duce, Patricia" userId="63213659-433f-4003-8b64-f125efbf754c" providerId="ADAL" clId="{D6C08421-AA20-4FE8-BDFB-A70BE32769D0}" dt="2021-10-17T05:54:50.340" v="2" actId="20577"/>
          <ac:spMkLst>
            <pc:docMk/>
            <pc:sldMk cId="28996016" sldId="275"/>
            <ac:spMk id="3" creationId="{00000000-0000-0000-0000-000000000000}"/>
          </ac:spMkLst>
        </pc:spChg>
      </pc:sldChg>
      <pc:sldChg chg="del">
        <pc:chgData name="Duce, Patricia" userId="63213659-433f-4003-8b64-f125efbf754c" providerId="ADAL" clId="{D6C08421-AA20-4FE8-BDFB-A70BE32769D0}" dt="2021-10-17T05:56:30.630" v="3" actId="2696"/>
        <pc:sldMkLst>
          <pc:docMk/>
          <pc:sldMk cId="2908943602" sldId="276"/>
        </pc:sldMkLst>
      </pc:sldChg>
      <pc:sldChg chg="del">
        <pc:chgData name="Duce, Patricia" userId="63213659-433f-4003-8b64-f125efbf754c" providerId="ADAL" clId="{D6C08421-AA20-4FE8-BDFB-A70BE32769D0}" dt="2021-10-17T05:56:30.630" v="3" actId="2696"/>
        <pc:sldMkLst>
          <pc:docMk/>
          <pc:sldMk cId="1668249261" sldId="277"/>
        </pc:sldMkLst>
      </pc:sldChg>
      <pc:sldChg chg="del">
        <pc:chgData name="Duce, Patricia" userId="63213659-433f-4003-8b64-f125efbf754c" providerId="ADAL" clId="{D6C08421-AA20-4FE8-BDFB-A70BE32769D0}" dt="2021-10-17T05:56:30.630" v="3" actId="2696"/>
        <pc:sldMkLst>
          <pc:docMk/>
          <pc:sldMk cId="4287637270" sldId="278"/>
        </pc:sldMkLst>
      </pc:sldChg>
      <pc:sldChg chg="del">
        <pc:chgData name="Duce, Patricia" userId="63213659-433f-4003-8b64-f125efbf754c" providerId="ADAL" clId="{D6C08421-AA20-4FE8-BDFB-A70BE32769D0}" dt="2021-10-13T16:26:34.269" v="0" actId="2696"/>
        <pc:sldMkLst>
          <pc:docMk/>
          <pc:sldMk cId="2268850996" sldId="369"/>
        </pc:sldMkLst>
      </pc:sldChg>
      <pc:sldChg chg="del">
        <pc:chgData name="Duce, Patricia" userId="63213659-433f-4003-8b64-f125efbf754c" providerId="ADAL" clId="{D6C08421-AA20-4FE8-BDFB-A70BE32769D0}" dt="2021-10-13T16:26:34.269" v="0" actId="2696"/>
        <pc:sldMkLst>
          <pc:docMk/>
          <pc:sldMk cId="1526443765" sldId="370"/>
        </pc:sldMkLst>
      </pc:sldChg>
      <pc:sldChg chg="del">
        <pc:chgData name="Duce, Patricia" userId="63213659-433f-4003-8b64-f125efbf754c" providerId="ADAL" clId="{D6C08421-AA20-4FE8-BDFB-A70BE32769D0}" dt="2021-10-13T16:26:34.269" v="0" actId="2696"/>
        <pc:sldMkLst>
          <pc:docMk/>
          <pc:sldMk cId="1644275887" sldId="372"/>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E1AC50D-6EB4-46B5-8D76-74E78BB12AB4}" type="datetimeFigureOut">
              <a:rPr lang="en-US" smtClean="0"/>
              <a:t>10/30/2024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53D110-8F99-439B-958D-E39111FF6541}" type="slidenum">
              <a:rPr lang="en-US" smtClean="0"/>
              <a:t>‹#›</a:t>
            </a:fld>
            <a:endParaRPr lang="en-US"/>
          </a:p>
        </p:txBody>
      </p:sp>
    </p:spTree>
    <p:extLst>
      <p:ext uri="{BB962C8B-B14F-4D97-AF65-F5344CB8AC3E}">
        <p14:creationId xmlns:p14="http://schemas.microsoft.com/office/powerpoint/2010/main" val="32983572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1AC50D-6EB4-46B5-8D76-74E78BB12AB4}" type="datetimeFigureOut">
              <a:rPr lang="en-US" smtClean="0"/>
              <a:t>10/30/2024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53D110-8F99-439B-958D-E39111FF6541}" type="slidenum">
              <a:rPr lang="en-US" smtClean="0"/>
              <a:t>‹#›</a:t>
            </a:fld>
            <a:endParaRPr lang="en-US"/>
          </a:p>
        </p:txBody>
      </p:sp>
    </p:spTree>
    <p:extLst>
      <p:ext uri="{BB962C8B-B14F-4D97-AF65-F5344CB8AC3E}">
        <p14:creationId xmlns:p14="http://schemas.microsoft.com/office/powerpoint/2010/main" val="1108956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1AC50D-6EB4-46B5-8D76-74E78BB12AB4}" type="datetimeFigureOut">
              <a:rPr lang="en-US" smtClean="0"/>
              <a:t>10/30/2024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53D110-8F99-439B-958D-E39111FF6541}" type="slidenum">
              <a:rPr lang="en-US" smtClean="0"/>
              <a:t>‹#›</a:t>
            </a:fld>
            <a:endParaRPr lang="en-US"/>
          </a:p>
        </p:txBody>
      </p:sp>
    </p:spTree>
    <p:extLst>
      <p:ext uri="{BB962C8B-B14F-4D97-AF65-F5344CB8AC3E}">
        <p14:creationId xmlns:p14="http://schemas.microsoft.com/office/powerpoint/2010/main" val="2600950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E1AC50D-6EB4-46B5-8D76-74E78BB12AB4}" type="datetimeFigureOut">
              <a:rPr lang="en-US" smtClean="0"/>
              <a:t>10/30/2024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53D110-8F99-439B-958D-E39111FF6541}" type="slidenum">
              <a:rPr lang="en-US" smtClean="0"/>
              <a:t>‹#›</a:t>
            </a:fld>
            <a:endParaRPr lang="en-US"/>
          </a:p>
        </p:txBody>
      </p:sp>
    </p:spTree>
    <p:extLst>
      <p:ext uri="{BB962C8B-B14F-4D97-AF65-F5344CB8AC3E}">
        <p14:creationId xmlns:p14="http://schemas.microsoft.com/office/powerpoint/2010/main" val="3412577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E1AC50D-6EB4-46B5-8D76-74E78BB12AB4}" type="datetimeFigureOut">
              <a:rPr lang="en-US" smtClean="0"/>
              <a:t>10/30/2024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53D110-8F99-439B-958D-E39111FF6541}" type="slidenum">
              <a:rPr lang="en-US" smtClean="0"/>
              <a:t>‹#›</a:t>
            </a:fld>
            <a:endParaRPr lang="en-US"/>
          </a:p>
        </p:txBody>
      </p:sp>
    </p:spTree>
    <p:extLst>
      <p:ext uri="{BB962C8B-B14F-4D97-AF65-F5344CB8AC3E}">
        <p14:creationId xmlns:p14="http://schemas.microsoft.com/office/powerpoint/2010/main" val="4162902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E1AC50D-6EB4-46B5-8D76-74E78BB12AB4}" type="datetimeFigureOut">
              <a:rPr lang="en-US" smtClean="0"/>
              <a:t>10/30/2024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53D110-8F99-439B-958D-E39111FF6541}" type="slidenum">
              <a:rPr lang="en-US" smtClean="0"/>
              <a:t>‹#›</a:t>
            </a:fld>
            <a:endParaRPr lang="en-US"/>
          </a:p>
        </p:txBody>
      </p:sp>
    </p:spTree>
    <p:extLst>
      <p:ext uri="{BB962C8B-B14F-4D97-AF65-F5344CB8AC3E}">
        <p14:creationId xmlns:p14="http://schemas.microsoft.com/office/powerpoint/2010/main" val="37530259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1AC50D-6EB4-46B5-8D76-74E78BB12AB4}" type="datetimeFigureOut">
              <a:rPr lang="en-US" smtClean="0"/>
              <a:t>10/30/2024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53D110-8F99-439B-958D-E39111FF6541}" type="slidenum">
              <a:rPr lang="en-US" smtClean="0"/>
              <a:t>‹#›</a:t>
            </a:fld>
            <a:endParaRPr lang="en-US"/>
          </a:p>
        </p:txBody>
      </p:sp>
    </p:spTree>
    <p:extLst>
      <p:ext uri="{BB962C8B-B14F-4D97-AF65-F5344CB8AC3E}">
        <p14:creationId xmlns:p14="http://schemas.microsoft.com/office/powerpoint/2010/main" val="28532902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1AC50D-6EB4-46B5-8D76-74E78BB12AB4}" type="datetimeFigureOut">
              <a:rPr lang="en-US" smtClean="0"/>
              <a:t>10/30/2024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53D110-8F99-439B-958D-E39111FF6541}" type="slidenum">
              <a:rPr lang="en-US" smtClean="0"/>
              <a:t>‹#›</a:t>
            </a:fld>
            <a:endParaRPr lang="en-US"/>
          </a:p>
        </p:txBody>
      </p:sp>
    </p:spTree>
    <p:extLst>
      <p:ext uri="{BB962C8B-B14F-4D97-AF65-F5344CB8AC3E}">
        <p14:creationId xmlns:p14="http://schemas.microsoft.com/office/powerpoint/2010/main" val="41613366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1AC50D-6EB4-46B5-8D76-74E78BB12AB4}" type="datetimeFigureOut">
              <a:rPr lang="en-US" smtClean="0"/>
              <a:t>10/30/2024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53D110-8F99-439B-958D-E39111FF6541}" type="slidenum">
              <a:rPr lang="en-US" smtClean="0"/>
              <a:t>‹#›</a:t>
            </a:fld>
            <a:endParaRPr lang="en-US"/>
          </a:p>
        </p:txBody>
      </p:sp>
    </p:spTree>
    <p:extLst>
      <p:ext uri="{BB962C8B-B14F-4D97-AF65-F5344CB8AC3E}">
        <p14:creationId xmlns:p14="http://schemas.microsoft.com/office/powerpoint/2010/main" val="617791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1AC50D-6EB4-46B5-8D76-74E78BB12AB4}" type="datetimeFigureOut">
              <a:rPr lang="en-US" smtClean="0"/>
              <a:t>10/30/2024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53D110-8F99-439B-958D-E39111FF6541}" type="slidenum">
              <a:rPr lang="en-US" smtClean="0"/>
              <a:t>‹#›</a:t>
            </a:fld>
            <a:endParaRPr lang="en-US"/>
          </a:p>
        </p:txBody>
      </p:sp>
    </p:spTree>
    <p:extLst>
      <p:ext uri="{BB962C8B-B14F-4D97-AF65-F5344CB8AC3E}">
        <p14:creationId xmlns:p14="http://schemas.microsoft.com/office/powerpoint/2010/main" val="6456100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1AC50D-6EB4-46B5-8D76-74E78BB12AB4}" type="datetimeFigureOut">
              <a:rPr lang="en-US" smtClean="0"/>
              <a:t>10/30/2024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53D110-8F99-439B-958D-E39111FF6541}" type="slidenum">
              <a:rPr lang="en-US" smtClean="0"/>
              <a:t>‹#›</a:t>
            </a:fld>
            <a:endParaRPr lang="en-US"/>
          </a:p>
        </p:txBody>
      </p:sp>
    </p:spTree>
    <p:extLst>
      <p:ext uri="{BB962C8B-B14F-4D97-AF65-F5344CB8AC3E}">
        <p14:creationId xmlns:p14="http://schemas.microsoft.com/office/powerpoint/2010/main" val="14255728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Shape 56"/>
          <p:cNvSpPr>
            <a:spLocks noGrp="1"/>
          </p:cNvSpPr>
          <p:nvPr>
            <p:ph type="title"/>
          </p:nvPr>
        </p:nvSpPr>
        <p:spPr>
          <a:prstGeom prst="rect">
            <a:avLst/>
          </a:prstGeom>
        </p:spPr>
        <p:txBody>
          <a:bodyPr/>
          <a:lstStyle/>
          <a:p>
            <a:r>
              <a:t>Title Text</a:t>
            </a:r>
          </a:p>
        </p:txBody>
      </p:sp>
      <p:sp>
        <p:nvSpPr>
          <p:cNvPr id="57" name="Shape 57"/>
          <p:cNvSpPr>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hape 58"/>
          <p:cNvSpPr>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211679220"/>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 Top">
    <p:bg>
      <p:bgPr>
        <a:solidFill>
          <a:srgbClr val="FFFFFF"/>
        </a:solidFill>
        <a:effectLst/>
      </p:bgPr>
    </p:bg>
    <p:spTree>
      <p:nvGrpSpPr>
        <p:cNvPr id="1" name=""/>
        <p:cNvGrpSpPr/>
        <p:nvPr/>
      </p:nvGrpSpPr>
      <p:grpSpPr>
        <a:xfrm>
          <a:off x="0" y="0"/>
          <a:ext cx="0" cy="0"/>
          <a:chOff x="0" y="0"/>
          <a:chExt cx="0" cy="0"/>
        </a:xfrm>
      </p:grpSpPr>
      <p:sp>
        <p:nvSpPr>
          <p:cNvPr id="142" name="Shape 142"/>
          <p:cNvSpPr>
            <a:spLocks noGrp="1"/>
          </p:cNvSpPr>
          <p:nvPr>
            <p:ph type="title"/>
          </p:nvPr>
        </p:nvSpPr>
        <p:spPr>
          <a:xfrm>
            <a:off x="892969" y="312539"/>
            <a:ext cx="10406063" cy="1518047"/>
          </a:xfrm>
          <a:prstGeom prst="rect">
            <a:avLst/>
          </a:prstGeom>
        </p:spPr>
        <p:txBody>
          <a:bodyPr/>
          <a:lstStyle>
            <a:lvl1pPr>
              <a:defRPr>
                <a:solidFill>
                  <a:srgbClr val="000000"/>
                </a:solidFill>
              </a:defRPr>
            </a:lvl1pPr>
          </a:lstStyle>
          <a:p>
            <a:r>
              <a:t>Title Text</a:t>
            </a:r>
          </a:p>
        </p:txBody>
      </p:sp>
      <p:sp>
        <p:nvSpPr>
          <p:cNvPr id="143" name="Shape 143"/>
          <p:cNvSpPr>
            <a:spLocks noGrp="1"/>
          </p:cNvSpPr>
          <p:nvPr>
            <p:ph type="sldNum" sz="quarter" idx="2"/>
          </p:nvPr>
        </p:nvSpPr>
        <p:spPr>
          <a:xfrm>
            <a:off x="5917310" y="6505277"/>
            <a:ext cx="345473" cy="267891"/>
          </a:xfrm>
          <a:prstGeom prst="rect">
            <a:avLst/>
          </a:prstGeom>
        </p:spPr>
        <p:txBody>
          <a:bodyPr/>
          <a:lstStyle>
            <a:lvl1pPr>
              <a:defRPr>
                <a:solidFill>
                  <a:srgbClr val="000000"/>
                </a:solidFill>
              </a:defRPr>
            </a:lvl1pPr>
          </a:lstStyle>
          <a:p>
            <a:fld id="{86CB4B4D-7CA3-9044-876B-883B54F8677D}" type="slidenum">
              <a:t>‹#›</a:t>
            </a:fld>
            <a:endParaRPr/>
          </a:p>
        </p:txBody>
      </p:sp>
    </p:spTree>
    <p:extLst>
      <p:ext uri="{BB962C8B-B14F-4D97-AF65-F5344CB8AC3E}">
        <p14:creationId xmlns:p14="http://schemas.microsoft.com/office/powerpoint/2010/main" val="1326399614"/>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1AC50D-6EB4-46B5-8D76-74E78BB12AB4}" type="datetimeFigureOut">
              <a:rPr lang="en-US" smtClean="0"/>
              <a:t>10/30/2024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53D110-8F99-439B-958D-E39111FF6541}" type="slidenum">
              <a:rPr lang="en-US" smtClean="0"/>
              <a:t>‹#›</a:t>
            </a:fld>
            <a:endParaRPr lang="en-US"/>
          </a:p>
        </p:txBody>
      </p:sp>
    </p:spTree>
    <p:extLst>
      <p:ext uri="{BB962C8B-B14F-4D97-AF65-F5344CB8AC3E}">
        <p14:creationId xmlns:p14="http://schemas.microsoft.com/office/powerpoint/2010/main" val="29449900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en.wikipedia.org/wiki/Financier_(cake)"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45845"/>
            <a:ext cx="10515600" cy="5166310"/>
          </a:xfrm>
        </p:spPr>
        <p:txBody>
          <a:bodyPr>
            <a:normAutofit/>
          </a:bodyPr>
          <a:lstStyle/>
          <a:p>
            <a:pPr marL="0" indent="0">
              <a:buNone/>
            </a:pPr>
            <a:endParaRPr lang="en-US" sz="2600" dirty="0"/>
          </a:p>
          <a:p>
            <a:pPr marL="0" indent="0">
              <a:buNone/>
            </a:pPr>
            <a:r>
              <a:rPr lang="en-US" sz="2600" b="1" dirty="0">
                <a:solidFill>
                  <a:srgbClr val="FF0000"/>
                </a:solidFill>
              </a:rPr>
              <a:t>Scrum</a:t>
            </a:r>
            <a:r>
              <a:rPr lang="en-US" sz="2600" dirty="0"/>
              <a:t> is an </a:t>
            </a:r>
            <a:r>
              <a:rPr lang="en-US" sz="2600" b="1" dirty="0">
                <a:solidFill>
                  <a:srgbClr val="FF0000"/>
                </a:solidFill>
              </a:rPr>
              <a:t>agile</a:t>
            </a:r>
            <a:r>
              <a:rPr lang="en-US" sz="2600" dirty="0"/>
              <a:t> approach for software development. </a:t>
            </a:r>
          </a:p>
          <a:p>
            <a:pPr marL="0" indent="0">
              <a:buNone/>
            </a:pPr>
            <a:endParaRPr lang="en-US" sz="2600" dirty="0"/>
          </a:p>
          <a:p>
            <a:pPr marL="0" indent="0">
              <a:buNone/>
            </a:pPr>
            <a:r>
              <a:rPr lang="en-US" sz="2600" dirty="0"/>
              <a:t>With an agile approach, you begin by creating a </a:t>
            </a:r>
            <a:r>
              <a:rPr lang="en-US" sz="2600" b="1" dirty="0">
                <a:solidFill>
                  <a:srgbClr val="FF0000"/>
                </a:solidFill>
              </a:rPr>
              <a:t>product backlog </a:t>
            </a:r>
            <a:r>
              <a:rPr lang="en-US" sz="2600" dirty="0"/>
              <a:t>– a prioritized list of the features and other capabilities needed to develop a successful product.  </a:t>
            </a:r>
          </a:p>
          <a:p>
            <a:pPr marL="0" indent="0">
              <a:buNone/>
            </a:pPr>
            <a:endParaRPr lang="en-US" sz="2600" dirty="0"/>
          </a:p>
          <a:p>
            <a:pPr marL="0" indent="0">
              <a:buNone/>
            </a:pPr>
            <a:r>
              <a:rPr lang="en-US" sz="2600" dirty="0"/>
              <a:t>Guided by the produce backlog, you always work on the most important or highest priority items first.  When you run out of resources (such as time), any work that didn’t get completed will be of lower priority than the completed work.</a:t>
            </a:r>
            <a:br>
              <a:rPr lang="en-US" dirty="0"/>
            </a:br>
            <a:endParaRPr lang="en-US" dirty="0"/>
          </a:p>
        </p:txBody>
      </p:sp>
      <p:sp>
        <p:nvSpPr>
          <p:cNvPr id="5" name="Footer Placeholder 4"/>
          <p:cNvSpPr>
            <a:spLocks noGrp="1"/>
          </p:cNvSpPr>
          <p:nvPr>
            <p:ph type="ftr" sz="quarter" idx="10"/>
          </p:nvPr>
        </p:nvSpPr>
        <p:spPr>
          <a:xfrm>
            <a:off x="4603711" y="6176963"/>
            <a:ext cx="3510775" cy="365125"/>
          </a:xfrm>
        </p:spPr>
        <p:txBody>
          <a:bodyPr/>
          <a:lstStyle/>
          <a:p>
            <a:r>
              <a:rPr lang="en-US" dirty="0"/>
              <a:t>Essential Scrum – Kenneth S. Rubin</a:t>
            </a:r>
          </a:p>
          <a:p>
            <a:endParaRPr lang="en-US" dirty="0"/>
          </a:p>
        </p:txBody>
      </p:sp>
    </p:spTree>
    <p:extLst>
      <p:ext uri="{BB962C8B-B14F-4D97-AF65-F5344CB8AC3E}">
        <p14:creationId xmlns:p14="http://schemas.microsoft.com/office/powerpoint/2010/main" val="2455051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a:t>
            </a:r>
          </a:p>
        </p:txBody>
      </p:sp>
      <p:sp>
        <p:nvSpPr>
          <p:cNvPr id="3" name="Content Placeholder 2"/>
          <p:cNvSpPr>
            <a:spLocks noGrp="1"/>
          </p:cNvSpPr>
          <p:nvPr>
            <p:ph idx="1"/>
          </p:nvPr>
        </p:nvSpPr>
        <p:spPr>
          <a:xfrm>
            <a:off x="838200" y="2804194"/>
            <a:ext cx="10182726" cy="1623428"/>
          </a:xfrm>
        </p:spPr>
        <p:txBody>
          <a:bodyPr>
            <a:normAutofit/>
          </a:bodyPr>
          <a:lstStyle/>
          <a:p>
            <a:pPr marL="0" indent="0">
              <a:buNone/>
            </a:pPr>
            <a:r>
              <a:rPr lang="en-US" sz="3700" dirty="0"/>
              <a:t>Work is performed in short, time boxed iterations (called </a:t>
            </a:r>
            <a:r>
              <a:rPr lang="en-US" sz="3700" b="1" dirty="0">
                <a:solidFill>
                  <a:srgbClr val="FF0000"/>
                </a:solidFill>
              </a:rPr>
              <a:t>Sprints</a:t>
            </a:r>
            <a:r>
              <a:rPr lang="en-US" sz="3700" dirty="0"/>
              <a:t>) </a:t>
            </a:r>
          </a:p>
        </p:txBody>
      </p:sp>
      <p:sp>
        <p:nvSpPr>
          <p:cNvPr id="5" name="Footer Placeholder 4"/>
          <p:cNvSpPr>
            <a:spLocks noGrp="1"/>
          </p:cNvSpPr>
          <p:nvPr>
            <p:ph type="ftr" sz="quarter" idx="10"/>
          </p:nvPr>
        </p:nvSpPr>
        <p:spPr>
          <a:xfrm>
            <a:off x="4532274" y="5994400"/>
            <a:ext cx="3510775" cy="365125"/>
          </a:xfrm>
        </p:spPr>
        <p:txBody>
          <a:bodyPr/>
          <a:lstStyle/>
          <a:p>
            <a:r>
              <a:rPr lang="en-US" dirty="0"/>
              <a:t>Essential Scrum – Kenneth S. Rubin</a:t>
            </a:r>
          </a:p>
          <a:p>
            <a:endParaRPr lang="en-US" dirty="0"/>
          </a:p>
        </p:txBody>
      </p:sp>
    </p:spTree>
    <p:extLst>
      <p:ext uri="{BB962C8B-B14F-4D97-AF65-F5344CB8AC3E}">
        <p14:creationId xmlns:p14="http://schemas.microsoft.com/office/powerpoint/2010/main" val="24548532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a:t>
            </a:r>
          </a:p>
        </p:txBody>
      </p:sp>
      <p:sp>
        <p:nvSpPr>
          <p:cNvPr id="3" name="Content Placeholder 2"/>
          <p:cNvSpPr>
            <a:spLocks noGrp="1"/>
          </p:cNvSpPr>
          <p:nvPr>
            <p:ph idx="1"/>
          </p:nvPr>
        </p:nvSpPr>
        <p:spPr/>
        <p:txBody>
          <a:bodyPr>
            <a:normAutofit/>
          </a:bodyPr>
          <a:lstStyle/>
          <a:p>
            <a:pPr marL="0" indent="0">
              <a:buNone/>
            </a:pPr>
            <a:r>
              <a:rPr lang="en-US" sz="3700" dirty="0"/>
              <a:t>During each iteration, a self-organizing, cross-functional </a:t>
            </a:r>
            <a:r>
              <a:rPr lang="en-US" sz="3700" b="1" dirty="0">
                <a:solidFill>
                  <a:srgbClr val="FF0000"/>
                </a:solidFill>
              </a:rPr>
              <a:t>team</a:t>
            </a:r>
            <a:r>
              <a:rPr lang="en-US" sz="3700" dirty="0"/>
              <a:t> does all of the work – such as designing, building and testing – required to produce completed, working features that could be put into production. </a:t>
            </a:r>
          </a:p>
          <a:p>
            <a:pPr marL="0" indent="0">
              <a:buNone/>
            </a:pPr>
            <a:endParaRPr lang="en-US" sz="3700" dirty="0"/>
          </a:p>
        </p:txBody>
      </p:sp>
      <p:sp>
        <p:nvSpPr>
          <p:cNvPr id="5" name="Footer Placeholder 4"/>
          <p:cNvSpPr>
            <a:spLocks noGrp="1"/>
          </p:cNvSpPr>
          <p:nvPr>
            <p:ph type="ftr" sz="quarter" idx="10"/>
          </p:nvPr>
        </p:nvSpPr>
        <p:spPr>
          <a:xfrm>
            <a:off x="4532274" y="5994400"/>
            <a:ext cx="3510775" cy="365125"/>
          </a:xfrm>
        </p:spPr>
        <p:txBody>
          <a:bodyPr/>
          <a:lstStyle/>
          <a:p>
            <a:r>
              <a:rPr lang="en-US" dirty="0"/>
              <a:t>Essential Scrum – Kenneth S. Rubin</a:t>
            </a:r>
          </a:p>
          <a:p>
            <a:endParaRPr lang="en-US" dirty="0"/>
          </a:p>
        </p:txBody>
      </p:sp>
    </p:spTree>
    <p:extLst>
      <p:ext uri="{BB962C8B-B14F-4D97-AF65-F5344CB8AC3E}">
        <p14:creationId xmlns:p14="http://schemas.microsoft.com/office/powerpoint/2010/main" val="42052641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a:t>
            </a:r>
          </a:p>
        </p:txBody>
      </p:sp>
      <p:sp>
        <p:nvSpPr>
          <p:cNvPr id="3" name="Content Placeholder 2"/>
          <p:cNvSpPr>
            <a:spLocks noGrp="1"/>
          </p:cNvSpPr>
          <p:nvPr>
            <p:ph idx="1"/>
          </p:nvPr>
        </p:nvSpPr>
        <p:spPr/>
        <p:txBody>
          <a:bodyPr>
            <a:normAutofit/>
          </a:bodyPr>
          <a:lstStyle/>
          <a:p>
            <a:pPr marL="0" indent="0">
              <a:buNone/>
            </a:pPr>
            <a:r>
              <a:rPr lang="en-US" sz="3700" dirty="0"/>
              <a:t>Typically the amount of work in the product backlog is much greater than can be completed by a team in one short-duration iteration. </a:t>
            </a:r>
          </a:p>
          <a:p>
            <a:pPr marL="0" indent="0">
              <a:buNone/>
            </a:pPr>
            <a:endParaRPr lang="en-US" sz="3700" dirty="0"/>
          </a:p>
          <a:p>
            <a:pPr marL="0" indent="0">
              <a:buNone/>
            </a:pPr>
            <a:r>
              <a:rPr lang="en-US" sz="3700" dirty="0"/>
              <a:t>So, at the start of each iteration the team plans which high-priority subset of the product backlog to create in the upcoming iteration. </a:t>
            </a:r>
          </a:p>
        </p:txBody>
      </p:sp>
      <p:sp>
        <p:nvSpPr>
          <p:cNvPr id="5" name="Footer Placeholder 4"/>
          <p:cNvSpPr>
            <a:spLocks noGrp="1"/>
          </p:cNvSpPr>
          <p:nvPr>
            <p:ph type="ftr" sz="quarter" idx="10"/>
          </p:nvPr>
        </p:nvSpPr>
        <p:spPr>
          <a:xfrm>
            <a:off x="4532274" y="5994400"/>
            <a:ext cx="3510775" cy="365125"/>
          </a:xfrm>
        </p:spPr>
        <p:txBody>
          <a:bodyPr/>
          <a:lstStyle/>
          <a:p>
            <a:r>
              <a:rPr lang="en-US" dirty="0"/>
              <a:t>Essential Scrum – Kenneth S. Rubin</a:t>
            </a:r>
          </a:p>
          <a:p>
            <a:endParaRPr lang="en-US" dirty="0"/>
          </a:p>
        </p:txBody>
      </p:sp>
    </p:spTree>
    <p:extLst>
      <p:ext uri="{BB962C8B-B14F-4D97-AF65-F5344CB8AC3E}">
        <p14:creationId xmlns:p14="http://schemas.microsoft.com/office/powerpoint/2010/main" val="2476849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a:t>
            </a:r>
          </a:p>
        </p:txBody>
      </p:sp>
      <p:sp>
        <p:nvSpPr>
          <p:cNvPr id="3" name="Content Placeholder 2"/>
          <p:cNvSpPr>
            <a:spLocks noGrp="1"/>
          </p:cNvSpPr>
          <p:nvPr>
            <p:ph idx="1"/>
          </p:nvPr>
        </p:nvSpPr>
        <p:spPr/>
        <p:txBody>
          <a:bodyPr>
            <a:normAutofit/>
          </a:bodyPr>
          <a:lstStyle/>
          <a:p>
            <a:pPr marL="0" indent="0">
              <a:buNone/>
            </a:pPr>
            <a:r>
              <a:rPr lang="en-US" sz="3700" dirty="0"/>
              <a:t>At the end of the iteration, the team reviews the completed features with the </a:t>
            </a:r>
            <a:r>
              <a:rPr lang="en-US" sz="3700" b="1" dirty="0">
                <a:solidFill>
                  <a:srgbClr val="FF0000"/>
                </a:solidFill>
              </a:rPr>
              <a:t>stakeholders</a:t>
            </a:r>
            <a:r>
              <a:rPr lang="en-US" sz="3700" dirty="0"/>
              <a:t> to get their feedback.  </a:t>
            </a:r>
          </a:p>
          <a:p>
            <a:pPr marL="0" indent="0">
              <a:buNone/>
            </a:pPr>
            <a:endParaRPr lang="en-US" sz="3700" dirty="0"/>
          </a:p>
        </p:txBody>
      </p:sp>
      <p:sp>
        <p:nvSpPr>
          <p:cNvPr id="5" name="Footer Placeholder 4"/>
          <p:cNvSpPr>
            <a:spLocks noGrp="1"/>
          </p:cNvSpPr>
          <p:nvPr>
            <p:ph type="ftr" sz="quarter" idx="10"/>
          </p:nvPr>
        </p:nvSpPr>
        <p:spPr>
          <a:xfrm>
            <a:off x="4532274" y="5994400"/>
            <a:ext cx="3510775" cy="365125"/>
          </a:xfrm>
        </p:spPr>
        <p:txBody>
          <a:bodyPr/>
          <a:lstStyle/>
          <a:p>
            <a:r>
              <a:rPr lang="en-US" dirty="0"/>
              <a:t>Essential Scrum – Kenneth S. Rubin</a:t>
            </a:r>
          </a:p>
          <a:p>
            <a:endParaRPr lang="en-US" dirty="0"/>
          </a:p>
        </p:txBody>
      </p:sp>
    </p:spTree>
    <p:extLst>
      <p:ext uri="{BB962C8B-B14F-4D97-AF65-F5344CB8AC3E}">
        <p14:creationId xmlns:p14="http://schemas.microsoft.com/office/powerpoint/2010/main" val="16674388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CAB74B-57A4-43A0-9D09-4DE1C670DEE9}"/>
              </a:ext>
            </a:extLst>
          </p:cNvPr>
          <p:cNvSpPr>
            <a:spLocks noGrp="1"/>
          </p:cNvSpPr>
          <p:nvPr>
            <p:ph idx="1"/>
          </p:nvPr>
        </p:nvSpPr>
        <p:spPr>
          <a:xfrm>
            <a:off x="838200" y="317634"/>
            <a:ext cx="10515600" cy="5859329"/>
          </a:xfrm>
        </p:spPr>
        <p:txBody>
          <a:bodyPr>
            <a:normAutofit fontScale="62500" lnSpcReduction="20000"/>
          </a:bodyPr>
          <a:lstStyle/>
          <a:p>
            <a:pPr marL="0" indent="0">
              <a:buNone/>
            </a:pPr>
            <a:r>
              <a:rPr lang="en-US" dirty="0"/>
              <a:t>A </a:t>
            </a:r>
            <a:r>
              <a:rPr lang="en-US" b="1" dirty="0">
                <a:solidFill>
                  <a:srgbClr val="FF0000"/>
                </a:solidFill>
              </a:rPr>
              <a:t>stakeholder</a:t>
            </a:r>
            <a:r>
              <a:rPr lang="en-US" dirty="0"/>
              <a:t> is anyone with an interest or investment in your project. </a:t>
            </a:r>
          </a:p>
          <a:p>
            <a:pPr marL="0" indent="0">
              <a:buNone/>
            </a:pPr>
            <a:endParaRPr lang="en-US" dirty="0"/>
          </a:p>
          <a:p>
            <a:pPr marL="0" indent="0">
              <a:buNone/>
            </a:pPr>
            <a:r>
              <a:rPr lang="en-US" b="0" i="0" dirty="0">
                <a:effectLst/>
                <a:latin typeface="FaktSoft"/>
              </a:rPr>
              <a:t>The stakeholders in each particular project will vary depending on the type of project and industry.  </a:t>
            </a:r>
            <a:r>
              <a:rPr lang="en-US" dirty="0"/>
              <a:t>Examples:</a:t>
            </a:r>
          </a:p>
          <a:p>
            <a:pPr algn="l">
              <a:buFont typeface="Arial" panose="020B0604020202020204" pitchFamily="34" charset="0"/>
              <a:buChar char="•"/>
            </a:pPr>
            <a:r>
              <a:rPr lang="en-US" b="0" i="0" dirty="0">
                <a:effectLst/>
                <a:latin typeface="FaktSoft"/>
              </a:rPr>
              <a:t>Project manager</a:t>
            </a:r>
          </a:p>
          <a:p>
            <a:pPr algn="l">
              <a:buFont typeface="Arial" panose="020B0604020202020204" pitchFamily="34" charset="0"/>
              <a:buChar char="•"/>
            </a:pPr>
            <a:r>
              <a:rPr lang="en-US" b="0" i="0" dirty="0">
                <a:effectLst/>
                <a:latin typeface="FaktSoft"/>
              </a:rPr>
              <a:t>Team members</a:t>
            </a:r>
          </a:p>
          <a:p>
            <a:pPr algn="l">
              <a:buFont typeface="Arial" panose="020B0604020202020204" pitchFamily="34" charset="0"/>
              <a:buChar char="•"/>
            </a:pPr>
            <a:r>
              <a:rPr lang="en-US" b="0" i="0" dirty="0">
                <a:effectLst/>
                <a:latin typeface="FaktSoft"/>
              </a:rPr>
              <a:t>Managers</a:t>
            </a:r>
          </a:p>
          <a:p>
            <a:pPr algn="l">
              <a:buFont typeface="Arial" panose="020B0604020202020204" pitchFamily="34" charset="0"/>
              <a:buChar char="•"/>
            </a:pPr>
            <a:r>
              <a:rPr lang="en-US" b="0" i="0" dirty="0">
                <a:effectLst/>
                <a:latin typeface="FaktSoft"/>
              </a:rPr>
              <a:t>Resource managers</a:t>
            </a:r>
          </a:p>
          <a:p>
            <a:pPr algn="l">
              <a:buFont typeface="Arial" panose="020B0604020202020204" pitchFamily="34" charset="0"/>
              <a:buChar char="•"/>
            </a:pPr>
            <a:r>
              <a:rPr lang="en-US" b="0" i="0" dirty="0">
                <a:effectLst/>
                <a:latin typeface="FaktSoft"/>
              </a:rPr>
              <a:t>Executives</a:t>
            </a:r>
          </a:p>
          <a:p>
            <a:pPr algn="l">
              <a:buFont typeface="Arial" panose="020B0604020202020204" pitchFamily="34" charset="0"/>
              <a:buChar char="•"/>
            </a:pPr>
            <a:r>
              <a:rPr lang="en-US" b="0" i="0" dirty="0">
                <a:effectLst/>
                <a:latin typeface="FaktSoft"/>
              </a:rPr>
              <a:t>Senior management</a:t>
            </a:r>
          </a:p>
          <a:p>
            <a:pPr algn="l">
              <a:buFont typeface="Arial" panose="020B0604020202020204" pitchFamily="34" charset="0"/>
              <a:buChar char="•"/>
            </a:pPr>
            <a:r>
              <a:rPr lang="en-US" b="0" i="0" dirty="0">
                <a:effectLst/>
                <a:latin typeface="FaktSoft"/>
              </a:rPr>
              <a:t>Company owners</a:t>
            </a:r>
          </a:p>
          <a:p>
            <a:pPr algn="l">
              <a:buFont typeface="Arial" panose="020B0604020202020204" pitchFamily="34" charset="0"/>
              <a:buChar char="•"/>
            </a:pPr>
            <a:r>
              <a:rPr lang="en-US" b="0" i="0" dirty="0">
                <a:effectLst/>
                <a:latin typeface="FaktSoft"/>
              </a:rPr>
              <a:t>Investors</a:t>
            </a:r>
          </a:p>
          <a:p>
            <a:pPr algn="l">
              <a:buFont typeface="Arial" panose="020B0604020202020204" pitchFamily="34" charset="0"/>
              <a:buChar char="•"/>
            </a:pPr>
            <a:r>
              <a:rPr lang="en-US" b="0" i="0" dirty="0">
                <a:effectLst/>
                <a:latin typeface="FaktSoft"/>
              </a:rPr>
              <a:t>Sponsors</a:t>
            </a:r>
          </a:p>
          <a:p>
            <a:pPr algn="l">
              <a:buFont typeface="Arial" panose="020B0604020202020204" pitchFamily="34" charset="0"/>
              <a:buChar char="•"/>
            </a:pPr>
            <a:r>
              <a:rPr lang="en-US" b="0" i="0" dirty="0">
                <a:effectLst/>
                <a:latin typeface="FaktSoft"/>
              </a:rPr>
              <a:t>Financiers (the people, not the </a:t>
            </a:r>
            <a:r>
              <a:rPr lang="en-US" b="0" i="0" u="none" strike="noStrike" dirty="0">
                <a:effectLst/>
                <a:latin typeface="FaktSoft"/>
                <a:hlinkClick r:id="rId2">
                  <a:extLst>
                    <a:ext uri="{A12FA001-AC4F-418D-AE19-62706E023703}">
                      <ahyp:hlinkClr xmlns:ahyp="http://schemas.microsoft.com/office/drawing/2018/hyperlinkcolor" val="tx"/>
                    </a:ext>
                  </a:extLst>
                </a:hlinkClick>
              </a:rPr>
              <a:t>cakes</a:t>
            </a:r>
            <a:r>
              <a:rPr lang="en-US" b="0" i="0" dirty="0">
                <a:effectLst/>
                <a:latin typeface="FaktSoft"/>
              </a:rPr>
              <a:t>)</a:t>
            </a:r>
          </a:p>
          <a:p>
            <a:pPr algn="l">
              <a:buFont typeface="Arial" panose="020B0604020202020204" pitchFamily="34" charset="0"/>
              <a:buChar char="•"/>
            </a:pPr>
            <a:r>
              <a:rPr lang="en-US" b="0" i="0" dirty="0">
                <a:effectLst/>
                <a:latin typeface="FaktSoft"/>
              </a:rPr>
              <a:t>Suppliers</a:t>
            </a:r>
          </a:p>
          <a:p>
            <a:pPr algn="l">
              <a:buFont typeface="Arial" panose="020B0604020202020204" pitchFamily="34" charset="0"/>
              <a:buChar char="•"/>
            </a:pPr>
            <a:r>
              <a:rPr lang="en-US" b="0" i="0" dirty="0">
                <a:effectLst/>
                <a:latin typeface="FaktSoft"/>
              </a:rPr>
              <a:t>Vendors</a:t>
            </a:r>
          </a:p>
          <a:p>
            <a:pPr algn="l">
              <a:buFont typeface="Arial" panose="020B0604020202020204" pitchFamily="34" charset="0"/>
              <a:buChar char="•"/>
            </a:pPr>
            <a:r>
              <a:rPr lang="en-US" b="0" i="0" dirty="0">
                <a:effectLst/>
                <a:latin typeface="FaktSoft"/>
              </a:rPr>
              <a:t>Consultants</a:t>
            </a:r>
          </a:p>
          <a:p>
            <a:pPr algn="l">
              <a:buFont typeface="Arial" panose="020B0604020202020204" pitchFamily="34" charset="0"/>
              <a:buChar char="•"/>
            </a:pPr>
            <a:r>
              <a:rPr lang="en-US" b="0" i="0" dirty="0">
                <a:effectLst/>
                <a:latin typeface="FaktSoft"/>
              </a:rPr>
              <a:t>Customers</a:t>
            </a:r>
          </a:p>
          <a:p>
            <a:pPr algn="l">
              <a:buFont typeface="Arial" panose="020B0604020202020204" pitchFamily="34" charset="0"/>
              <a:buChar char="•"/>
            </a:pPr>
            <a:r>
              <a:rPr lang="en-US" b="0" i="0" dirty="0">
                <a:effectLst/>
                <a:latin typeface="FaktSoft"/>
              </a:rPr>
              <a:t>End users</a:t>
            </a:r>
          </a:p>
          <a:p>
            <a:pPr marL="0" indent="0">
              <a:buNone/>
            </a:pPr>
            <a:endParaRPr lang="en-US" dirty="0"/>
          </a:p>
        </p:txBody>
      </p:sp>
    </p:spTree>
    <p:extLst>
      <p:ext uri="{BB962C8B-B14F-4D97-AF65-F5344CB8AC3E}">
        <p14:creationId xmlns:p14="http://schemas.microsoft.com/office/powerpoint/2010/main" val="1791998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a:t>
            </a:r>
          </a:p>
        </p:txBody>
      </p:sp>
      <p:sp>
        <p:nvSpPr>
          <p:cNvPr id="3" name="Content Placeholder 2"/>
          <p:cNvSpPr>
            <a:spLocks noGrp="1"/>
          </p:cNvSpPr>
          <p:nvPr>
            <p:ph idx="1"/>
          </p:nvPr>
        </p:nvSpPr>
        <p:spPr/>
        <p:txBody>
          <a:bodyPr>
            <a:normAutofit/>
          </a:bodyPr>
          <a:lstStyle/>
          <a:p>
            <a:pPr marL="0" indent="0">
              <a:buNone/>
            </a:pPr>
            <a:endParaRPr lang="en-US" sz="3700" dirty="0"/>
          </a:p>
          <a:p>
            <a:pPr marL="0" indent="0">
              <a:buNone/>
            </a:pPr>
            <a:r>
              <a:rPr lang="en-US" sz="3700" dirty="0"/>
              <a:t>Based on the feedback, the </a:t>
            </a:r>
            <a:r>
              <a:rPr lang="en-US" sz="3700" b="1" dirty="0">
                <a:solidFill>
                  <a:srgbClr val="FF0000"/>
                </a:solidFill>
              </a:rPr>
              <a:t>product owner </a:t>
            </a:r>
            <a:r>
              <a:rPr lang="en-US" sz="3700" dirty="0"/>
              <a:t>and team can alter both what they plan to work on next and how the team plans to do the work. </a:t>
            </a:r>
          </a:p>
        </p:txBody>
      </p:sp>
      <p:sp>
        <p:nvSpPr>
          <p:cNvPr id="5" name="Footer Placeholder 4"/>
          <p:cNvSpPr>
            <a:spLocks noGrp="1"/>
          </p:cNvSpPr>
          <p:nvPr>
            <p:ph type="ftr" sz="quarter" idx="10"/>
          </p:nvPr>
        </p:nvSpPr>
        <p:spPr>
          <a:xfrm>
            <a:off x="4532274" y="5994400"/>
            <a:ext cx="3510775" cy="365125"/>
          </a:xfrm>
        </p:spPr>
        <p:txBody>
          <a:bodyPr/>
          <a:lstStyle/>
          <a:p>
            <a:r>
              <a:rPr lang="en-US" dirty="0"/>
              <a:t>Essential Scrum – Kenneth S. Rubin</a:t>
            </a:r>
          </a:p>
          <a:p>
            <a:endParaRPr lang="en-US" dirty="0"/>
          </a:p>
        </p:txBody>
      </p:sp>
    </p:spTree>
    <p:extLst>
      <p:ext uri="{BB962C8B-B14F-4D97-AF65-F5344CB8AC3E}">
        <p14:creationId xmlns:p14="http://schemas.microsoft.com/office/powerpoint/2010/main" val="3259528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a:t>
            </a:r>
          </a:p>
        </p:txBody>
      </p:sp>
      <p:sp>
        <p:nvSpPr>
          <p:cNvPr id="3" name="Content Placeholder 2"/>
          <p:cNvSpPr>
            <a:spLocks noGrp="1"/>
          </p:cNvSpPr>
          <p:nvPr>
            <p:ph idx="1"/>
          </p:nvPr>
        </p:nvSpPr>
        <p:spPr/>
        <p:txBody>
          <a:bodyPr>
            <a:normAutofit/>
          </a:bodyPr>
          <a:lstStyle/>
          <a:p>
            <a:pPr marL="0" indent="0">
              <a:buNone/>
            </a:pPr>
            <a:r>
              <a:rPr lang="en-US" sz="3700" dirty="0"/>
              <a:t>At the end of each iteration, the team should have a potentially shippable product. </a:t>
            </a:r>
          </a:p>
        </p:txBody>
      </p:sp>
      <p:sp>
        <p:nvSpPr>
          <p:cNvPr id="5" name="Footer Placeholder 4"/>
          <p:cNvSpPr>
            <a:spLocks noGrp="1"/>
          </p:cNvSpPr>
          <p:nvPr>
            <p:ph type="ftr" sz="quarter" idx="10"/>
          </p:nvPr>
        </p:nvSpPr>
        <p:spPr>
          <a:xfrm>
            <a:off x="4532274" y="5994400"/>
            <a:ext cx="3510775" cy="365125"/>
          </a:xfrm>
        </p:spPr>
        <p:txBody>
          <a:bodyPr/>
          <a:lstStyle/>
          <a:p>
            <a:r>
              <a:rPr lang="en-US" dirty="0"/>
              <a:t>Essential Scrum – Kenneth S. Rubin</a:t>
            </a:r>
          </a:p>
          <a:p>
            <a:endParaRPr lang="en-US" dirty="0"/>
          </a:p>
        </p:txBody>
      </p:sp>
    </p:spTree>
    <p:extLst>
      <p:ext uri="{BB962C8B-B14F-4D97-AF65-F5344CB8AC3E}">
        <p14:creationId xmlns:p14="http://schemas.microsoft.com/office/powerpoint/2010/main" val="699782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 Framework</a:t>
            </a:r>
          </a:p>
        </p:txBody>
      </p:sp>
      <p:sp>
        <p:nvSpPr>
          <p:cNvPr id="3" name="Content Placeholder 2"/>
          <p:cNvSpPr>
            <a:spLocks noGrp="1"/>
          </p:cNvSpPr>
          <p:nvPr>
            <p:ph idx="1"/>
          </p:nvPr>
        </p:nvSpPr>
        <p:spPr>
          <a:xfrm>
            <a:off x="695325" y="1825625"/>
            <a:ext cx="10515600" cy="4351338"/>
          </a:xfrm>
        </p:spPr>
        <p:txBody>
          <a:bodyPr>
            <a:normAutofit/>
          </a:bodyPr>
          <a:lstStyle/>
          <a:p>
            <a:pPr marL="0" indent="0">
              <a:buNone/>
            </a:pPr>
            <a:r>
              <a:rPr lang="en-US" sz="3700" dirty="0"/>
              <a:t>Scrum is not a standardized process where you methodically follow a series of sequential steps that are guaranteed to produce, on time and on budget, a high-quality product that delights customers. </a:t>
            </a:r>
          </a:p>
          <a:p>
            <a:pPr marL="0" indent="0">
              <a:buNone/>
            </a:pPr>
            <a:endParaRPr lang="en-US" sz="3700" dirty="0"/>
          </a:p>
          <a:p>
            <a:pPr marL="0" indent="0">
              <a:buNone/>
            </a:pPr>
            <a:r>
              <a:rPr lang="en-US" sz="3700" dirty="0">
                <a:solidFill>
                  <a:srgbClr val="FF0000"/>
                </a:solidFill>
              </a:rPr>
              <a:t>Scrum is a framework for organizing and managing work. </a:t>
            </a:r>
          </a:p>
        </p:txBody>
      </p:sp>
      <p:sp>
        <p:nvSpPr>
          <p:cNvPr id="5" name="Footer Placeholder 4"/>
          <p:cNvSpPr>
            <a:spLocks noGrp="1"/>
          </p:cNvSpPr>
          <p:nvPr>
            <p:ph type="ftr" sz="quarter" idx="10"/>
          </p:nvPr>
        </p:nvSpPr>
        <p:spPr>
          <a:xfrm>
            <a:off x="4513224" y="6176963"/>
            <a:ext cx="3510775" cy="365125"/>
          </a:xfrm>
        </p:spPr>
        <p:txBody>
          <a:bodyPr/>
          <a:lstStyle/>
          <a:p>
            <a:r>
              <a:rPr lang="en-US" dirty="0"/>
              <a:t>Essential Scrum – Kenneth S. Rubin</a:t>
            </a:r>
          </a:p>
          <a:p>
            <a:endParaRPr lang="en-US" dirty="0"/>
          </a:p>
        </p:txBody>
      </p:sp>
    </p:spTree>
    <p:extLst>
      <p:ext uri="{BB962C8B-B14F-4D97-AF65-F5344CB8AC3E}">
        <p14:creationId xmlns:p14="http://schemas.microsoft.com/office/powerpoint/2010/main" val="12677833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 Framework</a:t>
            </a:r>
          </a:p>
        </p:txBody>
      </p:sp>
      <p:sp>
        <p:nvSpPr>
          <p:cNvPr id="3" name="Content Placeholder 2"/>
          <p:cNvSpPr>
            <a:spLocks noGrp="1"/>
          </p:cNvSpPr>
          <p:nvPr>
            <p:ph idx="1"/>
          </p:nvPr>
        </p:nvSpPr>
        <p:spPr>
          <a:xfrm>
            <a:off x="695325" y="1825625"/>
            <a:ext cx="10515600" cy="4351338"/>
          </a:xfrm>
        </p:spPr>
        <p:txBody>
          <a:bodyPr>
            <a:normAutofit/>
          </a:bodyPr>
          <a:lstStyle/>
          <a:p>
            <a:pPr marL="0" indent="0">
              <a:buNone/>
            </a:pPr>
            <a:r>
              <a:rPr lang="en-US" sz="3700" dirty="0"/>
              <a:t>The scrum framework is a set of values, principles, and practices.  </a:t>
            </a:r>
          </a:p>
          <a:p>
            <a:pPr marL="0" indent="0">
              <a:buNone/>
            </a:pPr>
            <a:endParaRPr lang="en-US" sz="3700" dirty="0"/>
          </a:p>
          <a:p>
            <a:pPr marL="0" indent="0">
              <a:buNone/>
            </a:pPr>
            <a:r>
              <a:rPr lang="en-US" sz="3700" dirty="0"/>
              <a:t>The result will be a version of scrum that is uniquely yours. </a:t>
            </a:r>
          </a:p>
        </p:txBody>
      </p:sp>
      <p:sp>
        <p:nvSpPr>
          <p:cNvPr id="5" name="Footer Placeholder 4"/>
          <p:cNvSpPr>
            <a:spLocks noGrp="1"/>
          </p:cNvSpPr>
          <p:nvPr>
            <p:ph type="ftr" sz="quarter" idx="10"/>
          </p:nvPr>
        </p:nvSpPr>
        <p:spPr>
          <a:xfrm>
            <a:off x="4513224" y="6176963"/>
            <a:ext cx="3510775" cy="365125"/>
          </a:xfrm>
        </p:spPr>
        <p:txBody>
          <a:bodyPr/>
          <a:lstStyle/>
          <a:p>
            <a:r>
              <a:rPr lang="en-US" dirty="0"/>
              <a:t>Essential Scrum – Kenneth S. Rubin</a:t>
            </a:r>
          </a:p>
          <a:p>
            <a:endParaRPr lang="en-US" dirty="0"/>
          </a:p>
        </p:txBody>
      </p:sp>
    </p:spTree>
    <p:extLst>
      <p:ext uri="{BB962C8B-B14F-4D97-AF65-F5344CB8AC3E}">
        <p14:creationId xmlns:p14="http://schemas.microsoft.com/office/powerpoint/2010/main" val="28493546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1531" y="7961"/>
            <a:ext cx="10515600" cy="1325563"/>
          </a:xfrm>
        </p:spPr>
        <p:txBody>
          <a:bodyPr/>
          <a:lstStyle/>
          <a:p>
            <a:r>
              <a:rPr lang="en-US" dirty="0"/>
              <a:t>3 Scrum Roles </a:t>
            </a:r>
          </a:p>
        </p:txBody>
      </p:sp>
      <p:sp>
        <p:nvSpPr>
          <p:cNvPr id="4" name="Footer Placeholder 4"/>
          <p:cNvSpPr>
            <a:spLocks noGrp="1"/>
          </p:cNvSpPr>
          <p:nvPr>
            <p:ph type="ftr" sz="quarter" idx="10"/>
          </p:nvPr>
        </p:nvSpPr>
        <p:spPr>
          <a:xfrm>
            <a:off x="4846599" y="6111875"/>
            <a:ext cx="3510775" cy="365125"/>
          </a:xfrm>
        </p:spPr>
        <p:txBody>
          <a:bodyPr/>
          <a:lstStyle/>
          <a:p>
            <a:r>
              <a:rPr lang="en-US" dirty="0"/>
              <a:t>Essential Scrum – Kenneth S. Rubin</a:t>
            </a:r>
          </a:p>
          <a:p>
            <a:endParaRPr lang="en-US" dirty="0"/>
          </a:p>
        </p:txBody>
      </p:sp>
      <p:pic>
        <p:nvPicPr>
          <p:cNvPr id="5" name="2_2.jpg"/>
          <p:cNvPicPr>
            <a:picLocks noGrp="1" noChangeAspect="1"/>
          </p:cNvPicPr>
          <p:nvPr>
            <p:ph idx="1"/>
          </p:nvPr>
        </p:nvPicPr>
        <p:blipFill>
          <a:blip r:embed="rId2"/>
          <a:stretch>
            <a:fillRect/>
          </a:stretch>
        </p:blipFill>
        <p:spPr>
          <a:xfrm>
            <a:off x="3300413" y="1343299"/>
            <a:ext cx="5557837" cy="4472508"/>
          </a:xfrm>
          <a:prstGeom prst="rect">
            <a:avLst/>
          </a:prstGeom>
          <a:ln w="12700">
            <a:miter lim="400000"/>
          </a:ln>
        </p:spPr>
      </p:pic>
      <p:sp>
        <p:nvSpPr>
          <p:cNvPr id="6" name="TextBox 5"/>
          <p:cNvSpPr txBox="1"/>
          <p:nvPr/>
        </p:nvSpPr>
        <p:spPr>
          <a:xfrm>
            <a:off x="962527" y="2656223"/>
            <a:ext cx="2181726" cy="923330"/>
          </a:xfrm>
          <a:prstGeom prst="rect">
            <a:avLst/>
          </a:prstGeom>
          <a:noFill/>
        </p:spPr>
        <p:txBody>
          <a:bodyPr wrap="square" rtlCol="0">
            <a:spAutoFit/>
          </a:bodyPr>
          <a:lstStyle/>
          <a:p>
            <a:r>
              <a:rPr lang="en-US" dirty="0"/>
              <a:t>Responsible for what will be developed and in what order. </a:t>
            </a:r>
          </a:p>
        </p:txBody>
      </p:sp>
      <p:sp>
        <p:nvSpPr>
          <p:cNvPr id="7" name="TextBox 6"/>
          <p:cNvSpPr txBox="1"/>
          <p:nvPr/>
        </p:nvSpPr>
        <p:spPr>
          <a:xfrm>
            <a:off x="8858250" y="1333524"/>
            <a:ext cx="2181726" cy="1477328"/>
          </a:xfrm>
          <a:prstGeom prst="rect">
            <a:avLst/>
          </a:prstGeom>
          <a:noFill/>
        </p:spPr>
        <p:txBody>
          <a:bodyPr wrap="square" rtlCol="0">
            <a:spAutoFit/>
          </a:bodyPr>
          <a:lstStyle/>
          <a:p>
            <a:r>
              <a:rPr lang="en-US" dirty="0"/>
              <a:t>Responsible for guiding the team in creating and following its own process</a:t>
            </a:r>
          </a:p>
        </p:txBody>
      </p:sp>
      <p:sp>
        <p:nvSpPr>
          <p:cNvPr id="8" name="TextBox 7"/>
          <p:cNvSpPr txBox="1"/>
          <p:nvPr/>
        </p:nvSpPr>
        <p:spPr>
          <a:xfrm>
            <a:off x="7106151" y="4634547"/>
            <a:ext cx="2181726" cy="1477328"/>
          </a:xfrm>
          <a:prstGeom prst="rect">
            <a:avLst/>
          </a:prstGeom>
          <a:noFill/>
        </p:spPr>
        <p:txBody>
          <a:bodyPr wrap="square" rtlCol="0">
            <a:spAutoFit/>
          </a:bodyPr>
          <a:lstStyle/>
          <a:p>
            <a:r>
              <a:rPr lang="en-US" dirty="0"/>
              <a:t>Responsible for determining how to deliver what the product owner has asked for</a:t>
            </a:r>
          </a:p>
        </p:txBody>
      </p:sp>
    </p:spTree>
    <p:extLst>
      <p:ext uri="{BB962C8B-B14F-4D97-AF65-F5344CB8AC3E}">
        <p14:creationId xmlns:p14="http://schemas.microsoft.com/office/powerpoint/2010/main" val="18455303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Product Owner</a:t>
            </a:r>
          </a:p>
        </p:txBody>
      </p:sp>
      <p:sp>
        <p:nvSpPr>
          <p:cNvPr id="3" name="Content Placeholder 2"/>
          <p:cNvSpPr>
            <a:spLocks noGrp="1"/>
          </p:cNvSpPr>
          <p:nvPr>
            <p:ph idx="1"/>
          </p:nvPr>
        </p:nvSpPr>
        <p:spPr>
          <a:xfrm>
            <a:off x="695325" y="1825625"/>
            <a:ext cx="10515600" cy="4351338"/>
          </a:xfrm>
        </p:spPr>
        <p:txBody>
          <a:bodyPr>
            <a:normAutofit fontScale="92500"/>
          </a:bodyPr>
          <a:lstStyle/>
          <a:p>
            <a:pPr marL="0" indent="0">
              <a:buNone/>
            </a:pPr>
            <a:r>
              <a:rPr lang="en-US" sz="3700" dirty="0"/>
              <a:t>The product owner is the empowered central point of product leadership.  She is the single authority responsible for deciding which features and functionality to build and the order which to build them.  </a:t>
            </a:r>
          </a:p>
          <a:p>
            <a:pPr marL="0" indent="0">
              <a:buNone/>
            </a:pPr>
            <a:endParaRPr lang="en-US" sz="3700" dirty="0"/>
          </a:p>
          <a:p>
            <a:pPr marL="0" indent="0">
              <a:buNone/>
            </a:pPr>
            <a:r>
              <a:rPr lang="en-US" sz="3700" dirty="0"/>
              <a:t>The product owner maintains and communicates to all other participants a clear vision of what the Scrum team is trying to achieve. </a:t>
            </a:r>
          </a:p>
        </p:txBody>
      </p:sp>
      <p:sp>
        <p:nvSpPr>
          <p:cNvPr id="5" name="Footer Placeholder 4"/>
          <p:cNvSpPr>
            <a:spLocks noGrp="1"/>
          </p:cNvSpPr>
          <p:nvPr>
            <p:ph type="ftr" sz="quarter" idx="10"/>
          </p:nvPr>
        </p:nvSpPr>
        <p:spPr>
          <a:xfrm>
            <a:off x="4513224" y="6176963"/>
            <a:ext cx="3510775" cy="365125"/>
          </a:xfrm>
        </p:spPr>
        <p:txBody>
          <a:bodyPr/>
          <a:lstStyle/>
          <a:p>
            <a:r>
              <a:rPr lang="en-US" dirty="0"/>
              <a:t>Essential Scrum – Kenneth S. Rubin</a:t>
            </a:r>
          </a:p>
          <a:p>
            <a:endParaRPr lang="en-US" dirty="0"/>
          </a:p>
        </p:txBody>
      </p:sp>
    </p:spTree>
    <p:extLst>
      <p:ext uri="{BB962C8B-B14F-4D97-AF65-F5344CB8AC3E}">
        <p14:creationId xmlns:p14="http://schemas.microsoft.com/office/powerpoint/2010/main" val="2154882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Product Owner</a:t>
            </a:r>
          </a:p>
        </p:txBody>
      </p:sp>
      <p:sp>
        <p:nvSpPr>
          <p:cNvPr id="3" name="Content Placeholder 2"/>
          <p:cNvSpPr>
            <a:spLocks noGrp="1"/>
          </p:cNvSpPr>
          <p:nvPr>
            <p:ph idx="1"/>
          </p:nvPr>
        </p:nvSpPr>
        <p:spPr>
          <a:xfrm>
            <a:off x="695325" y="1825625"/>
            <a:ext cx="10515600" cy="4351338"/>
          </a:xfrm>
        </p:spPr>
        <p:txBody>
          <a:bodyPr>
            <a:normAutofit lnSpcReduction="10000"/>
          </a:bodyPr>
          <a:lstStyle/>
          <a:p>
            <a:pPr marL="0" indent="0">
              <a:buNone/>
            </a:pPr>
            <a:r>
              <a:rPr lang="en-US" sz="3700" dirty="0"/>
              <a:t>The product owner is responsible for the overall success of the solution being developed or maintained. </a:t>
            </a:r>
          </a:p>
          <a:p>
            <a:pPr marL="0" indent="0">
              <a:buNone/>
            </a:pPr>
            <a:endParaRPr lang="en-US" sz="3700" dirty="0"/>
          </a:p>
          <a:p>
            <a:pPr marL="0" indent="0">
              <a:buNone/>
            </a:pPr>
            <a:r>
              <a:rPr lang="en-US" sz="3700" dirty="0"/>
              <a:t>The product owner actively collaborates with the </a:t>
            </a:r>
            <a:r>
              <a:rPr lang="en-US" sz="3700" dirty="0" err="1"/>
              <a:t>SrumMaster</a:t>
            </a:r>
            <a:r>
              <a:rPr lang="en-US" sz="3700" dirty="0"/>
              <a:t> and development team and must be available to answer questions as soon as they are posed. </a:t>
            </a:r>
          </a:p>
        </p:txBody>
      </p:sp>
      <p:sp>
        <p:nvSpPr>
          <p:cNvPr id="5" name="Footer Placeholder 4"/>
          <p:cNvSpPr>
            <a:spLocks noGrp="1"/>
          </p:cNvSpPr>
          <p:nvPr>
            <p:ph type="ftr" sz="quarter" idx="10"/>
          </p:nvPr>
        </p:nvSpPr>
        <p:spPr>
          <a:xfrm>
            <a:off x="4513224" y="6176963"/>
            <a:ext cx="3510775" cy="365125"/>
          </a:xfrm>
        </p:spPr>
        <p:txBody>
          <a:bodyPr/>
          <a:lstStyle/>
          <a:p>
            <a:r>
              <a:rPr lang="en-US" dirty="0"/>
              <a:t>Essential Scrum – Kenneth S. Rubin</a:t>
            </a:r>
          </a:p>
          <a:p>
            <a:endParaRPr lang="en-US" dirty="0"/>
          </a:p>
        </p:txBody>
      </p:sp>
    </p:spTree>
    <p:extLst>
      <p:ext uri="{BB962C8B-B14F-4D97-AF65-F5344CB8AC3E}">
        <p14:creationId xmlns:p14="http://schemas.microsoft.com/office/powerpoint/2010/main" val="20504147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5783F5-9340-4AF7-9916-D2C1D016850F}"/>
              </a:ext>
            </a:extLst>
          </p:cNvPr>
          <p:cNvSpPr>
            <a:spLocks noGrp="1"/>
          </p:cNvSpPr>
          <p:nvPr>
            <p:ph idx="1"/>
          </p:nvPr>
        </p:nvSpPr>
        <p:spPr/>
        <p:txBody>
          <a:bodyPr/>
          <a:lstStyle/>
          <a:p>
            <a:pPr marL="0" indent="0">
              <a:buNone/>
            </a:pPr>
            <a:r>
              <a:rPr lang="en-US" b="1" dirty="0"/>
              <a:t>Product owner </a:t>
            </a:r>
            <a:r>
              <a:rPr lang="en-US" dirty="0"/>
              <a:t>is part of Scrum Framework</a:t>
            </a:r>
          </a:p>
          <a:p>
            <a:pPr marL="0" indent="0">
              <a:buNone/>
            </a:pPr>
            <a:endParaRPr lang="en-US" dirty="0"/>
          </a:p>
          <a:p>
            <a:pPr marL="0" indent="0">
              <a:buNone/>
            </a:pPr>
            <a:r>
              <a:rPr lang="en-US" b="1" dirty="0"/>
              <a:t>Product management </a:t>
            </a:r>
            <a:r>
              <a:rPr lang="en-US" dirty="0"/>
              <a:t>– not dependent on Scrum.  It can and should exist with any framework or process.  </a:t>
            </a:r>
            <a:r>
              <a:rPr lang="en-US" b="1" dirty="0"/>
              <a:t>Product managers </a:t>
            </a:r>
            <a:r>
              <a:rPr lang="en-US" b="0" i="0" dirty="0">
                <a:solidFill>
                  <a:srgbClr val="292929"/>
                </a:solidFill>
                <a:effectLst/>
                <a:latin typeface="charter"/>
              </a:rPr>
              <a:t>concentrate on defining the vision and strategy for the teams based on market research, an understanding of company goals and strategy, and by looking at the current state of success of their products. </a:t>
            </a:r>
            <a:endParaRPr lang="en-US" dirty="0"/>
          </a:p>
        </p:txBody>
      </p:sp>
    </p:spTree>
    <p:extLst>
      <p:ext uri="{BB962C8B-B14F-4D97-AF65-F5344CB8AC3E}">
        <p14:creationId xmlns:p14="http://schemas.microsoft.com/office/powerpoint/2010/main" val="35200558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0000"/>
                </a:solidFill>
              </a:rPr>
              <a:t>ScrumMaster</a:t>
            </a:r>
            <a:endParaRPr lang="en-US" dirty="0">
              <a:solidFill>
                <a:srgbClr val="FF0000"/>
              </a:solidFill>
            </a:endParaRPr>
          </a:p>
        </p:txBody>
      </p:sp>
      <p:sp>
        <p:nvSpPr>
          <p:cNvPr id="3" name="Content Placeholder 2"/>
          <p:cNvSpPr>
            <a:spLocks noGrp="1"/>
          </p:cNvSpPr>
          <p:nvPr>
            <p:ph idx="1"/>
          </p:nvPr>
        </p:nvSpPr>
        <p:spPr>
          <a:xfrm>
            <a:off x="695325" y="1825625"/>
            <a:ext cx="10515600" cy="4351338"/>
          </a:xfrm>
        </p:spPr>
        <p:txBody>
          <a:bodyPr>
            <a:normAutofit/>
          </a:bodyPr>
          <a:lstStyle/>
          <a:p>
            <a:pPr marL="0" indent="0">
              <a:buNone/>
            </a:pPr>
            <a:r>
              <a:rPr lang="en-US" sz="3700" dirty="0"/>
              <a:t>The </a:t>
            </a:r>
            <a:r>
              <a:rPr lang="en-US" sz="3700" dirty="0" err="1"/>
              <a:t>ScrumMaster</a:t>
            </a:r>
            <a:r>
              <a:rPr lang="en-US" sz="3700" dirty="0"/>
              <a:t> helps everyone involved understand and embrace the Scrum values, principles, and practices. </a:t>
            </a:r>
          </a:p>
          <a:p>
            <a:endParaRPr lang="en-US" sz="3700" dirty="0"/>
          </a:p>
          <a:p>
            <a:pPr marL="0" indent="0">
              <a:buNone/>
            </a:pPr>
            <a:r>
              <a:rPr lang="en-US" sz="3700" dirty="0"/>
              <a:t>The ScrumMaster acts as a coach, he has no authority to exert control over the team – Scrum Master is a leader not a manager. </a:t>
            </a:r>
          </a:p>
        </p:txBody>
      </p:sp>
      <p:sp>
        <p:nvSpPr>
          <p:cNvPr id="5" name="Footer Placeholder 4"/>
          <p:cNvSpPr>
            <a:spLocks noGrp="1"/>
          </p:cNvSpPr>
          <p:nvPr>
            <p:ph type="ftr" sz="quarter" idx="10"/>
          </p:nvPr>
        </p:nvSpPr>
        <p:spPr>
          <a:xfrm>
            <a:off x="4513224" y="6176963"/>
            <a:ext cx="3510775" cy="365125"/>
          </a:xfrm>
        </p:spPr>
        <p:txBody>
          <a:bodyPr/>
          <a:lstStyle/>
          <a:p>
            <a:r>
              <a:rPr lang="en-US" dirty="0"/>
              <a:t>Essential Scrum – Kenneth S. Rubin</a:t>
            </a:r>
          </a:p>
          <a:p>
            <a:endParaRPr lang="en-US" dirty="0"/>
          </a:p>
        </p:txBody>
      </p:sp>
    </p:spTree>
    <p:extLst>
      <p:ext uri="{BB962C8B-B14F-4D97-AF65-F5344CB8AC3E}">
        <p14:creationId xmlns:p14="http://schemas.microsoft.com/office/powerpoint/2010/main" val="33801946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Development Team</a:t>
            </a:r>
          </a:p>
        </p:txBody>
      </p:sp>
      <p:sp>
        <p:nvSpPr>
          <p:cNvPr id="3" name="Content Placeholder 2"/>
          <p:cNvSpPr>
            <a:spLocks noGrp="1"/>
          </p:cNvSpPr>
          <p:nvPr>
            <p:ph idx="1"/>
          </p:nvPr>
        </p:nvSpPr>
        <p:spPr>
          <a:xfrm>
            <a:off x="695325" y="1825625"/>
            <a:ext cx="10515600" cy="4351338"/>
          </a:xfrm>
        </p:spPr>
        <p:txBody>
          <a:bodyPr>
            <a:normAutofit fontScale="85000" lnSpcReduction="20000"/>
          </a:bodyPr>
          <a:lstStyle/>
          <a:p>
            <a:pPr marL="0" indent="0">
              <a:buNone/>
            </a:pPr>
            <a:r>
              <a:rPr lang="en-US" sz="3700" dirty="0"/>
              <a:t>The development team is simply a diverse, cross-functional collection of people (architect, programmer, tester, database administrator, UI designer and so on) who are responsible for designing, building, and testing the desired product. </a:t>
            </a:r>
          </a:p>
          <a:p>
            <a:pPr marL="0" indent="0">
              <a:buNone/>
            </a:pPr>
            <a:endParaRPr lang="en-US" sz="3700" dirty="0"/>
          </a:p>
          <a:p>
            <a:pPr marL="0" indent="0">
              <a:buNone/>
            </a:pPr>
            <a:r>
              <a:rPr lang="en-US" sz="3700" dirty="0"/>
              <a:t>The development team self-organizes to determine the best way to accomplish the goal set out by the product owner.  Typically 5-9 people in size. </a:t>
            </a:r>
          </a:p>
          <a:p>
            <a:pPr marL="0" indent="0">
              <a:buNone/>
            </a:pPr>
            <a:endParaRPr lang="en-US" sz="3700" dirty="0"/>
          </a:p>
          <a:p>
            <a:pPr marL="0" indent="0">
              <a:buNone/>
            </a:pPr>
            <a:r>
              <a:rPr lang="en-US" sz="3700" dirty="0"/>
              <a:t>In large development efforts – multiple scrum teams rather than  1 large team. </a:t>
            </a:r>
          </a:p>
        </p:txBody>
      </p:sp>
      <p:sp>
        <p:nvSpPr>
          <p:cNvPr id="5" name="Footer Placeholder 4"/>
          <p:cNvSpPr>
            <a:spLocks noGrp="1"/>
          </p:cNvSpPr>
          <p:nvPr>
            <p:ph type="ftr" sz="quarter" idx="10"/>
          </p:nvPr>
        </p:nvSpPr>
        <p:spPr>
          <a:xfrm>
            <a:off x="4513224" y="6176963"/>
            <a:ext cx="3510775" cy="365125"/>
          </a:xfrm>
        </p:spPr>
        <p:txBody>
          <a:bodyPr/>
          <a:lstStyle/>
          <a:p>
            <a:r>
              <a:rPr lang="en-US" dirty="0"/>
              <a:t>Essential Scrum – Kenneth S. Rubin</a:t>
            </a:r>
          </a:p>
          <a:p>
            <a:endParaRPr lang="en-US" dirty="0"/>
          </a:p>
        </p:txBody>
      </p:sp>
    </p:spTree>
    <p:extLst>
      <p:ext uri="{BB962C8B-B14F-4D97-AF65-F5344CB8AC3E}">
        <p14:creationId xmlns:p14="http://schemas.microsoft.com/office/powerpoint/2010/main" val="1235562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 framework</a:t>
            </a:r>
          </a:p>
        </p:txBody>
      </p:sp>
      <p:sp>
        <p:nvSpPr>
          <p:cNvPr id="4" name="Footer Placeholder 4"/>
          <p:cNvSpPr>
            <a:spLocks noGrp="1"/>
          </p:cNvSpPr>
          <p:nvPr>
            <p:ph type="ftr" sz="quarter" idx="10"/>
          </p:nvPr>
        </p:nvSpPr>
        <p:spPr>
          <a:xfrm>
            <a:off x="4846599" y="6111875"/>
            <a:ext cx="3510775" cy="365125"/>
          </a:xfrm>
        </p:spPr>
        <p:txBody>
          <a:bodyPr/>
          <a:lstStyle/>
          <a:p>
            <a:r>
              <a:rPr lang="en-US" dirty="0"/>
              <a:t>Essential Scrum – Kenneth S. Rubin</a:t>
            </a:r>
          </a:p>
          <a:p>
            <a:endParaRPr lang="en-US" dirty="0"/>
          </a:p>
        </p:txBody>
      </p:sp>
      <p:pic>
        <p:nvPicPr>
          <p:cNvPr id="6" name="2_3.jpg"/>
          <p:cNvPicPr>
            <a:picLocks noGrp="1" noChangeAspect="1"/>
          </p:cNvPicPr>
          <p:nvPr>
            <p:ph idx="1"/>
          </p:nvPr>
        </p:nvPicPr>
        <p:blipFill>
          <a:blip r:embed="rId2"/>
          <a:stretch>
            <a:fillRect/>
          </a:stretch>
        </p:blipFill>
        <p:spPr>
          <a:xfrm>
            <a:off x="1793366" y="1690688"/>
            <a:ext cx="7858125" cy="4152900"/>
          </a:xfrm>
          <a:prstGeom prst="rect">
            <a:avLst/>
          </a:prstGeom>
          <a:ln w="12700">
            <a:miter lim="400000"/>
          </a:ln>
        </p:spPr>
      </p:pic>
    </p:spTree>
    <p:extLst>
      <p:ext uri="{BB962C8B-B14F-4D97-AF65-F5344CB8AC3E}">
        <p14:creationId xmlns:p14="http://schemas.microsoft.com/office/powerpoint/2010/main" val="366953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Grooming</a:t>
            </a:r>
          </a:p>
        </p:txBody>
      </p:sp>
      <p:sp>
        <p:nvSpPr>
          <p:cNvPr id="3" name="Content Placeholder 2"/>
          <p:cNvSpPr>
            <a:spLocks noGrp="1"/>
          </p:cNvSpPr>
          <p:nvPr>
            <p:ph idx="1"/>
          </p:nvPr>
        </p:nvSpPr>
        <p:spPr>
          <a:xfrm>
            <a:off x="695325" y="1825625"/>
            <a:ext cx="10515600" cy="4351338"/>
          </a:xfrm>
        </p:spPr>
        <p:txBody>
          <a:bodyPr>
            <a:normAutofit/>
          </a:bodyPr>
          <a:lstStyle/>
          <a:p>
            <a:pPr marL="0" indent="0">
              <a:buNone/>
            </a:pPr>
            <a:r>
              <a:rPr lang="en-US" sz="3700" dirty="0"/>
              <a:t>Tasks are called Product Backlog Items (PBI)</a:t>
            </a:r>
          </a:p>
          <a:p>
            <a:endParaRPr lang="en-US" sz="3700" dirty="0"/>
          </a:p>
          <a:p>
            <a:r>
              <a:rPr lang="en-US" sz="3700" dirty="0"/>
              <a:t>Creating and refining PBI’s. </a:t>
            </a:r>
          </a:p>
          <a:p>
            <a:r>
              <a:rPr lang="en-US" sz="3700" dirty="0"/>
              <a:t>Estimating the time to complete a PBI. </a:t>
            </a:r>
          </a:p>
          <a:p>
            <a:r>
              <a:rPr lang="en-US" sz="3700" dirty="0"/>
              <a:t>Prioritizing PBI’s </a:t>
            </a:r>
          </a:p>
        </p:txBody>
      </p:sp>
      <p:sp>
        <p:nvSpPr>
          <p:cNvPr id="5" name="Footer Placeholder 4"/>
          <p:cNvSpPr>
            <a:spLocks noGrp="1"/>
          </p:cNvSpPr>
          <p:nvPr>
            <p:ph type="ftr" sz="quarter" idx="10"/>
          </p:nvPr>
        </p:nvSpPr>
        <p:spPr>
          <a:xfrm>
            <a:off x="4513224" y="6176963"/>
            <a:ext cx="3510775" cy="365125"/>
          </a:xfrm>
        </p:spPr>
        <p:txBody>
          <a:bodyPr/>
          <a:lstStyle/>
          <a:p>
            <a:r>
              <a:rPr lang="en-US" dirty="0"/>
              <a:t>Essential Scrum – Kenneth S. Rubin</a:t>
            </a:r>
          </a:p>
          <a:p>
            <a:endParaRPr lang="en-US" dirty="0"/>
          </a:p>
        </p:txBody>
      </p:sp>
    </p:spTree>
    <p:extLst>
      <p:ext uri="{BB962C8B-B14F-4D97-AF65-F5344CB8AC3E}">
        <p14:creationId xmlns:p14="http://schemas.microsoft.com/office/powerpoint/2010/main" val="876589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9" name="Shape 639"/>
          <p:cNvSpPr>
            <a:spLocks noGrp="1"/>
          </p:cNvSpPr>
          <p:nvPr>
            <p:ph type="title"/>
          </p:nvPr>
        </p:nvSpPr>
        <p:spPr>
          <a:prstGeom prst="rect">
            <a:avLst/>
          </a:prstGeom>
        </p:spPr>
        <p:txBody>
          <a:bodyPr/>
          <a:lstStyle/>
          <a:p>
            <a:r>
              <a:t>Grooming</a:t>
            </a:r>
          </a:p>
        </p:txBody>
      </p:sp>
      <p:pic>
        <p:nvPicPr>
          <p:cNvPr id="640" name="6_6.jpg"/>
          <p:cNvPicPr>
            <a:picLocks noChangeAspect="1"/>
          </p:cNvPicPr>
          <p:nvPr/>
        </p:nvPicPr>
        <p:blipFill>
          <a:blip r:embed="rId2"/>
          <a:stretch>
            <a:fillRect/>
          </a:stretch>
        </p:blipFill>
        <p:spPr>
          <a:xfrm>
            <a:off x="3519785" y="1448395"/>
            <a:ext cx="5152430" cy="4393406"/>
          </a:xfrm>
          <a:prstGeom prst="rect">
            <a:avLst/>
          </a:prstGeom>
          <a:ln w="12700">
            <a:miter lim="400000"/>
          </a:ln>
        </p:spPr>
      </p:pic>
      <p:sp>
        <p:nvSpPr>
          <p:cNvPr id="5" name="Footer Placeholder 4"/>
          <p:cNvSpPr txBox="1">
            <a:spLocks/>
          </p:cNvSpPr>
          <p:nvPr/>
        </p:nvSpPr>
        <p:spPr>
          <a:xfrm>
            <a:off x="4603712" y="6371173"/>
            <a:ext cx="3510775"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Essential Scrum – Kenneth S. Rubin</a:t>
            </a:r>
          </a:p>
          <a:p>
            <a:endParaRPr lang="en-US" dirty="0"/>
          </a:p>
        </p:txBody>
      </p:sp>
    </p:spTree>
    <p:extLst>
      <p:ext uri="{BB962C8B-B14F-4D97-AF65-F5344CB8AC3E}">
        <p14:creationId xmlns:p14="http://schemas.microsoft.com/office/powerpoint/2010/main" val="3795520738"/>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When does grooming happen?</a:t>
            </a:r>
          </a:p>
        </p:txBody>
      </p:sp>
      <p:sp>
        <p:nvSpPr>
          <p:cNvPr id="4" name="Footer Placeholder 4"/>
          <p:cNvSpPr>
            <a:spLocks noGrp="1"/>
          </p:cNvSpPr>
          <p:nvPr>
            <p:ph type="ftr" sz="quarter" idx="10"/>
          </p:nvPr>
        </p:nvSpPr>
        <p:spPr>
          <a:xfrm>
            <a:off x="4775162" y="6371173"/>
            <a:ext cx="3510775" cy="365125"/>
          </a:xfrm>
        </p:spPr>
        <p:txBody>
          <a:bodyPr/>
          <a:lstStyle/>
          <a:p>
            <a:r>
              <a:rPr lang="en-US" dirty="0"/>
              <a:t>Essential Scrum – Kenneth S. Rubin</a:t>
            </a:r>
          </a:p>
          <a:p>
            <a:endParaRPr lang="en-US" dirty="0"/>
          </a:p>
        </p:txBody>
      </p:sp>
      <p:pic>
        <p:nvPicPr>
          <p:cNvPr id="7" name="6_9.jpg"/>
          <p:cNvPicPr>
            <a:picLocks noGrp="1" noChangeAspect="1"/>
          </p:cNvPicPr>
          <p:nvPr>
            <p:ph idx="1"/>
          </p:nvPr>
        </p:nvPicPr>
        <p:blipFill>
          <a:blip r:embed="rId2"/>
          <a:stretch>
            <a:fillRect/>
          </a:stretch>
        </p:blipFill>
        <p:spPr>
          <a:xfrm>
            <a:off x="3643313" y="1324510"/>
            <a:ext cx="6931329" cy="4944528"/>
          </a:xfrm>
          <a:prstGeom prst="rect">
            <a:avLst/>
          </a:prstGeom>
          <a:ln w="12700">
            <a:miter lim="400000"/>
          </a:ln>
        </p:spPr>
      </p:pic>
    </p:spTree>
    <p:extLst>
      <p:ext uri="{BB962C8B-B14F-4D97-AF65-F5344CB8AC3E}">
        <p14:creationId xmlns:p14="http://schemas.microsoft.com/office/powerpoint/2010/main" val="18908220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Who does it?</a:t>
            </a:r>
          </a:p>
        </p:txBody>
      </p:sp>
      <p:sp>
        <p:nvSpPr>
          <p:cNvPr id="4" name="Footer Placeholder 4"/>
          <p:cNvSpPr>
            <a:spLocks noGrp="1"/>
          </p:cNvSpPr>
          <p:nvPr>
            <p:ph type="ftr" sz="quarter" idx="10"/>
          </p:nvPr>
        </p:nvSpPr>
        <p:spPr>
          <a:xfrm>
            <a:off x="4775162" y="6371173"/>
            <a:ext cx="3510775" cy="365125"/>
          </a:xfrm>
        </p:spPr>
        <p:txBody>
          <a:bodyPr/>
          <a:lstStyle/>
          <a:p>
            <a:r>
              <a:rPr lang="en-US" dirty="0"/>
              <a:t>Essential Scrum – Kenneth S. Rubin</a:t>
            </a:r>
          </a:p>
          <a:p>
            <a:endParaRPr lang="en-US" dirty="0"/>
          </a:p>
        </p:txBody>
      </p:sp>
      <p:pic>
        <p:nvPicPr>
          <p:cNvPr id="6" name="6_7.jpg"/>
          <p:cNvPicPr>
            <a:picLocks noGrp="1" noChangeAspect="1"/>
          </p:cNvPicPr>
          <p:nvPr>
            <p:ph idx="1"/>
          </p:nvPr>
        </p:nvPicPr>
        <p:blipFill>
          <a:blip r:embed="rId2"/>
          <a:stretch>
            <a:fillRect/>
          </a:stretch>
        </p:blipFill>
        <p:spPr>
          <a:xfrm>
            <a:off x="1449742" y="1690689"/>
            <a:ext cx="8180033" cy="4067968"/>
          </a:xfrm>
          <a:prstGeom prst="rect">
            <a:avLst/>
          </a:prstGeom>
          <a:ln w="12700">
            <a:miter lim="400000"/>
          </a:ln>
        </p:spPr>
      </p:pic>
    </p:spTree>
    <p:extLst>
      <p:ext uri="{BB962C8B-B14F-4D97-AF65-F5344CB8AC3E}">
        <p14:creationId xmlns:p14="http://schemas.microsoft.com/office/powerpoint/2010/main" val="37094006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206</TotalTime>
  <Words>898</Words>
  <Application>Microsoft Office PowerPoint</Application>
  <PresentationFormat>Widescreen</PresentationFormat>
  <Paragraphs>101</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charter</vt:lpstr>
      <vt:lpstr>FaktSoft</vt:lpstr>
      <vt:lpstr>Office Theme</vt:lpstr>
      <vt:lpstr>PowerPoint Presentation</vt:lpstr>
      <vt:lpstr>Scrum</vt:lpstr>
      <vt:lpstr>Scrum</vt:lpstr>
      <vt:lpstr>Scrum</vt:lpstr>
      <vt:lpstr>Scrum</vt:lpstr>
      <vt:lpstr>PowerPoint Presentation</vt:lpstr>
      <vt:lpstr>Scrum</vt:lpstr>
      <vt:lpstr>Scrum</vt:lpstr>
      <vt:lpstr>Scrum Framework</vt:lpstr>
      <vt:lpstr>Scrum Framework</vt:lpstr>
      <vt:lpstr>3 Scrum Roles </vt:lpstr>
      <vt:lpstr>Product Owner</vt:lpstr>
      <vt:lpstr>Product Owner</vt:lpstr>
      <vt:lpstr>PowerPoint Presentation</vt:lpstr>
      <vt:lpstr>ScrumMaster</vt:lpstr>
      <vt:lpstr>Development Team</vt:lpstr>
      <vt:lpstr>Scrum framework</vt:lpstr>
      <vt:lpstr>Grooming</vt:lpstr>
      <vt:lpstr>Grooming</vt:lpstr>
      <vt:lpstr>When does grooming happen?</vt:lpstr>
      <vt:lpstr>Who does 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Django Packages</dc:title>
  <dc:creator>Duce, Patricia</dc:creator>
  <cp:lastModifiedBy>Duce, Patricia</cp:lastModifiedBy>
  <cp:revision>8</cp:revision>
  <dcterms:created xsi:type="dcterms:W3CDTF">2020-10-02T04:28:27Z</dcterms:created>
  <dcterms:modified xsi:type="dcterms:W3CDTF">2024-10-31T02:08:27Z</dcterms:modified>
</cp:coreProperties>
</file>